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2" r:id="rId2"/>
    <p:sldId id="265" r:id="rId3"/>
    <p:sldId id="266" r:id="rId4"/>
    <p:sldId id="267" r:id="rId5"/>
    <p:sldId id="268" r:id="rId6"/>
    <p:sldId id="269" r:id="rId7"/>
    <p:sldId id="271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F8CF"/>
    <a:srgbClr val="FFFFC3"/>
    <a:srgbClr val="FFF8EF"/>
    <a:srgbClr val="EEFF4D"/>
    <a:srgbClr val="F4FF67"/>
    <a:srgbClr val="F7F9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3161" autoAdjust="0"/>
  </p:normalViewPr>
  <p:slideViewPr>
    <p:cSldViewPr snapToGrid="0">
      <p:cViewPr>
        <p:scale>
          <a:sx n="25" d="100"/>
          <a:sy n="25" d="100"/>
        </p:scale>
        <p:origin x="1507" y="1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4:28:19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24575,'0'-5'0,"0"-3"-8191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4:28:19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09226F-EFC3-4320-B2F1-50B712FF53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C0011-6CF4-44E8-8FBA-5CF7ED499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1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96" name="Google Shape;79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8D545-7508-0386-0F1A-649209A7B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E3B0B-6B57-2193-D2D6-72509A508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E27527-1A8E-3695-1729-8A6B905B0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3510F-60CE-16E6-1BA0-280150DDF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C0011-6CF4-44E8-8FBA-5CF7ED499F4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96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459EE-7857-560A-348C-A2B8C5436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74FCD-74F7-816B-3AD0-AF5A69313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D6B507-4E3F-15FF-FFD4-3E5692DA7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639EE-1560-6F35-D9B9-611C14AD0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C0011-6CF4-44E8-8FBA-5CF7ED499F4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17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B2CBA-9CDD-152C-D594-5AC51CF45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F41F6-70C4-DF2D-1110-854D9271E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13BD12-75DE-B868-5699-74A64F77C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436E4-1C40-F401-531A-BC97E44C4D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C0011-6CF4-44E8-8FBA-5CF7ED499F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47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4BC9D-F6E8-4991-9965-319DC766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F28D4-331D-7960-8F6B-14AF4CB2E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C85F91-D74C-BEF9-6F20-66458EE4A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A78DA-CEE3-1E51-091D-4A39AEF24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C0011-6CF4-44E8-8FBA-5CF7ED499F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72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0970E-1E5E-8B21-DFAB-131E59162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A3FEB-A761-8341-5063-4DE91DD15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D4861-0018-AC88-BEDE-0DCB7AA58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F926B-B0DF-A4B8-953A-FB260209D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C0011-6CF4-44E8-8FBA-5CF7ED499F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77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732D8-116B-076A-23F8-0106D742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0CD35-EA46-2598-93A6-31B5CEEFB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1C5E8F-5162-EA8B-273B-02AB9BE5C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33C97-FEE9-4C80-B5E8-5EE96F337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C0011-6CF4-44E8-8FBA-5CF7ED499F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66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31" name="Google Shape;1331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DC1D-2A30-925D-AA2C-47A2B4ECB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AB56A2-A626-D95D-B1EE-5038058A5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C1062-E6A8-3190-E224-EBF7DC34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7915-7A03-47B1-BE92-AEF87323E9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68057-2327-17AF-EA26-FFC34D20F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20F82-8586-1D37-16C0-B1692F157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F0A2D-FC97-4E04-B09A-3175442B8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84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9F4F4-5E7E-396E-BD33-3B13DFFAA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C6B06-9A71-546F-DF6F-118A9893E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A63BF-49A4-7ED0-2893-14AAAC84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7915-7A03-47B1-BE92-AEF87323E9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97C0-A8BA-E4EC-B50C-5B98BEA8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8BF15-7A05-54FD-21AA-B722CE4D8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F0A2D-FC97-4E04-B09A-3175442B8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71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F603-3320-F2F2-C94C-6D813163D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F8EF5-28A9-E155-C04E-0E3B04225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33FE8-B57A-6251-6BE9-3D72B7F23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7915-7A03-47B1-BE92-AEF87323E9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3B0D4-A349-0F21-4F0B-81AEAA31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C6EC5-CA43-D629-F598-453EE7982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F0A2D-FC97-4E04-B09A-3175442B8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56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1C58E-F797-7BC0-C790-C7C694537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21358-B390-9C5E-1199-F4F488931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0D10F-78DB-14E3-F237-873A12D18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229D7-43E5-5C72-41A2-5E73153C8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7915-7A03-47B1-BE92-AEF87323E9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ED405-5426-5876-FFB7-C3DBA53FA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7F624-9A6F-31D4-46D3-E25309A2E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F0A2D-FC97-4E04-B09A-3175442B8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3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E1AD6-A4A5-6E1F-2817-D01CC019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68910-417C-0AFA-03D8-308271EFC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C1B72-1F6D-E9BF-E04F-B19E43C26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BEE33-0570-900A-8A8B-75CA4C0681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D2E68A-AC3C-99D6-707B-C727CD31B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A16142-0C93-1874-CD8A-4B6F688C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7915-7A03-47B1-BE92-AEF87323E9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70139-287E-D270-CEC1-2B075F52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CD39E8-1466-BE7F-A728-A79AD843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F0A2D-FC97-4E04-B09A-3175442B8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30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08100-47CC-24D4-85D5-650605792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22B6AC-2DC3-7BFE-2903-E093905A9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7915-7A03-47B1-BE92-AEF87323E9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838DE-8936-6EFA-3007-414FE2450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B1D4F-B18D-AE15-FB2D-F3FD9A0CE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F0A2D-FC97-4E04-B09A-3175442B8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57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BE27B-B2B7-7022-ADA1-5B771911E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7915-7A03-47B1-BE92-AEF87323E9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8DB7F-9586-76EE-2041-4F6091CA7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15A5C-5F4A-CB60-9F4E-204D54324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F0A2D-FC97-4E04-B09A-3175442B8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73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EF494-975A-09BB-92DC-E15F2A10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4AD54-D935-A036-B6E1-E9A78F48A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7C9CF-B6AC-298C-7862-81BA7FB70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44E9E-6925-E108-962A-05E71C08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7915-7A03-47B1-BE92-AEF87323E9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23673-EA42-37DA-D5E8-A1C33BA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D5FFF-0FDE-BC3E-1DF0-B0114F8C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F0A2D-FC97-4E04-B09A-3175442B8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473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EC24A-F093-D83A-99C7-9A898CB48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A0E3A-21AF-0EB7-2094-D664A8610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C5481-B0E2-7AE7-5BF6-0C3636127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C0A3D-915A-A74D-0F46-62C15DFEF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7915-7A03-47B1-BE92-AEF87323E9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BA660-DBE7-2CBB-96DE-286C0B874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A4843-15A5-4153-72E2-21C456C5E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F0A2D-FC97-4E04-B09A-3175442B8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54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90E46-E576-036A-0D8D-3800EDB7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7BD05-00E8-0406-5E72-FB432B148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50B2D-B6A4-5DD9-A654-AC45B7CE1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7915-7A03-47B1-BE92-AEF87323E9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51572-535B-F58B-251F-D40495FC0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E434-457C-6CA0-B889-A45B8039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F0A2D-FC97-4E04-B09A-3175442B8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733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9F19D-A147-A2BE-A291-31D92433F3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962D9-7F3C-2FC5-4F1D-42B6BDF7B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5B164-120B-3CBD-2294-07E3833D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7915-7A03-47B1-BE92-AEF87323E9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55B8C-E167-5187-A689-407ADEB15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8FC57-03F3-B2F6-E7BA-F402BE9B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F0A2D-FC97-4E04-B09A-3175442B8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09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087497-8B72-DDAB-67C1-F5E18CEC5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CA6BD-FCF8-2041-AFD2-ACAD9F031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0C642-6AA1-B48C-FDF1-1C6FD2CEF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47915-7A03-47B1-BE92-AEF87323E90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56E2F-B415-22F7-143F-7D0EA00E9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77D07-FE30-2ABF-258C-259C354D9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7F0A2D-FC97-4E04-B09A-3175442B8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54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4" Type="http://schemas.openxmlformats.org/officeDocument/2006/relationships/customXml" Target="../ink/ink1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microsoft.com/office/2007/relationships/hdphoto" Target="../media/hdphoto3.wdp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1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microsoft.com/office/2007/relationships/hdphoto" Target="../media/hdphoto3.wdp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microsoft.com/office/2007/relationships/hdphoto" Target="../media/hdphoto3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9.png"/><Relationship Id="rId5" Type="http://schemas.openxmlformats.org/officeDocument/2006/relationships/image" Target="../media/image12.png"/><Relationship Id="rId10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microsoft.com/office/2007/relationships/hdphoto" Target="../media/hdphoto3.wdp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D03694-41DE-C7A1-438A-C0258D19D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94472F-E1DD-4AB0-94CD-4101D8B2DDC3}"/>
              </a:ext>
            </a:extLst>
          </p:cNvPr>
          <p:cNvSpPr txBox="1"/>
          <p:nvPr/>
        </p:nvSpPr>
        <p:spPr>
          <a:xfrm>
            <a:off x="2334065" y="2538208"/>
            <a:ext cx="7523870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CopyCity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400E99-1B62-595A-15CB-248C69F6D1D0}"/>
              </a:ext>
            </a:extLst>
          </p:cNvPr>
          <p:cNvSpPr txBox="1"/>
          <p:nvPr/>
        </p:nvSpPr>
        <p:spPr>
          <a:xfrm>
            <a:off x="3849836" y="4233461"/>
            <a:ext cx="449232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bg-BG" sz="2800" dirty="0">
                <a:latin typeface="Bahnschrift SemiBold SemiConden" panose="020B0502040204020203" pitchFamily="34" charset="0"/>
              </a:rPr>
              <a:t>Проект на „Лудите скунксове“</a:t>
            </a:r>
            <a:endParaRPr lang="en-US" sz="2800" dirty="0">
              <a:latin typeface="Bahnschrift SemiBold SemiConden"/>
            </a:endParaRP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84A79782-79C1-B226-6B90-B5B064B5F7E3}"/>
              </a:ext>
            </a:extLst>
          </p:cNvPr>
          <p:cNvSpPr/>
          <p:nvPr/>
        </p:nvSpPr>
        <p:spPr>
          <a:xfrm rot="5400000">
            <a:off x="298664" y="13476306"/>
            <a:ext cx="719846" cy="100194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F35539-3133-A00C-51DD-8EECEEB5F674}"/>
              </a:ext>
            </a:extLst>
          </p:cNvPr>
          <p:cNvSpPr txBox="1"/>
          <p:nvPr/>
        </p:nvSpPr>
        <p:spPr>
          <a:xfrm>
            <a:off x="157615" y="15397519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IDEA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37DA18-3B37-8DC2-B58B-3880784A1FD3}"/>
              </a:ext>
            </a:extLst>
          </p:cNvPr>
          <p:cNvSpPr txBox="1"/>
          <p:nvPr/>
        </p:nvSpPr>
        <p:spPr>
          <a:xfrm>
            <a:off x="157615" y="14471919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5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PROBLEM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44A6D7-E562-251D-9044-910C2FDA3390}"/>
              </a:ext>
            </a:extLst>
          </p:cNvPr>
          <p:cNvSpPr txBox="1"/>
          <p:nvPr/>
        </p:nvSpPr>
        <p:spPr>
          <a:xfrm>
            <a:off x="157612" y="16323119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EXECUTION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3DDC14-5827-A106-F2A0-5D12C754143A}"/>
              </a:ext>
            </a:extLst>
          </p:cNvPr>
          <p:cNvSpPr txBox="1"/>
          <p:nvPr/>
        </p:nvSpPr>
        <p:spPr>
          <a:xfrm>
            <a:off x="157612" y="18174319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FINALE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1CE20C-A347-6A4B-1588-E6B3B6A36848}"/>
              </a:ext>
            </a:extLst>
          </p:cNvPr>
          <p:cNvSpPr txBox="1"/>
          <p:nvPr/>
        </p:nvSpPr>
        <p:spPr>
          <a:xfrm>
            <a:off x="157613" y="17248719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DEMO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CDC329-49A9-7132-BA5F-2F76C697DDD1}"/>
              </a:ext>
            </a:extLst>
          </p:cNvPr>
          <p:cNvSpPr txBox="1"/>
          <p:nvPr/>
        </p:nvSpPr>
        <p:spPr>
          <a:xfrm>
            <a:off x="1159562" y="13542788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INTRODUCTION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A55C4D8-CFF5-448E-1412-F8D57D056F4B}"/>
                  </a:ext>
                </a:extLst>
              </p14:cNvPr>
              <p14:cNvContentPartPr/>
              <p14:nvPr/>
            </p14:nvContentPartPr>
            <p14:xfrm>
              <a:off x="-1026683" y="13576053"/>
              <a:ext cx="360" cy="5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A55C4D8-CFF5-448E-1412-F8D57D056F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032803" y="13569933"/>
                <a:ext cx="1260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F6912D0-6036-BE66-84A9-6E0ECBE00EF6}"/>
                  </a:ext>
                </a:extLst>
              </p14:cNvPr>
              <p14:cNvContentPartPr/>
              <p14:nvPr/>
            </p14:nvContentPartPr>
            <p14:xfrm>
              <a:off x="-991763" y="16427973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F6912D0-6036-BE66-84A9-6E0ECBE00E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997883" y="16421853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B72CC8F-3B9E-7B2A-8589-29A2DFEF0ADE}"/>
              </a:ext>
            </a:extLst>
          </p:cNvPr>
          <p:cNvSpPr txBox="1"/>
          <p:nvPr/>
        </p:nvSpPr>
        <p:spPr>
          <a:xfrm>
            <a:off x="157612" y="14153427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5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IDEA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FC7DA-7990-ABC8-23F0-A6985A3CC72B}"/>
              </a:ext>
            </a:extLst>
          </p:cNvPr>
          <p:cNvSpPr txBox="1"/>
          <p:nvPr/>
        </p:nvSpPr>
        <p:spPr>
          <a:xfrm>
            <a:off x="1159562" y="13232636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AE196-EFCA-9364-525F-136FEBCBCCC1}"/>
              </a:ext>
            </a:extLst>
          </p:cNvPr>
          <p:cNvSpPr txBox="1"/>
          <p:nvPr/>
        </p:nvSpPr>
        <p:spPr>
          <a:xfrm>
            <a:off x="157612" y="16080489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54555E-E1F1-FBBB-D691-0D2681F9A827}"/>
              </a:ext>
            </a:extLst>
          </p:cNvPr>
          <p:cNvSpPr txBox="1"/>
          <p:nvPr/>
        </p:nvSpPr>
        <p:spPr>
          <a:xfrm>
            <a:off x="157612" y="18177630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RESULT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C8E82D-B343-6AC2-1BA3-94DF8D0CEA56}"/>
              </a:ext>
            </a:extLst>
          </p:cNvPr>
          <p:cNvSpPr txBox="1"/>
          <p:nvPr/>
        </p:nvSpPr>
        <p:spPr>
          <a:xfrm>
            <a:off x="157612" y="17227011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DEMO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3614A76-AC48-2AD7-6DC5-46804D620259}"/>
              </a:ext>
            </a:extLst>
          </p:cNvPr>
          <p:cNvSpPr txBox="1"/>
          <p:nvPr/>
        </p:nvSpPr>
        <p:spPr>
          <a:xfrm>
            <a:off x="157612" y="15116958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SOLUTION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B5BE1C0-BCED-03C0-7E49-B17338BD6DBE}"/>
              </a:ext>
            </a:extLst>
          </p:cNvPr>
          <p:cNvSpPr txBox="1"/>
          <p:nvPr/>
        </p:nvSpPr>
        <p:spPr>
          <a:xfrm>
            <a:off x="121434" y="19128249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OUR EXPRIRIENCE</a:t>
            </a:r>
          </a:p>
        </p:txBody>
      </p: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1878344A-BEB5-C15A-F8EC-C135F17AA984}"/>
              </a:ext>
            </a:extLst>
          </p:cNvPr>
          <p:cNvSpPr/>
          <p:nvPr/>
        </p:nvSpPr>
        <p:spPr>
          <a:xfrm rot="5400000">
            <a:off x="298664" y="13096656"/>
            <a:ext cx="719846" cy="100194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34DF80E-C18E-C0E0-AF85-F72547B3C1E7}"/>
              </a:ext>
            </a:extLst>
          </p:cNvPr>
          <p:cNvGrpSpPr/>
          <p:nvPr/>
        </p:nvGrpSpPr>
        <p:grpSpPr>
          <a:xfrm rot="20097818">
            <a:off x="2305577" y="7041106"/>
            <a:ext cx="1452136" cy="1245853"/>
            <a:chOff x="643911" y="1528411"/>
            <a:chExt cx="3220959" cy="2629664"/>
          </a:xfrm>
        </p:grpSpPr>
        <p:grpSp>
          <p:nvGrpSpPr>
            <p:cNvPr id="82" name="Google Shape;1470;p45">
              <a:extLst>
                <a:ext uri="{FF2B5EF4-FFF2-40B4-BE49-F238E27FC236}">
                  <a16:creationId xmlns:a16="http://schemas.microsoft.com/office/drawing/2014/main" id="{0ECDBB4B-3D06-87EA-E2E4-E7639D1C5AEC}"/>
                </a:ext>
              </a:extLst>
            </p:cNvPr>
            <p:cNvGrpSpPr/>
            <p:nvPr/>
          </p:nvGrpSpPr>
          <p:grpSpPr>
            <a:xfrm>
              <a:off x="1190633" y="1528411"/>
              <a:ext cx="971633" cy="682171"/>
              <a:chOff x="-5157941" y="2849728"/>
              <a:chExt cx="1453235" cy="1020297"/>
            </a:xfrm>
          </p:grpSpPr>
          <p:sp>
            <p:nvSpPr>
              <p:cNvPr id="120" name="Google Shape;1471;p45">
                <a:extLst>
                  <a:ext uri="{FF2B5EF4-FFF2-40B4-BE49-F238E27FC236}">
                    <a16:creationId xmlns:a16="http://schemas.microsoft.com/office/drawing/2014/main" id="{3B051618-0066-0925-DA8E-D2BA431B7788}"/>
                  </a:ext>
                </a:extLst>
              </p:cNvPr>
              <p:cNvSpPr/>
              <p:nvPr/>
            </p:nvSpPr>
            <p:spPr>
              <a:xfrm>
                <a:off x="-3989013" y="3586677"/>
                <a:ext cx="1047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3350" extrusionOk="0">
                    <a:moveTo>
                      <a:pt x="108204" y="54102"/>
                    </a:moveTo>
                    <a:lnTo>
                      <a:pt x="108204" y="88773"/>
                    </a:lnTo>
                    <a:cubicBezTo>
                      <a:pt x="108204" y="105728"/>
                      <a:pt x="100393" y="120777"/>
                      <a:pt x="88202" y="130683"/>
                    </a:cubicBezTo>
                    <a:cubicBezTo>
                      <a:pt x="78867" y="138303"/>
                      <a:pt x="66961" y="142780"/>
                      <a:pt x="54102" y="142780"/>
                    </a:cubicBezTo>
                    <a:cubicBezTo>
                      <a:pt x="41243" y="142780"/>
                      <a:pt x="29337" y="138208"/>
                      <a:pt x="20002" y="130683"/>
                    </a:cubicBezTo>
                    <a:cubicBezTo>
                      <a:pt x="7906" y="120777"/>
                      <a:pt x="0" y="105632"/>
                      <a:pt x="0" y="88773"/>
                    </a:cubicBezTo>
                    <a:lnTo>
                      <a:pt x="0" y="54102"/>
                    </a:lnTo>
                    <a:cubicBezTo>
                      <a:pt x="0" y="37147"/>
                      <a:pt x="7811" y="22098"/>
                      <a:pt x="20002" y="12097"/>
                    </a:cubicBezTo>
                    <a:cubicBezTo>
                      <a:pt x="29337" y="4477"/>
                      <a:pt x="41243" y="0"/>
                      <a:pt x="54102" y="0"/>
                    </a:cubicBezTo>
                    <a:cubicBezTo>
                      <a:pt x="66961" y="0"/>
                      <a:pt x="78486" y="4286"/>
                      <a:pt x="88202" y="12192"/>
                    </a:cubicBezTo>
                    <a:cubicBezTo>
                      <a:pt x="89535" y="13335"/>
                      <a:pt x="91059" y="14573"/>
                      <a:pt x="92297" y="15907"/>
                    </a:cubicBezTo>
                    <a:cubicBezTo>
                      <a:pt x="102489" y="26098"/>
                      <a:pt x="108204" y="39719"/>
                      <a:pt x="108204" y="54102"/>
                    </a:cubicBezTo>
                    <a:close/>
                    <a:moveTo>
                      <a:pt x="86296" y="88773"/>
                    </a:moveTo>
                    <a:lnTo>
                      <a:pt x="86296" y="54102"/>
                    </a:lnTo>
                    <a:cubicBezTo>
                      <a:pt x="86296" y="45529"/>
                      <a:pt x="82963" y="37433"/>
                      <a:pt x="76867" y="31337"/>
                    </a:cubicBezTo>
                    <a:cubicBezTo>
                      <a:pt x="73438" y="27908"/>
                      <a:pt x="69437" y="25432"/>
                      <a:pt x="65056" y="23813"/>
                    </a:cubicBezTo>
                    <a:lnTo>
                      <a:pt x="65056" y="11430"/>
                    </a:lnTo>
                    <a:cubicBezTo>
                      <a:pt x="65056" y="6382"/>
                      <a:pt x="60198" y="2477"/>
                      <a:pt x="54102" y="2477"/>
                    </a:cubicBezTo>
                    <a:cubicBezTo>
                      <a:pt x="48006" y="2477"/>
                      <a:pt x="43149" y="6477"/>
                      <a:pt x="43149" y="11430"/>
                    </a:cubicBezTo>
                    <a:lnTo>
                      <a:pt x="43149" y="23813"/>
                    </a:lnTo>
                    <a:cubicBezTo>
                      <a:pt x="30766" y="28289"/>
                      <a:pt x="21907" y="40196"/>
                      <a:pt x="21907" y="54102"/>
                    </a:cubicBezTo>
                    <a:lnTo>
                      <a:pt x="21907" y="88773"/>
                    </a:lnTo>
                    <a:cubicBezTo>
                      <a:pt x="21907" y="106489"/>
                      <a:pt x="36290" y="120968"/>
                      <a:pt x="54007" y="120968"/>
                    </a:cubicBezTo>
                    <a:cubicBezTo>
                      <a:pt x="71724" y="120968"/>
                      <a:pt x="86106" y="106489"/>
                      <a:pt x="86106" y="887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472;p45">
                <a:extLst>
                  <a:ext uri="{FF2B5EF4-FFF2-40B4-BE49-F238E27FC236}">
                    <a16:creationId xmlns:a16="http://schemas.microsoft.com/office/drawing/2014/main" id="{2B945F9F-7CF6-4B1D-0228-29DEA71FC190}"/>
                  </a:ext>
                </a:extLst>
              </p:cNvPr>
              <p:cNvSpPr/>
              <p:nvPr/>
            </p:nvSpPr>
            <p:spPr>
              <a:xfrm>
                <a:off x="-3945864" y="3589248"/>
                <a:ext cx="190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76200" extrusionOk="0">
                    <a:moveTo>
                      <a:pt x="21907" y="21336"/>
                    </a:moveTo>
                    <a:lnTo>
                      <a:pt x="21907" y="73819"/>
                    </a:lnTo>
                    <a:cubicBezTo>
                      <a:pt x="21907" y="78772"/>
                      <a:pt x="17050" y="82677"/>
                      <a:pt x="10953" y="82677"/>
                    </a:cubicBezTo>
                    <a:cubicBezTo>
                      <a:pt x="4857" y="82677"/>
                      <a:pt x="0" y="78677"/>
                      <a:pt x="0" y="73819"/>
                    </a:cubicBezTo>
                    <a:lnTo>
                      <a:pt x="0" y="8954"/>
                    </a:lnTo>
                    <a:cubicBezTo>
                      <a:pt x="0" y="3905"/>
                      <a:pt x="4857" y="0"/>
                      <a:pt x="10953" y="0"/>
                    </a:cubicBezTo>
                    <a:cubicBezTo>
                      <a:pt x="17050" y="0"/>
                      <a:pt x="21907" y="4001"/>
                      <a:pt x="21907" y="8954"/>
                    </a:cubicBezTo>
                    <a:lnTo>
                      <a:pt x="21907" y="213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473;p45">
                <a:extLst>
                  <a:ext uri="{FF2B5EF4-FFF2-40B4-BE49-F238E27FC236}">
                    <a16:creationId xmlns:a16="http://schemas.microsoft.com/office/drawing/2014/main" id="{A6F05097-6B03-8424-1510-C71BE05488B0}"/>
                  </a:ext>
                </a:extLst>
              </p:cNvPr>
              <p:cNvSpPr/>
              <p:nvPr/>
            </p:nvSpPr>
            <p:spPr>
              <a:xfrm>
                <a:off x="-4977327" y="3585438"/>
                <a:ext cx="1047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3350" extrusionOk="0">
                    <a:moveTo>
                      <a:pt x="108204" y="54102"/>
                    </a:moveTo>
                    <a:lnTo>
                      <a:pt x="108204" y="88773"/>
                    </a:lnTo>
                    <a:cubicBezTo>
                      <a:pt x="108204" y="105728"/>
                      <a:pt x="100394" y="120777"/>
                      <a:pt x="88202" y="130683"/>
                    </a:cubicBezTo>
                    <a:cubicBezTo>
                      <a:pt x="78867" y="138303"/>
                      <a:pt x="66961" y="142780"/>
                      <a:pt x="54102" y="142780"/>
                    </a:cubicBezTo>
                    <a:cubicBezTo>
                      <a:pt x="41243" y="142780"/>
                      <a:pt x="29337" y="138208"/>
                      <a:pt x="20003" y="130683"/>
                    </a:cubicBezTo>
                    <a:cubicBezTo>
                      <a:pt x="7906" y="120777"/>
                      <a:pt x="0" y="105632"/>
                      <a:pt x="0" y="88773"/>
                    </a:cubicBezTo>
                    <a:lnTo>
                      <a:pt x="0" y="54102"/>
                    </a:lnTo>
                    <a:cubicBezTo>
                      <a:pt x="0" y="37147"/>
                      <a:pt x="7811" y="22098"/>
                      <a:pt x="20003" y="12097"/>
                    </a:cubicBezTo>
                    <a:cubicBezTo>
                      <a:pt x="29337" y="4477"/>
                      <a:pt x="41243" y="0"/>
                      <a:pt x="54102" y="0"/>
                    </a:cubicBezTo>
                    <a:cubicBezTo>
                      <a:pt x="66961" y="0"/>
                      <a:pt x="78486" y="4286"/>
                      <a:pt x="88202" y="12192"/>
                    </a:cubicBezTo>
                    <a:cubicBezTo>
                      <a:pt x="89535" y="13335"/>
                      <a:pt x="91059" y="14573"/>
                      <a:pt x="92297" y="15907"/>
                    </a:cubicBezTo>
                    <a:cubicBezTo>
                      <a:pt x="102489" y="26098"/>
                      <a:pt x="108204" y="39719"/>
                      <a:pt x="108204" y="54102"/>
                    </a:cubicBezTo>
                    <a:close/>
                    <a:moveTo>
                      <a:pt x="86296" y="88773"/>
                    </a:moveTo>
                    <a:lnTo>
                      <a:pt x="86296" y="54102"/>
                    </a:lnTo>
                    <a:cubicBezTo>
                      <a:pt x="86296" y="45529"/>
                      <a:pt x="82963" y="37433"/>
                      <a:pt x="76867" y="31337"/>
                    </a:cubicBezTo>
                    <a:cubicBezTo>
                      <a:pt x="73438" y="27908"/>
                      <a:pt x="69438" y="25337"/>
                      <a:pt x="65056" y="23813"/>
                    </a:cubicBezTo>
                    <a:lnTo>
                      <a:pt x="65056" y="11335"/>
                    </a:lnTo>
                    <a:cubicBezTo>
                      <a:pt x="65056" y="6382"/>
                      <a:pt x="60198" y="2477"/>
                      <a:pt x="54102" y="2477"/>
                    </a:cubicBezTo>
                    <a:cubicBezTo>
                      <a:pt x="48006" y="2477"/>
                      <a:pt x="43149" y="6477"/>
                      <a:pt x="43149" y="11335"/>
                    </a:cubicBezTo>
                    <a:lnTo>
                      <a:pt x="43149" y="23813"/>
                    </a:lnTo>
                    <a:cubicBezTo>
                      <a:pt x="30766" y="28289"/>
                      <a:pt x="21907" y="40196"/>
                      <a:pt x="21907" y="54102"/>
                    </a:cubicBezTo>
                    <a:lnTo>
                      <a:pt x="21907" y="88773"/>
                    </a:lnTo>
                    <a:cubicBezTo>
                      <a:pt x="21907" y="106489"/>
                      <a:pt x="36290" y="120968"/>
                      <a:pt x="54007" y="120968"/>
                    </a:cubicBezTo>
                    <a:cubicBezTo>
                      <a:pt x="71724" y="120968"/>
                      <a:pt x="86106" y="106489"/>
                      <a:pt x="86106" y="887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474;p45">
                <a:extLst>
                  <a:ext uri="{FF2B5EF4-FFF2-40B4-BE49-F238E27FC236}">
                    <a16:creationId xmlns:a16="http://schemas.microsoft.com/office/drawing/2014/main" id="{8B257C39-99FA-47BA-B05E-D226A01EE880}"/>
                  </a:ext>
                </a:extLst>
              </p:cNvPr>
              <p:cNvSpPr/>
              <p:nvPr/>
            </p:nvSpPr>
            <p:spPr>
              <a:xfrm>
                <a:off x="-4934179" y="3588010"/>
                <a:ext cx="190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76200" extrusionOk="0">
                    <a:moveTo>
                      <a:pt x="21907" y="21241"/>
                    </a:moveTo>
                    <a:lnTo>
                      <a:pt x="21907" y="73724"/>
                    </a:lnTo>
                    <a:cubicBezTo>
                      <a:pt x="21907" y="78677"/>
                      <a:pt x="17050" y="82582"/>
                      <a:pt x="10953" y="82582"/>
                    </a:cubicBezTo>
                    <a:cubicBezTo>
                      <a:pt x="4858" y="82582"/>
                      <a:pt x="0" y="78581"/>
                      <a:pt x="0" y="73724"/>
                    </a:cubicBezTo>
                    <a:lnTo>
                      <a:pt x="0" y="8858"/>
                    </a:lnTo>
                    <a:cubicBezTo>
                      <a:pt x="0" y="3905"/>
                      <a:pt x="4858" y="0"/>
                      <a:pt x="10953" y="0"/>
                    </a:cubicBezTo>
                    <a:cubicBezTo>
                      <a:pt x="17050" y="0"/>
                      <a:pt x="21907" y="4001"/>
                      <a:pt x="21907" y="8858"/>
                    </a:cubicBezTo>
                    <a:lnTo>
                      <a:pt x="21907" y="213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475;p45">
                <a:extLst>
                  <a:ext uri="{FF2B5EF4-FFF2-40B4-BE49-F238E27FC236}">
                    <a16:creationId xmlns:a16="http://schemas.microsoft.com/office/drawing/2014/main" id="{F872802F-C047-4C73-A8D3-CD97D882AB0B}"/>
                  </a:ext>
                </a:extLst>
              </p:cNvPr>
              <p:cNvSpPr/>
              <p:nvPr/>
            </p:nvSpPr>
            <p:spPr>
              <a:xfrm>
                <a:off x="-5152506" y="3246729"/>
                <a:ext cx="14478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47800" h="142875" extrusionOk="0">
                    <a:moveTo>
                      <a:pt x="2110" y="120777"/>
                    </a:moveTo>
                    <a:cubicBezTo>
                      <a:pt x="-1129" y="111157"/>
                      <a:pt x="-843" y="100203"/>
                      <a:pt x="4396" y="90011"/>
                    </a:cubicBezTo>
                    <a:lnTo>
                      <a:pt x="38781" y="21907"/>
                    </a:lnTo>
                    <a:cubicBezTo>
                      <a:pt x="45544" y="8477"/>
                      <a:pt x="59545" y="0"/>
                      <a:pt x="74595" y="0"/>
                    </a:cubicBezTo>
                    <a:lnTo>
                      <a:pt x="1373615" y="0"/>
                    </a:lnTo>
                    <a:cubicBezTo>
                      <a:pt x="1388664" y="0"/>
                      <a:pt x="1402476" y="8477"/>
                      <a:pt x="1409333" y="21907"/>
                    </a:cubicBezTo>
                    <a:lnTo>
                      <a:pt x="1443814" y="90011"/>
                    </a:lnTo>
                    <a:cubicBezTo>
                      <a:pt x="1448957" y="100203"/>
                      <a:pt x="1449338" y="111157"/>
                      <a:pt x="1446100" y="120682"/>
                    </a:cubicBezTo>
                    <a:cubicBezTo>
                      <a:pt x="1440956" y="136207"/>
                      <a:pt x="1426478" y="148209"/>
                      <a:pt x="1408000" y="148209"/>
                    </a:cubicBezTo>
                    <a:lnTo>
                      <a:pt x="40305" y="148209"/>
                    </a:lnTo>
                    <a:cubicBezTo>
                      <a:pt x="21827" y="148209"/>
                      <a:pt x="7444" y="136207"/>
                      <a:pt x="2301" y="1207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476;p45">
                <a:extLst>
                  <a:ext uri="{FF2B5EF4-FFF2-40B4-BE49-F238E27FC236}">
                    <a16:creationId xmlns:a16="http://schemas.microsoft.com/office/drawing/2014/main" id="{94215F3E-AFE0-3F55-DC78-ABC323810615}"/>
                  </a:ext>
                </a:extLst>
              </p:cNvPr>
              <p:cNvSpPr/>
              <p:nvPr/>
            </p:nvSpPr>
            <p:spPr>
              <a:xfrm>
                <a:off x="-3900811" y="3513810"/>
                <a:ext cx="190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342900" extrusionOk="0">
                    <a:moveTo>
                      <a:pt x="194310" y="0"/>
                    </a:moveTo>
                    <a:lnTo>
                      <a:pt x="194310" y="267748"/>
                    </a:lnTo>
                    <a:cubicBezTo>
                      <a:pt x="194310" y="312991"/>
                      <a:pt x="157639" y="349758"/>
                      <a:pt x="112395" y="349758"/>
                    </a:cubicBezTo>
                    <a:lnTo>
                      <a:pt x="0" y="349758"/>
                    </a:lnTo>
                    <a:lnTo>
                      <a:pt x="0" y="203549"/>
                    </a:lnTo>
                    <a:cubicBezTo>
                      <a:pt x="12097" y="193643"/>
                      <a:pt x="20002" y="178498"/>
                      <a:pt x="20002" y="161639"/>
                    </a:cubicBezTo>
                    <a:lnTo>
                      <a:pt x="20002" y="126968"/>
                    </a:lnTo>
                    <a:cubicBezTo>
                      <a:pt x="20002" y="112586"/>
                      <a:pt x="14383" y="98965"/>
                      <a:pt x="4096" y="88773"/>
                    </a:cubicBezTo>
                    <a:cubicBezTo>
                      <a:pt x="2762" y="87439"/>
                      <a:pt x="1334" y="86201"/>
                      <a:pt x="0" y="85058"/>
                    </a:cubicBezTo>
                    <a:lnTo>
                      <a:pt x="0" y="27622"/>
                    </a:lnTo>
                    <a:lnTo>
                      <a:pt x="156210" y="27622"/>
                    </a:lnTo>
                    <a:cubicBezTo>
                      <a:pt x="174784" y="27622"/>
                      <a:pt x="189166" y="15526"/>
                      <a:pt x="1943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477;p45">
                <a:extLst>
                  <a:ext uri="{FF2B5EF4-FFF2-40B4-BE49-F238E27FC236}">
                    <a16:creationId xmlns:a16="http://schemas.microsoft.com/office/drawing/2014/main" id="{28718428-3F8E-3AF9-E229-FEB7F9701241}"/>
                  </a:ext>
                </a:extLst>
              </p:cNvPr>
              <p:cNvSpPr/>
              <p:nvPr/>
            </p:nvSpPr>
            <p:spPr>
              <a:xfrm>
                <a:off x="-3900811" y="3441421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 extrusionOk="0">
                    <a:moveTo>
                      <a:pt x="194310" y="47244"/>
                    </a:moveTo>
                    <a:lnTo>
                      <a:pt x="194310" y="72390"/>
                    </a:lnTo>
                    <a:cubicBezTo>
                      <a:pt x="189166" y="87916"/>
                      <a:pt x="174688" y="100013"/>
                      <a:pt x="156210" y="100013"/>
                    </a:cubicBezTo>
                    <a:lnTo>
                      <a:pt x="0" y="100013"/>
                    </a:lnTo>
                    <a:lnTo>
                      <a:pt x="0" y="27622"/>
                    </a:lnTo>
                    <a:lnTo>
                      <a:pt x="156210" y="27622"/>
                    </a:lnTo>
                    <a:cubicBezTo>
                      <a:pt x="174784" y="27622"/>
                      <a:pt x="189166" y="15526"/>
                      <a:pt x="194310" y="0"/>
                    </a:cubicBezTo>
                    <a:lnTo>
                      <a:pt x="194310" y="471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478;p45">
                <a:extLst>
                  <a:ext uri="{FF2B5EF4-FFF2-40B4-BE49-F238E27FC236}">
                    <a16:creationId xmlns:a16="http://schemas.microsoft.com/office/drawing/2014/main" id="{34771176-3CB7-0A7D-0CA4-F62E13B52A44}"/>
                  </a:ext>
                </a:extLst>
              </p:cNvPr>
              <p:cNvSpPr/>
              <p:nvPr/>
            </p:nvSpPr>
            <p:spPr>
              <a:xfrm>
                <a:off x="-3900811" y="3367410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 extrusionOk="0">
                    <a:moveTo>
                      <a:pt x="194310" y="48863"/>
                    </a:moveTo>
                    <a:lnTo>
                      <a:pt x="194310" y="74009"/>
                    </a:lnTo>
                    <a:cubicBezTo>
                      <a:pt x="189166" y="89535"/>
                      <a:pt x="174688" y="101632"/>
                      <a:pt x="156210" y="101632"/>
                    </a:cubicBezTo>
                    <a:lnTo>
                      <a:pt x="0" y="101632"/>
                    </a:lnTo>
                    <a:lnTo>
                      <a:pt x="0" y="27527"/>
                    </a:lnTo>
                    <a:lnTo>
                      <a:pt x="156210" y="27527"/>
                    </a:lnTo>
                    <a:cubicBezTo>
                      <a:pt x="174688" y="27527"/>
                      <a:pt x="189166" y="15526"/>
                      <a:pt x="194310" y="0"/>
                    </a:cubicBezTo>
                    <a:lnTo>
                      <a:pt x="194310" y="4886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479;p45">
                <a:extLst>
                  <a:ext uri="{FF2B5EF4-FFF2-40B4-BE49-F238E27FC236}">
                    <a16:creationId xmlns:a16="http://schemas.microsoft.com/office/drawing/2014/main" id="{FC2C4F39-0C52-22CF-579D-FA1948EE82B8}"/>
                  </a:ext>
                </a:extLst>
              </p:cNvPr>
              <p:cNvSpPr/>
              <p:nvPr/>
            </p:nvSpPr>
            <p:spPr>
              <a:xfrm>
                <a:off x="-3968915" y="379317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68104" y="0"/>
                    </a:moveTo>
                    <a:lnTo>
                      <a:pt x="68104" y="70295"/>
                    </a:lnTo>
                    <a:lnTo>
                      <a:pt x="0" y="70295"/>
                    </a:lnTo>
                    <a:lnTo>
                      <a:pt x="0" y="0"/>
                    </a:lnTo>
                    <a:cubicBezTo>
                      <a:pt x="0" y="0"/>
                      <a:pt x="6763" y="36195"/>
                      <a:pt x="34100" y="36195"/>
                    </a:cubicBezTo>
                    <a:cubicBezTo>
                      <a:pt x="61436" y="36195"/>
                      <a:pt x="68199" y="0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480;p45">
                <a:extLst>
                  <a:ext uri="{FF2B5EF4-FFF2-40B4-BE49-F238E27FC236}">
                    <a16:creationId xmlns:a16="http://schemas.microsoft.com/office/drawing/2014/main" id="{F770C732-1650-7BA4-5473-843DA0907D49}"/>
                  </a:ext>
                </a:extLst>
              </p:cNvPr>
              <p:cNvSpPr/>
              <p:nvPr/>
            </p:nvSpPr>
            <p:spPr>
              <a:xfrm>
                <a:off x="-3969011" y="3717360"/>
                <a:ext cx="666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4775" extrusionOk="0">
                    <a:moveTo>
                      <a:pt x="68199" y="0"/>
                    </a:moveTo>
                    <a:lnTo>
                      <a:pt x="68199" y="75819"/>
                    </a:lnTo>
                    <a:cubicBezTo>
                      <a:pt x="68199" y="75819"/>
                      <a:pt x="61532" y="112014"/>
                      <a:pt x="34100" y="112014"/>
                    </a:cubicBezTo>
                    <a:cubicBezTo>
                      <a:pt x="6668" y="112014"/>
                      <a:pt x="0" y="75819"/>
                      <a:pt x="0" y="75819"/>
                    </a:cubicBezTo>
                    <a:lnTo>
                      <a:pt x="0" y="0"/>
                    </a:lnTo>
                    <a:cubicBezTo>
                      <a:pt x="9335" y="7620"/>
                      <a:pt x="21241" y="12097"/>
                      <a:pt x="34100" y="12097"/>
                    </a:cubicBezTo>
                    <a:cubicBezTo>
                      <a:pt x="46959" y="12097"/>
                      <a:pt x="58865" y="7525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481;p45">
                <a:extLst>
                  <a:ext uri="{FF2B5EF4-FFF2-40B4-BE49-F238E27FC236}">
                    <a16:creationId xmlns:a16="http://schemas.microsoft.com/office/drawing/2014/main" id="{BF78C3A0-5925-DFF4-7C2C-9199174AEA51}"/>
                  </a:ext>
                </a:extLst>
              </p:cNvPr>
              <p:cNvSpPr/>
              <p:nvPr/>
            </p:nvSpPr>
            <p:spPr>
              <a:xfrm>
                <a:off x="-3969011" y="3541432"/>
                <a:ext cx="666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57150" extrusionOk="0">
                    <a:moveTo>
                      <a:pt x="68199" y="0"/>
                    </a:moveTo>
                    <a:lnTo>
                      <a:pt x="68199" y="57436"/>
                    </a:lnTo>
                    <a:cubicBezTo>
                      <a:pt x="58484" y="49530"/>
                      <a:pt x="46673" y="45244"/>
                      <a:pt x="34100" y="45244"/>
                    </a:cubicBezTo>
                    <a:cubicBezTo>
                      <a:pt x="21527" y="45244"/>
                      <a:pt x="9335" y="49816"/>
                      <a:pt x="0" y="57340"/>
                    </a:cubicBezTo>
                    <a:lnTo>
                      <a:pt x="0" y="0"/>
                    </a:lnTo>
                    <a:lnTo>
                      <a:pt x="681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482;p45">
                <a:extLst>
                  <a:ext uri="{FF2B5EF4-FFF2-40B4-BE49-F238E27FC236}">
                    <a16:creationId xmlns:a16="http://schemas.microsoft.com/office/drawing/2014/main" id="{274679D4-91FC-3922-4F52-9CB9A5015CD0}"/>
                  </a:ext>
                </a:extLst>
              </p:cNvPr>
              <p:cNvSpPr/>
              <p:nvPr/>
            </p:nvSpPr>
            <p:spPr>
              <a:xfrm>
                <a:off x="-3968915" y="346904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2390"/>
                    </a:lnTo>
                    <a:lnTo>
                      <a:pt x="0" y="7239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483;p45">
                <a:extLst>
                  <a:ext uri="{FF2B5EF4-FFF2-40B4-BE49-F238E27FC236}">
                    <a16:creationId xmlns:a16="http://schemas.microsoft.com/office/drawing/2014/main" id="{DEEB8659-33A3-B32D-5225-67C2B23B3157}"/>
                  </a:ext>
                </a:extLst>
              </p:cNvPr>
              <p:cNvSpPr/>
              <p:nvPr/>
            </p:nvSpPr>
            <p:spPr>
              <a:xfrm>
                <a:off x="-3968915" y="3397987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1056"/>
                    </a:lnTo>
                    <a:lnTo>
                      <a:pt x="0" y="710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484;p45">
                <a:extLst>
                  <a:ext uri="{FF2B5EF4-FFF2-40B4-BE49-F238E27FC236}">
                    <a16:creationId xmlns:a16="http://schemas.microsoft.com/office/drawing/2014/main" id="{03E34968-AB64-DB2D-C147-0D036C6EA973}"/>
                  </a:ext>
                </a:extLst>
              </p:cNvPr>
              <p:cNvSpPr/>
              <p:nvPr/>
            </p:nvSpPr>
            <p:spPr>
              <a:xfrm>
                <a:off x="-4889125" y="3394938"/>
                <a:ext cx="9810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81075" h="66675" extrusionOk="0">
                    <a:moveTo>
                      <a:pt x="988314" y="0"/>
                    </a:moveTo>
                    <a:lnTo>
                      <a:pt x="988314" y="3048"/>
                    </a:lnTo>
                    <a:lnTo>
                      <a:pt x="920210" y="3048"/>
                    </a:lnTo>
                    <a:lnTo>
                      <a:pt x="920210" y="74104"/>
                    </a:lnTo>
                    <a:lnTo>
                      <a:pt x="0" y="74104"/>
                    </a:lnTo>
                    <a:lnTo>
                      <a:pt x="0" y="1810"/>
                    </a:lnTo>
                    <a:lnTo>
                      <a:pt x="0" y="0"/>
                    </a:lnTo>
                    <a:lnTo>
                      <a:pt x="9883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485;p45">
                <a:extLst>
                  <a:ext uri="{FF2B5EF4-FFF2-40B4-BE49-F238E27FC236}">
                    <a16:creationId xmlns:a16="http://schemas.microsoft.com/office/drawing/2014/main" id="{AACA6E83-F9A7-8C0B-35CA-15377CEA4FF5}"/>
                  </a:ext>
                </a:extLst>
              </p:cNvPr>
              <p:cNvSpPr/>
              <p:nvPr/>
            </p:nvSpPr>
            <p:spPr>
              <a:xfrm>
                <a:off x="-3966915" y="3610488"/>
                <a:ext cx="571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0" extrusionOk="0">
                    <a:moveTo>
                      <a:pt x="64198" y="30289"/>
                    </a:moveTo>
                    <a:lnTo>
                      <a:pt x="64198" y="64961"/>
                    </a:lnTo>
                    <a:cubicBezTo>
                      <a:pt x="64198" y="82677"/>
                      <a:pt x="49816" y="97155"/>
                      <a:pt x="32099" y="97155"/>
                    </a:cubicBezTo>
                    <a:cubicBezTo>
                      <a:pt x="14383" y="97155"/>
                      <a:pt x="0" y="82677"/>
                      <a:pt x="0" y="64961"/>
                    </a:cubicBezTo>
                    <a:lnTo>
                      <a:pt x="0" y="30289"/>
                    </a:lnTo>
                    <a:cubicBezTo>
                      <a:pt x="0" y="16383"/>
                      <a:pt x="8858" y="4477"/>
                      <a:pt x="21241" y="0"/>
                    </a:cubicBezTo>
                    <a:lnTo>
                      <a:pt x="21241" y="52483"/>
                    </a:lnTo>
                    <a:cubicBezTo>
                      <a:pt x="21241" y="57436"/>
                      <a:pt x="26098" y="61341"/>
                      <a:pt x="32195" y="61341"/>
                    </a:cubicBezTo>
                    <a:cubicBezTo>
                      <a:pt x="38291" y="61341"/>
                      <a:pt x="43148" y="57340"/>
                      <a:pt x="43148" y="52483"/>
                    </a:cubicBezTo>
                    <a:lnTo>
                      <a:pt x="43148" y="0"/>
                    </a:lnTo>
                    <a:cubicBezTo>
                      <a:pt x="47530" y="1619"/>
                      <a:pt x="51530" y="4096"/>
                      <a:pt x="54959" y="7525"/>
                    </a:cubicBezTo>
                    <a:cubicBezTo>
                      <a:pt x="61055" y="13621"/>
                      <a:pt x="64389" y="21717"/>
                      <a:pt x="64389" y="302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486;p45">
                <a:extLst>
                  <a:ext uri="{FF2B5EF4-FFF2-40B4-BE49-F238E27FC236}">
                    <a16:creationId xmlns:a16="http://schemas.microsoft.com/office/drawing/2014/main" id="{56782435-456D-E168-C4AF-E7A2E3CD0810}"/>
                  </a:ext>
                </a:extLst>
              </p:cNvPr>
              <p:cNvSpPr/>
              <p:nvPr/>
            </p:nvSpPr>
            <p:spPr>
              <a:xfrm>
                <a:off x="-4889125" y="3541338"/>
                <a:ext cx="91440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314325" extrusionOk="0">
                    <a:moveTo>
                      <a:pt x="920210" y="251841"/>
                    </a:moveTo>
                    <a:lnTo>
                      <a:pt x="920210" y="322136"/>
                    </a:lnTo>
                    <a:lnTo>
                      <a:pt x="0" y="322136"/>
                    </a:lnTo>
                    <a:lnTo>
                      <a:pt x="0" y="174688"/>
                    </a:lnTo>
                    <a:cubicBezTo>
                      <a:pt x="12097" y="164783"/>
                      <a:pt x="20002" y="149638"/>
                      <a:pt x="20002" y="132779"/>
                    </a:cubicBezTo>
                    <a:lnTo>
                      <a:pt x="20002" y="98108"/>
                    </a:lnTo>
                    <a:cubicBezTo>
                      <a:pt x="20002" y="83725"/>
                      <a:pt x="14383" y="70104"/>
                      <a:pt x="4096" y="59912"/>
                    </a:cubicBezTo>
                    <a:cubicBezTo>
                      <a:pt x="2762" y="58579"/>
                      <a:pt x="1334" y="57341"/>
                      <a:pt x="0" y="56197"/>
                    </a:cubicBezTo>
                    <a:lnTo>
                      <a:pt x="0" y="0"/>
                    </a:lnTo>
                    <a:lnTo>
                      <a:pt x="369189" y="0"/>
                    </a:lnTo>
                    <a:lnTo>
                      <a:pt x="369189" y="100203"/>
                    </a:lnTo>
                    <a:lnTo>
                      <a:pt x="552164" y="100203"/>
                    </a:lnTo>
                    <a:lnTo>
                      <a:pt x="552164" y="0"/>
                    </a:lnTo>
                    <a:lnTo>
                      <a:pt x="920115" y="0"/>
                    </a:lnTo>
                    <a:lnTo>
                      <a:pt x="920115" y="57341"/>
                    </a:lnTo>
                    <a:cubicBezTo>
                      <a:pt x="908018" y="67342"/>
                      <a:pt x="900113" y="82391"/>
                      <a:pt x="900113" y="99346"/>
                    </a:cubicBezTo>
                    <a:lnTo>
                      <a:pt x="900113" y="134017"/>
                    </a:lnTo>
                    <a:cubicBezTo>
                      <a:pt x="900113" y="150971"/>
                      <a:pt x="907923" y="166021"/>
                      <a:pt x="920115" y="175927"/>
                    </a:cubicBezTo>
                    <a:lnTo>
                      <a:pt x="920115" y="251746"/>
                    </a:lnTo>
                    <a:close/>
                    <a:moveTo>
                      <a:pt x="722376" y="180499"/>
                    </a:moveTo>
                    <a:cubicBezTo>
                      <a:pt x="722376" y="144304"/>
                      <a:pt x="691896" y="132874"/>
                      <a:pt x="670846" y="129540"/>
                    </a:cubicBezTo>
                    <a:cubicBezTo>
                      <a:pt x="660559" y="127730"/>
                      <a:pt x="651224" y="135636"/>
                      <a:pt x="651224" y="146018"/>
                    </a:cubicBezTo>
                    <a:lnTo>
                      <a:pt x="651224" y="153353"/>
                    </a:lnTo>
                    <a:cubicBezTo>
                      <a:pt x="651224" y="153353"/>
                      <a:pt x="546449" y="186309"/>
                      <a:pt x="440817" y="186309"/>
                    </a:cubicBezTo>
                    <a:cubicBezTo>
                      <a:pt x="335185" y="186309"/>
                      <a:pt x="270415" y="153353"/>
                      <a:pt x="270415" y="153353"/>
                    </a:cubicBezTo>
                    <a:lnTo>
                      <a:pt x="270415" y="146018"/>
                    </a:lnTo>
                    <a:cubicBezTo>
                      <a:pt x="270415" y="135636"/>
                      <a:pt x="261271" y="127921"/>
                      <a:pt x="251079" y="129445"/>
                    </a:cubicBezTo>
                    <a:cubicBezTo>
                      <a:pt x="229934" y="132397"/>
                      <a:pt x="199168" y="143161"/>
                      <a:pt x="199168" y="179546"/>
                    </a:cubicBezTo>
                    <a:cubicBezTo>
                      <a:pt x="199168" y="215932"/>
                      <a:pt x="229648" y="227076"/>
                      <a:pt x="250698" y="230600"/>
                    </a:cubicBezTo>
                    <a:cubicBezTo>
                      <a:pt x="260985" y="232315"/>
                      <a:pt x="270320" y="224409"/>
                      <a:pt x="270320" y="213932"/>
                    </a:cubicBezTo>
                    <a:cubicBezTo>
                      <a:pt x="270320" y="213932"/>
                      <a:pt x="302228" y="257461"/>
                      <a:pt x="443389" y="257461"/>
                    </a:cubicBezTo>
                    <a:cubicBezTo>
                      <a:pt x="601980" y="257461"/>
                      <a:pt x="651129" y="213932"/>
                      <a:pt x="651129" y="213932"/>
                    </a:cubicBezTo>
                    <a:cubicBezTo>
                      <a:pt x="651129" y="224314"/>
                      <a:pt x="660273" y="232124"/>
                      <a:pt x="670465" y="230600"/>
                    </a:cubicBezTo>
                    <a:cubicBezTo>
                      <a:pt x="691610" y="227552"/>
                      <a:pt x="722376" y="216884"/>
                      <a:pt x="722376" y="1804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487;p45">
                <a:extLst>
                  <a:ext uri="{FF2B5EF4-FFF2-40B4-BE49-F238E27FC236}">
                    <a16:creationId xmlns:a16="http://schemas.microsoft.com/office/drawing/2014/main" id="{159A8390-0C03-C18E-25BE-AC80984C250A}"/>
                  </a:ext>
                </a:extLst>
              </p:cNvPr>
              <p:cNvSpPr/>
              <p:nvPr/>
            </p:nvSpPr>
            <p:spPr>
              <a:xfrm>
                <a:off x="-4889125" y="3469043"/>
                <a:ext cx="9144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66675" extrusionOk="0">
                    <a:moveTo>
                      <a:pt x="920210" y="0"/>
                    </a:moveTo>
                    <a:lnTo>
                      <a:pt x="920210" y="72390"/>
                    </a:lnTo>
                    <a:lnTo>
                      <a:pt x="552164" y="72390"/>
                    </a:lnTo>
                    <a:lnTo>
                      <a:pt x="369189" y="72390"/>
                    </a:lnTo>
                    <a:lnTo>
                      <a:pt x="0" y="72390"/>
                    </a:lnTo>
                    <a:lnTo>
                      <a:pt x="0" y="0"/>
                    </a:lnTo>
                    <a:lnTo>
                      <a:pt x="9202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488;p45">
                <a:extLst>
                  <a:ext uri="{FF2B5EF4-FFF2-40B4-BE49-F238E27FC236}">
                    <a16:creationId xmlns:a16="http://schemas.microsoft.com/office/drawing/2014/main" id="{1281323B-C5DA-4788-2507-82682A2E375D}"/>
                  </a:ext>
                </a:extLst>
              </p:cNvPr>
              <p:cNvSpPr/>
              <p:nvPr/>
            </p:nvSpPr>
            <p:spPr>
              <a:xfrm>
                <a:off x="-4238092" y="3670616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 extrusionOk="0">
                    <a:moveTo>
                      <a:pt x="19717" y="261"/>
                    </a:moveTo>
                    <a:cubicBezTo>
                      <a:pt x="40767" y="3691"/>
                      <a:pt x="71247" y="15025"/>
                      <a:pt x="71247" y="51220"/>
                    </a:cubicBezTo>
                    <a:cubicBezTo>
                      <a:pt x="71247" y="87415"/>
                      <a:pt x="40481" y="98274"/>
                      <a:pt x="19336" y="101322"/>
                    </a:cubicBezTo>
                    <a:cubicBezTo>
                      <a:pt x="9144" y="102846"/>
                      <a:pt x="0" y="95035"/>
                      <a:pt x="0" y="84653"/>
                    </a:cubicBezTo>
                    <a:lnTo>
                      <a:pt x="0" y="16740"/>
                    </a:lnTo>
                    <a:cubicBezTo>
                      <a:pt x="0" y="6262"/>
                      <a:pt x="9430" y="-1548"/>
                      <a:pt x="19621" y="26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489;p45">
                <a:extLst>
                  <a:ext uri="{FF2B5EF4-FFF2-40B4-BE49-F238E27FC236}">
                    <a16:creationId xmlns:a16="http://schemas.microsoft.com/office/drawing/2014/main" id="{9A8F8520-2BCE-91AE-0B9A-05EC40618E56}"/>
                  </a:ext>
                </a:extLst>
              </p:cNvPr>
              <p:cNvSpPr/>
              <p:nvPr/>
            </p:nvSpPr>
            <p:spPr>
              <a:xfrm>
                <a:off x="-4618806" y="3694785"/>
                <a:ext cx="3714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95250" extrusionOk="0">
                    <a:moveTo>
                      <a:pt x="380809" y="0"/>
                    </a:moveTo>
                    <a:lnTo>
                      <a:pt x="380809" y="60579"/>
                    </a:lnTo>
                    <a:cubicBezTo>
                      <a:pt x="380809" y="60579"/>
                      <a:pt x="331565" y="104108"/>
                      <a:pt x="173069" y="104108"/>
                    </a:cubicBezTo>
                    <a:cubicBezTo>
                      <a:pt x="31909" y="104108"/>
                      <a:pt x="0" y="60579"/>
                      <a:pt x="0" y="60579"/>
                    </a:cubicBezTo>
                    <a:lnTo>
                      <a:pt x="0" y="0"/>
                    </a:lnTo>
                    <a:cubicBezTo>
                      <a:pt x="0" y="0"/>
                      <a:pt x="64675" y="32956"/>
                      <a:pt x="170402" y="32956"/>
                    </a:cubicBezTo>
                    <a:cubicBezTo>
                      <a:pt x="276130" y="32956"/>
                      <a:pt x="380809" y="0"/>
                      <a:pt x="3808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490;p45">
                <a:extLst>
                  <a:ext uri="{FF2B5EF4-FFF2-40B4-BE49-F238E27FC236}">
                    <a16:creationId xmlns:a16="http://schemas.microsoft.com/office/drawing/2014/main" id="{A16CA96E-2E01-8DFF-5ABD-317BA86F3280}"/>
                  </a:ext>
                </a:extLst>
              </p:cNvPr>
              <p:cNvSpPr/>
              <p:nvPr/>
            </p:nvSpPr>
            <p:spPr>
              <a:xfrm>
                <a:off x="-4519936" y="3541432"/>
                <a:ext cx="1809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0" extrusionOk="0">
                    <a:moveTo>
                      <a:pt x="0" y="0"/>
                    </a:moveTo>
                    <a:lnTo>
                      <a:pt x="182976" y="0"/>
                    </a:lnTo>
                    <a:lnTo>
                      <a:pt x="182976" y="100203"/>
                    </a:lnTo>
                    <a:lnTo>
                      <a:pt x="0" y="1002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91;p45">
                <a:extLst>
                  <a:ext uri="{FF2B5EF4-FFF2-40B4-BE49-F238E27FC236}">
                    <a16:creationId xmlns:a16="http://schemas.microsoft.com/office/drawing/2014/main" id="{04255DE3-4B5B-915F-43E5-0D03143005A2}"/>
                  </a:ext>
                </a:extLst>
              </p:cNvPr>
              <p:cNvSpPr/>
              <p:nvPr/>
            </p:nvSpPr>
            <p:spPr>
              <a:xfrm>
                <a:off x="-4689958" y="3670685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 extrusionOk="0">
                    <a:moveTo>
                      <a:pt x="71152" y="24100"/>
                    </a:moveTo>
                    <a:lnTo>
                      <a:pt x="71152" y="84679"/>
                    </a:lnTo>
                    <a:cubicBezTo>
                      <a:pt x="71152" y="95157"/>
                      <a:pt x="61722" y="103062"/>
                      <a:pt x="51531" y="101348"/>
                    </a:cubicBezTo>
                    <a:cubicBezTo>
                      <a:pt x="30480" y="97824"/>
                      <a:pt x="0" y="86394"/>
                      <a:pt x="0" y="50294"/>
                    </a:cubicBezTo>
                    <a:cubicBezTo>
                      <a:pt x="0" y="14194"/>
                      <a:pt x="30766" y="3145"/>
                      <a:pt x="51911" y="192"/>
                    </a:cubicBezTo>
                    <a:cubicBezTo>
                      <a:pt x="62103" y="-1332"/>
                      <a:pt x="71247" y="6384"/>
                      <a:pt x="71247" y="16766"/>
                    </a:cubicBezTo>
                    <a:lnTo>
                      <a:pt x="71247" y="241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92;p45">
                <a:extLst>
                  <a:ext uri="{FF2B5EF4-FFF2-40B4-BE49-F238E27FC236}">
                    <a16:creationId xmlns:a16="http://schemas.microsoft.com/office/drawing/2014/main" id="{AF8EAF10-A755-F2E4-590D-CC2D153E7C9B}"/>
                  </a:ext>
                </a:extLst>
              </p:cNvPr>
              <p:cNvSpPr/>
              <p:nvPr/>
            </p:nvSpPr>
            <p:spPr>
              <a:xfrm>
                <a:off x="-4957229" y="379194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68104" y="0"/>
                    </a:moveTo>
                    <a:lnTo>
                      <a:pt x="68104" y="71628"/>
                    </a:lnTo>
                    <a:lnTo>
                      <a:pt x="0" y="71628"/>
                    </a:lnTo>
                    <a:lnTo>
                      <a:pt x="0" y="0"/>
                    </a:lnTo>
                    <a:cubicBezTo>
                      <a:pt x="0" y="0"/>
                      <a:pt x="6763" y="36195"/>
                      <a:pt x="34100" y="36195"/>
                    </a:cubicBezTo>
                    <a:cubicBezTo>
                      <a:pt x="61436" y="36195"/>
                      <a:pt x="68199" y="0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93;p45">
                <a:extLst>
                  <a:ext uri="{FF2B5EF4-FFF2-40B4-BE49-F238E27FC236}">
                    <a16:creationId xmlns:a16="http://schemas.microsoft.com/office/drawing/2014/main" id="{EAD53576-2EA2-507C-4083-9C637005F5CD}"/>
                  </a:ext>
                </a:extLst>
              </p:cNvPr>
              <p:cNvSpPr/>
              <p:nvPr/>
            </p:nvSpPr>
            <p:spPr>
              <a:xfrm>
                <a:off x="-4957324" y="3716121"/>
                <a:ext cx="666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4775" extrusionOk="0">
                    <a:moveTo>
                      <a:pt x="68199" y="0"/>
                    </a:moveTo>
                    <a:lnTo>
                      <a:pt x="68199" y="75819"/>
                    </a:lnTo>
                    <a:cubicBezTo>
                      <a:pt x="68199" y="75819"/>
                      <a:pt x="61436" y="112014"/>
                      <a:pt x="34099" y="112014"/>
                    </a:cubicBezTo>
                    <a:cubicBezTo>
                      <a:pt x="6762" y="112014"/>
                      <a:pt x="0" y="75819"/>
                      <a:pt x="0" y="75819"/>
                    </a:cubicBezTo>
                    <a:lnTo>
                      <a:pt x="0" y="0"/>
                    </a:lnTo>
                    <a:cubicBezTo>
                      <a:pt x="9334" y="7620"/>
                      <a:pt x="21241" y="12097"/>
                      <a:pt x="34099" y="12097"/>
                    </a:cubicBezTo>
                    <a:cubicBezTo>
                      <a:pt x="46958" y="12097"/>
                      <a:pt x="58864" y="7525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94;p45">
                <a:extLst>
                  <a:ext uri="{FF2B5EF4-FFF2-40B4-BE49-F238E27FC236}">
                    <a16:creationId xmlns:a16="http://schemas.microsoft.com/office/drawing/2014/main" id="{372DC574-325C-4BB3-EF90-1719B363F3F4}"/>
                  </a:ext>
                </a:extLst>
              </p:cNvPr>
              <p:cNvSpPr/>
              <p:nvPr/>
            </p:nvSpPr>
            <p:spPr>
              <a:xfrm>
                <a:off x="-4957324" y="3541432"/>
                <a:ext cx="666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7625" extrusionOk="0">
                    <a:moveTo>
                      <a:pt x="68199" y="0"/>
                    </a:moveTo>
                    <a:lnTo>
                      <a:pt x="68199" y="56197"/>
                    </a:lnTo>
                    <a:cubicBezTo>
                      <a:pt x="58483" y="48292"/>
                      <a:pt x="46672" y="44005"/>
                      <a:pt x="34099" y="44005"/>
                    </a:cubicBezTo>
                    <a:cubicBezTo>
                      <a:pt x="21526" y="44005"/>
                      <a:pt x="9334" y="48578"/>
                      <a:pt x="0" y="56102"/>
                    </a:cubicBezTo>
                    <a:lnTo>
                      <a:pt x="0" y="0"/>
                    </a:lnTo>
                    <a:lnTo>
                      <a:pt x="6810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95;p45">
                <a:extLst>
                  <a:ext uri="{FF2B5EF4-FFF2-40B4-BE49-F238E27FC236}">
                    <a16:creationId xmlns:a16="http://schemas.microsoft.com/office/drawing/2014/main" id="{7F05CA11-7E75-C9B9-DAB3-9C34E3539FB3}"/>
                  </a:ext>
                </a:extLst>
              </p:cNvPr>
              <p:cNvSpPr/>
              <p:nvPr/>
            </p:nvSpPr>
            <p:spPr>
              <a:xfrm>
                <a:off x="-4957229" y="346904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2390"/>
                    </a:lnTo>
                    <a:lnTo>
                      <a:pt x="0" y="7239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96;p45">
                <a:extLst>
                  <a:ext uri="{FF2B5EF4-FFF2-40B4-BE49-F238E27FC236}">
                    <a16:creationId xmlns:a16="http://schemas.microsoft.com/office/drawing/2014/main" id="{ACEA42D3-F883-9CDE-DCF6-074274D81358}"/>
                  </a:ext>
                </a:extLst>
              </p:cNvPr>
              <p:cNvSpPr/>
              <p:nvPr/>
            </p:nvSpPr>
            <p:spPr>
              <a:xfrm>
                <a:off x="-4957229" y="339674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2390"/>
                    </a:lnTo>
                    <a:lnTo>
                      <a:pt x="0" y="7239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97;p45">
                <a:extLst>
                  <a:ext uri="{FF2B5EF4-FFF2-40B4-BE49-F238E27FC236}">
                    <a16:creationId xmlns:a16="http://schemas.microsoft.com/office/drawing/2014/main" id="{07A51D21-F848-E970-A922-B3F2640D8762}"/>
                  </a:ext>
                </a:extLst>
              </p:cNvPr>
              <p:cNvSpPr/>
              <p:nvPr/>
            </p:nvSpPr>
            <p:spPr>
              <a:xfrm>
                <a:off x="-5150396" y="3367506"/>
                <a:ext cx="2571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5250" extrusionOk="0">
                    <a:moveTo>
                      <a:pt x="0" y="48768"/>
                    </a:moveTo>
                    <a:lnTo>
                      <a:pt x="0" y="0"/>
                    </a:lnTo>
                    <a:cubicBezTo>
                      <a:pt x="5143" y="15430"/>
                      <a:pt x="19621" y="27432"/>
                      <a:pt x="38005" y="27432"/>
                    </a:cubicBezTo>
                    <a:lnTo>
                      <a:pt x="261175" y="27432"/>
                    </a:lnTo>
                    <a:lnTo>
                      <a:pt x="261175" y="29242"/>
                    </a:lnTo>
                    <a:lnTo>
                      <a:pt x="193072" y="29242"/>
                    </a:lnTo>
                    <a:lnTo>
                      <a:pt x="193072" y="101632"/>
                    </a:lnTo>
                    <a:lnTo>
                      <a:pt x="38005" y="101632"/>
                    </a:lnTo>
                    <a:cubicBezTo>
                      <a:pt x="19526" y="101632"/>
                      <a:pt x="5143" y="89630"/>
                      <a:pt x="0" y="74104"/>
                    </a:cubicBezTo>
                    <a:lnTo>
                      <a:pt x="0" y="4886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98;p45">
                <a:extLst>
                  <a:ext uri="{FF2B5EF4-FFF2-40B4-BE49-F238E27FC236}">
                    <a16:creationId xmlns:a16="http://schemas.microsoft.com/office/drawing/2014/main" id="{CAE8A53B-C068-743C-7173-1AA1D3EE653E}"/>
                  </a:ext>
                </a:extLst>
              </p:cNvPr>
              <p:cNvSpPr/>
              <p:nvPr/>
            </p:nvSpPr>
            <p:spPr>
              <a:xfrm>
                <a:off x="-4955229" y="3609251"/>
                <a:ext cx="571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0" extrusionOk="0">
                    <a:moveTo>
                      <a:pt x="64198" y="30289"/>
                    </a:moveTo>
                    <a:lnTo>
                      <a:pt x="64198" y="64961"/>
                    </a:lnTo>
                    <a:cubicBezTo>
                      <a:pt x="64198" y="82677"/>
                      <a:pt x="49816" y="97155"/>
                      <a:pt x="32099" y="97155"/>
                    </a:cubicBezTo>
                    <a:cubicBezTo>
                      <a:pt x="14383" y="97155"/>
                      <a:pt x="0" y="82677"/>
                      <a:pt x="0" y="64961"/>
                    </a:cubicBezTo>
                    <a:lnTo>
                      <a:pt x="0" y="30289"/>
                    </a:lnTo>
                    <a:cubicBezTo>
                      <a:pt x="0" y="16383"/>
                      <a:pt x="8858" y="4477"/>
                      <a:pt x="21241" y="0"/>
                    </a:cubicBezTo>
                    <a:lnTo>
                      <a:pt x="21241" y="52483"/>
                    </a:lnTo>
                    <a:cubicBezTo>
                      <a:pt x="21241" y="57436"/>
                      <a:pt x="26098" y="61341"/>
                      <a:pt x="32195" y="61341"/>
                    </a:cubicBezTo>
                    <a:cubicBezTo>
                      <a:pt x="38291" y="61341"/>
                      <a:pt x="43149" y="57340"/>
                      <a:pt x="43149" y="52483"/>
                    </a:cubicBezTo>
                    <a:lnTo>
                      <a:pt x="43149" y="0"/>
                    </a:lnTo>
                    <a:cubicBezTo>
                      <a:pt x="47530" y="1524"/>
                      <a:pt x="51530" y="4096"/>
                      <a:pt x="54959" y="7525"/>
                    </a:cubicBezTo>
                    <a:cubicBezTo>
                      <a:pt x="61055" y="13621"/>
                      <a:pt x="64389" y="21717"/>
                      <a:pt x="64389" y="302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99;p45">
                <a:extLst>
                  <a:ext uri="{FF2B5EF4-FFF2-40B4-BE49-F238E27FC236}">
                    <a16:creationId xmlns:a16="http://schemas.microsoft.com/office/drawing/2014/main" id="{64DD5D12-7543-8D5B-9958-D92EA8F3EB16}"/>
                  </a:ext>
                </a:extLst>
              </p:cNvPr>
              <p:cNvSpPr/>
              <p:nvPr/>
            </p:nvSpPr>
            <p:spPr>
              <a:xfrm>
                <a:off x="-5150301" y="3513906"/>
                <a:ext cx="190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342900" extrusionOk="0">
                    <a:moveTo>
                      <a:pt x="193071" y="278035"/>
                    </a:moveTo>
                    <a:lnTo>
                      <a:pt x="193071" y="349663"/>
                    </a:lnTo>
                    <a:lnTo>
                      <a:pt x="81915" y="349663"/>
                    </a:lnTo>
                    <a:cubicBezTo>
                      <a:pt x="36671" y="349663"/>
                      <a:pt x="0" y="312896"/>
                      <a:pt x="0" y="267653"/>
                    </a:cubicBezTo>
                    <a:lnTo>
                      <a:pt x="0" y="0"/>
                    </a:lnTo>
                    <a:cubicBezTo>
                      <a:pt x="5143" y="15526"/>
                      <a:pt x="19621" y="27527"/>
                      <a:pt x="38005" y="27527"/>
                    </a:cubicBezTo>
                    <a:lnTo>
                      <a:pt x="193071" y="27527"/>
                    </a:lnTo>
                    <a:lnTo>
                      <a:pt x="193071" y="83629"/>
                    </a:lnTo>
                    <a:cubicBezTo>
                      <a:pt x="180975" y="93631"/>
                      <a:pt x="173069" y="108680"/>
                      <a:pt x="173069" y="125635"/>
                    </a:cubicBezTo>
                    <a:lnTo>
                      <a:pt x="173069" y="160306"/>
                    </a:lnTo>
                    <a:cubicBezTo>
                      <a:pt x="173069" y="177260"/>
                      <a:pt x="180880" y="192310"/>
                      <a:pt x="193071" y="202216"/>
                    </a:cubicBezTo>
                    <a:lnTo>
                      <a:pt x="193071" y="2780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500;p45">
                <a:extLst>
                  <a:ext uri="{FF2B5EF4-FFF2-40B4-BE49-F238E27FC236}">
                    <a16:creationId xmlns:a16="http://schemas.microsoft.com/office/drawing/2014/main" id="{8DF400E9-D4C4-525F-4E43-FC270CCA6325}"/>
                  </a:ext>
                </a:extLst>
              </p:cNvPr>
              <p:cNvSpPr/>
              <p:nvPr/>
            </p:nvSpPr>
            <p:spPr>
              <a:xfrm>
                <a:off x="-5150396" y="3441516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 extrusionOk="0">
                    <a:moveTo>
                      <a:pt x="0" y="47149"/>
                    </a:moveTo>
                    <a:lnTo>
                      <a:pt x="0" y="0"/>
                    </a:lnTo>
                    <a:cubicBezTo>
                      <a:pt x="5143" y="15526"/>
                      <a:pt x="19621" y="27527"/>
                      <a:pt x="38005" y="27527"/>
                    </a:cubicBezTo>
                    <a:lnTo>
                      <a:pt x="193072" y="27527"/>
                    </a:lnTo>
                    <a:lnTo>
                      <a:pt x="193072" y="99917"/>
                    </a:lnTo>
                    <a:lnTo>
                      <a:pt x="38005" y="99917"/>
                    </a:lnTo>
                    <a:cubicBezTo>
                      <a:pt x="19526" y="99917"/>
                      <a:pt x="5143" y="87916"/>
                      <a:pt x="0" y="72390"/>
                    </a:cubicBezTo>
                    <a:lnTo>
                      <a:pt x="0" y="471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1;p45">
                <a:extLst>
                  <a:ext uri="{FF2B5EF4-FFF2-40B4-BE49-F238E27FC236}">
                    <a16:creationId xmlns:a16="http://schemas.microsoft.com/office/drawing/2014/main" id="{3EA14E4A-628E-02B3-12F2-848261C5642E}"/>
                  </a:ext>
                </a:extLst>
              </p:cNvPr>
              <p:cNvSpPr/>
              <p:nvPr/>
            </p:nvSpPr>
            <p:spPr>
              <a:xfrm>
                <a:off x="-3953294" y="3581532"/>
                <a:ext cx="285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0" extrusionOk="0">
                    <a:moveTo>
                      <a:pt x="18479" y="97917"/>
                    </a:moveTo>
                    <a:cubicBezTo>
                      <a:pt x="8096" y="97917"/>
                      <a:pt x="0" y="90678"/>
                      <a:pt x="0" y="81439"/>
                    </a:cubicBezTo>
                    <a:lnTo>
                      <a:pt x="0" y="16574"/>
                    </a:lnTo>
                    <a:cubicBezTo>
                      <a:pt x="0" y="7334"/>
                      <a:pt x="8096" y="0"/>
                      <a:pt x="18479" y="0"/>
                    </a:cubicBezTo>
                    <a:cubicBezTo>
                      <a:pt x="28861" y="0"/>
                      <a:pt x="36957" y="7239"/>
                      <a:pt x="36957" y="16574"/>
                    </a:cubicBezTo>
                    <a:lnTo>
                      <a:pt x="36957" y="81439"/>
                    </a:lnTo>
                    <a:cubicBezTo>
                      <a:pt x="36957" y="90678"/>
                      <a:pt x="28861" y="97917"/>
                      <a:pt x="18479" y="97917"/>
                    </a:cubicBezTo>
                    <a:close/>
                    <a:moveTo>
                      <a:pt x="18479" y="15240"/>
                    </a:moveTo>
                    <a:cubicBezTo>
                      <a:pt x="16193" y="15240"/>
                      <a:pt x="15145" y="16383"/>
                      <a:pt x="15145" y="16669"/>
                    </a:cubicBezTo>
                    <a:lnTo>
                      <a:pt x="15145" y="81534"/>
                    </a:lnTo>
                    <a:cubicBezTo>
                      <a:pt x="15145" y="81534"/>
                      <a:pt x="16478" y="82868"/>
                      <a:pt x="18479" y="82868"/>
                    </a:cubicBezTo>
                    <a:cubicBezTo>
                      <a:pt x="20479" y="82868"/>
                      <a:pt x="21717" y="81915"/>
                      <a:pt x="21812" y="81534"/>
                    </a:cubicBezTo>
                    <a:lnTo>
                      <a:pt x="21812" y="16764"/>
                    </a:lnTo>
                    <a:cubicBezTo>
                      <a:pt x="21812" y="16764"/>
                      <a:pt x="20669" y="15335"/>
                      <a:pt x="18479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02;p45">
                <a:extLst>
                  <a:ext uri="{FF2B5EF4-FFF2-40B4-BE49-F238E27FC236}">
                    <a16:creationId xmlns:a16="http://schemas.microsoft.com/office/drawing/2014/main" id="{7174A01E-B46A-68E6-DDFF-2DCF7AB07740}"/>
                  </a:ext>
                </a:extLst>
              </p:cNvPr>
              <p:cNvSpPr/>
              <p:nvPr/>
            </p:nvSpPr>
            <p:spPr>
              <a:xfrm>
                <a:off x="-4941704" y="3580295"/>
                <a:ext cx="285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0" extrusionOk="0">
                    <a:moveTo>
                      <a:pt x="18479" y="97822"/>
                    </a:moveTo>
                    <a:cubicBezTo>
                      <a:pt x="8097" y="97822"/>
                      <a:pt x="0" y="90583"/>
                      <a:pt x="0" y="81344"/>
                    </a:cubicBezTo>
                    <a:lnTo>
                      <a:pt x="0" y="16478"/>
                    </a:lnTo>
                    <a:cubicBezTo>
                      <a:pt x="0" y="7239"/>
                      <a:pt x="8097" y="0"/>
                      <a:pt x="18479" y="0"/>
                    </a:cubicBezTo>
                    <a:cubicBezTo>
                      <a:pt x="28861" y="0"/>
                      <a:pt x="36957" y="7239"/>
                      <a:pt x="36957" y="16478"/>
                    </a:cubicBezTo>
                    <a:lnTo>
                      <a:pt x="36957" y="81344"/>
                    </a:lnTo>
                    <a:cubicBezTo>
                      <a:pt x="36957" y="90583"/>
                      <a:pt x="28861" y="97822"/>
                      <a:pt x="18479" y="97822"/>
                    </a:cubicBezTo>
                    <a:close/>
                    <a:moveTo>
                      <a:pt x="18479" y="15145"/>
                    </a:moveTo>
                    <a:cubicBezTo>
                      <a:pt x="16383" y="15145"/>
                      <a:pt x="15240" y="16097"/>
                      <a:pt x="15145" y="16478"/>
                    </a:cubicBezTo>
                    <a:lnTo>
                      <a:pt x="15145" y="81344"/>
                    </a:lnTo>
                    <a:cubicBezTo>
                      <a:pt x="15145" y="81344"/>
                      <a:pt x="16479" y="82677"/>
                      <a:pt x="18479" y="82677"/>
                    </a:cubicBezTo>
                    <a:cubicBezTo>
                      <a:pt x="20479" y="82677"/>
                      <a:pt x="21717" y="81725"/>
                      <a:pt x="21813" y="81344"/>
                    </a:cubicBezTo>
                    <a:lnTo>
                      <a:pt x="21813" y="16478"/>
                    </a:lnTo>
                    <a:cubicBezTo>
                      <a:pt x="21813" y="16478"/>
                      <a:pt x="20479" y="15145"/>
                      <a:pt x="18479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03;p45">
                <a:extLst>
                  <a:ext uri="{FF2B5EF4-FFF2-40B4-BE49-F238E27FC236}">
                    <a16:creationId xmlns:a16="http://schemas.microsoft.com/office/drawing/2014/main" id="{0013050A-7455-E23E-78C1-4312FBA94A7E}"/>
                  </a:ext>
                </a:extLst>
              </p:cNvPr>
              <p:cNvSpPr/>
              <p:nvPr/>
            </p:nvSpPr>
            <p:spPr>
              <a:xfrm>
                <a:off x="-3908337" y="3359867"/>
                <a:ext cx="2000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38100" extrusionOk="0">
                    <a:moveTo>
                      <a:pt x="163735" y="42597"/>
                    </a:moveTo>
                    <a:lnTo>
                      <a:pt x="7525" y="42597"/>
                    </a:lnTo>
                    <a:cubicBezTo>
                      <a:pt x="3334" y="42597"/>
                      <a:pt x="0" y="39168"/>
                      <a:pt x="0" y="35072"/>
                    </a:cubicBezTo>
                    <a:cubicBezTo>
                      <a:pt x="0" y="30976"/>
                      <a:pt x="3429" y="27547"/>
                      <a:pt x="7525" y="27547"/>
                    </a:cubicBezTo>
                    <a:lnTo>
                      <a:pt x="163735" y="27547"/>
                    </a:lnTo>
                    <a:cubicBezTo>
                      <a:pt x="177832" y="27547"/>
                      <a:pt x="190215" y="18593"/>
                      <a:pt x="194691" y="5164"/>
                    </a:cubicBezTo>
                    <a:cubicBezTo>
                      <a:pt x="196025" y="1163"/>
                      <a:pt x="200216" y="-933"/>
                      <a:pt x="204216" y="401"/>
                    </a:cubicBezTo>
                    <a:cubicBezTo>
                      <a:pt x="208217" y="1734"/>
                      <a:pt x="210312" y="6021"/>
                      <a:pt x="208979" y="9926"/>
                    </a:cubicBezTo>
                    <a:cubicBezTo>
                      <a:pt x="202502" y="29452"/>
                      <a:pt x="184309" y="42597"/>
                      <a:pt x="163735" y="425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04;p45">
                <a:extLst>
                  <a:ext uri="{FF2B5EF4-FFF2-40B4-BE49-F238E27FC236}">
                    <a16:creationId xmlns:a16="http://schemas.microsoft.com/office/drawing/2014/main" id="{03A99CAD-5F04-0597-6C96-34F905A9CCFF}"/>
                  </a:ext>
                </a:extLst>
              </p:cNvPr>
              <p:cNvSpPr/>
              <p:nvPr/>
            </p:nvSpPr>
            <p:spPr>
              <a:xfrm>
                <a:off x="-3976440" y="3785619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 extrusionOk="0">
                    <a:moveTo>
                      <a:pt x="75629" y="85474"/>
                    </a:moveTo>
                    <a:lnTo>
                      <a:pt x="7525" y="85474"/>
                    </a:lnTo>
                    <a:cubicBezTo>
                      <a:pt x="3334" y="85474"/>
                      <a:pt x="0" y="82045"/>
                      <a:pt x="0" y="77950"/>
                    </a:cubicBezTo>
                    <a:lnTo>
                      <a:pt x="0" y="7655"/>
                    </a:lnTo>
                    <a:cubicBezTo>
                      <a:pt x="0" y="3750"/>
                      <a:pt x="2953" y="512"/>
                      <a:pt x="6858" y="130"/>
                    </a:cubicBezTo>
                    <a:cubicBezTo>
                      <a:pt x="10763" y="-155"/>
                      <a:pt x="14288" y="2416"/>
                      <a:pt x="14954" y="6227"/>
                    </a:cubicBezTo>
                    <a:cubicBezTo>
                      <a:pt x="14954" y="6512"/>
                      <a:pt x="20955" y="36230"/>
                      <a:pt x="41624" y="36230"/>
                    </a:cubicBezTo>
                    <a:cubicBezTo>
                      <a:pt x="62293" y="36230"/>
                      <a:pt x="68199" y="6512"/>
                      <a:pt x="68294" y="6227"/>
                    </a:cubicBezTo>
                    <a:cubicBezTo>
                      <a:pt x="68961" y="2416"/>
                      <a:pt x="72485" y="-346"/>
                      <a:pt x="76391" y="35"/>
                    </a:cubicBezTo>
                    <a:cubicBezTo>
                      <a:pt x="80296" y="416"/>
                      <a:pt x="83248" y="3655"/>
                      <a:pt x="83248" y="7560"/>
                    </a:cubicBezTo>
                    <a:lnTo>
                      <a:pt x="83248" y="77854"/>
                    </a:lnTo>
                    <a:cubicBezTo>
                      <a:pt x="83248" y="82045"/>
                      <a:pt x="79820" y="85379"/>
                      <a:pt x="75724" y="85379"/>
                    </a:cubicBezTo>
                    <a:close/>
                    <a:moveTo>
                      <a:pt x="15050" y="70330"/>
                    </a:moveTo>
                    <a:lnTo>
                      <a:pt x="68103" y="70330"/>
                    </a:lnTo>
                    <a:lnTo>
                      <a:pt x="68103" y="39659"/>
                    </a:lnTo>
                    <a:cubicBezTo>
                      <a:pt x="61913" y="46231"/>
                      <a:pt x="53340" y="51280"/>
                      <a:pt x="41624" y="51280"/>
                    </a:cubicBezTo>
                    <a:cubicBezTo>
                      <a:pt x="29909" y="51280"/>
                      <a:pt x="21336" y="46231"/>
                      <a:pt x="15144" y="39564"/>
                    </a:cubicBezTo>
                    <a:lnTo>
                      <a:pt x="15144" y="7033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05;p45">
                <a:extLst>
                  <a:ext uri="{FF2B5EF4-FFF2-40B4-BE49-F238E27FC236}">
                    <a16:creationId xmlns:a16="http://schemas.microsoft.com/office/drawing/2014/main" id="{C20B1830-1F10-AE36-BA8F-BC7292FB3FA8}"/>
                  </a:ext>
                </a:extLst>
              </p:cNvPr>
              <p:cNvSpPr/>
              <p:nvPr/>
            </p:nvSpPr>
            <p:spPr>
              <a:xfrm>
                <a:off x="-3976440" y="3709739"/>
                <a:ext cx="762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23825" extrusionOk="0">
                    <a:moveTo>
                      <a:pt x="41624" y="127159"/>
                    </a:moveTo>
                    <a:cubicBezTo>
                      <a:pt x="8382" y="127159"/>
                      <a:pt x="476" y="86583"/>
                      <a:pt x="95" y="84773"/>
                    </a:cubicBezTo>
                    <a:cubicBezTo>
                      <a:pt x="95" y="84297"/>
                      <a:pt x="0" y="83821"/>
                      <a:pt x="0" y="83440"/>
                    </a:cubicBezTo>
                    <a:lnTo>
                      <a:pt x="0" y="7621"/>
                    </a:lnTo>
                    <a:cubicBezTo>
                      <a:pt x="0" y="4668"/>
                      <a:pt x="1714" y="2001"/>
                      <a:pt x="4286" y="763"/>
                    </a:cubicBezTo>
                    <a:cubicBezTo>
                      <a:pt x="6953" y="-476"/>
                      <a:pt x="10001" y="-94"/>
                      <a:pt x="12287" y="1715"/>
                    </a:cubicBezTo>
                    <a:cubicBezTo>
                      <a:pt x="28766" y="15146"/>
                      <a:pt x="54388" y="15146"/>
                      <a:pt x="70866" y="1715"/>
                    </a:cubicBezTo>
                    <a:cubicBezTo>
                      <a:pt x="73152" y="-94"/>
                      <a:pt x="76295" y="-571"/>
                      <a:pt x="78867" y="763"/>
                    </a:cubicBezTo>
                    <a:cubicBezTo>
                      <a:pt x="81534" y="2001"/>
                      <a:pt x="83153" y="4668"/>
                      <a:pt x="83153" y="7621"/>
                    </a:cubicBezTo>
                    <a:lnTo>
                      <a:pt x="83153" y="83440"/>
                    </a:lnTo>
                    <a:cubicBezTo>
                      <a:pt x="83153" y="83440"/>
                      <a:pt x="83153" y="84392"/>
                      <a:pt x="83058" y="84773"/>
                    </a:cubicBezTo>
                    <a:cubicBezTo>
                      <a:pt x="82772" y="86488"/>
                      <a:pt x="74866" y="127159"/>
                      <a:pt x="41529" y="127159"/>
                    </a:cubicBezTo>
                    <a:close/>
                    <a:moveTo>
                      <a:pt x="15144" y="82678"/>
                    </a:moveTo>
                    <a:cubicBezTo>
                      <a:pt x="16097" y="86964"/>
                      <a:pt x="22670" y="112110"/>
                      <a:pt x="41624" y="112110"/>
                    </a:cubicBezTo>
                    <a:cubicBezTo>
                      <a:pt x="60579" y="112110"/>
                      <a:pt x="67246" y="86964"/>
                      <a:pt x="68103" y="82678"/>
                    </a:cubicBezTo>
                    <a:lnTo>
                      <a:pt x="68103" y="21241"/>
                    </a:lnTo>
                    <a:cubicBezTo>
                      <a:pt x="51625" y="29147"/>
                      <a:pt x="31528" y="29147"/>
                      <a:pt x="15050" y="21241"/>
                    </a:cubicBezTo>
                    <a:lnTo>
                      <a:pt x="15050" y="825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06;p45">
                <a:extLst>
                  <a:ext uri="{FF2B5EF4-FFF2-40B4-BE49-F238E27FC236}">
                    <a16:creationId xmlns:a16="http://schemas.microsoft.com/office/drawing/2014/main" id="{DCB20CF8-659E-73ED-CBC3-B45B111BE614}"/>
                  </a:ext>
                </a:extLst>
              </p:cNvPr>
              <p:cNvSpPr/>
              <p:nvPr/>
            </p:nvSpPr>
            <p:spPr>
              <a:xfrm>
                <a:off x="-3976440" y="3390462"/>
                <a:ext cx="762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9550" extrusionOk="0">
                    <a:moveTo>
                      <a:pt x="75629" y="216027"/>
                    </a:moveTo>
                    <a:cubicBezTo>
                      <a:pt x="73914" y="216027"/>
                      <a:pt x="72200" y="215455"/>
                      <a:pt x="70866" y="214313"/>
                    </a:cubicBezTo>
                    <a:cubicBezTo>
                      <a:pt x="62389" y="207454"/>
                      <a:pt x="52292" y="203835"/>
                      <a:pt x="41529" y="203835"/>
                    </a:cubicBezTo>
                    <a:cubicBezTo>
                      <a:pt x="30766" y="203835"/>
                      <a:pt x="20478" y="207550"/>
                      <a:pt x="12287" y="214217"/>
                    </a:cubicBezTo>
                    <a:cubicBezTo>
                      <a:pt x="10001" y="216122"/>
                      <a:pt x="6953" y="216503"/>
                      <a:pt x="4286" y="215170"/>
                    </a:cubicBezTo>
                    <a:cubicBezTo>
                      <a:pt x="1619" y="213931"/>
                      <a:pt x="0" y="211264"/>
                      <a:pt x="0" y="20831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75629" y="0"/>
                    </a:lnTo>
                    <a:cubicBezTo>
                      <a:pt x="79820" y="0"/>
                      <a:pt x="83153" y="3429"/>
                      <a:pt x="83153" y="7525"/>
                    </a:cubicBezTo>
                    <a:lnTo>
                      <a:pt x="83153" y="208407"/>
                    </a:lnTo>
                    <a:cubicBezTo>
                      <a:pt x="83153" y="211360"/>
                      <a:pt x="81439" y="214027"/>
                      <a:pt x="78867" y="215265"/>
                    </a:cubicBezTo>
                    <a:cubicBezTo>
                      <a:pt x="77819" y="215741"/>
                      <a:pt x="76771" y="216027"/>
                      <a:pt x="75629" y="216027"/>
                    </a:cubicBezTo>
                    <a:close/>
                    <a:moveTo>
                      <a:pt x="41529" y="188690"/>
                    </a:moveTo>
                    <a:cubicBezTo>
                      <a:pt x="50863" y="188690"/>
                      <a:pt x="59817" y="190786"/>
                      <a:pt x="68009" y="194691"/>
                    </a:cubicBezTo>
                    <a:lnTo>
                      <a:pt x="68009" y="15145"/>
                    </a:lnTo>
                    <a:lnTo>
                      <a:pt x="14954" y="15145"/>
                    </a:lnTo>
                    <a:lnTo>
                      <a:pt x="14954" y="194691"/>
                    </a:lnTo>
                    <a:cubicBezTo>
                      <a:pt x="23146" y="190786"/>
                      <a:pt x="32290" y="188690"/>
                      <a:pt x="41434" y="1886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07;p45">
                <a:extLst>
                  <a:ext uri="{FF2B5EF4-FFF2-40B4-BE49-F238E27FC236}">
                    <a16:creationId xmlns:a16="http://schemas.microsoft.com/office/drawing/2014/main" id="{C209031C-B535-376C-9A00-8DA95F96A60B}"/>
                  </a:ext>
                </a:extLst>
              </p:cNvPr>
              <p:cNvSpPr/>
              <p:nvPr/>
            </p:nvSpPr>
            <p:spPr>
              <a:xfrm>
                <a:off x="-4896650" y="3387509"/>
                <a:ext cx="10001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85725" extrusionOk="0">
                    <a:moveTo>
                      <a:pt x="927735" y="89154"/>
                    </a:moveTo>
                    <a:lnTo>
                      <a:pt x="7525" y="89154"/>
                    </a:lnTo>
                    <a:cubicBezTo>
                      <a:pt x="3334" y="89154"/>
                      <a:pt x="0" y="85725"/>
                      <a:pt x="0" y="81629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995839" y="0"/>
                    </a:lnTo>
                    <a:cubicBezTo>
                      <a:pt x="1000030" y="0"/>
                      <a:pt x="1003363" y="3429"/>
                      <a:pt x="1003363" y="7525"/>
                    </a:cubicBezTo>
                    <a:lnTo>
                      <a:pt x="1003363" y="10573"/>
                    </a:lnTo>
                    <a:cubicBezTo>
                      <a:pt x="1003363" y="14764"/>
                      <a:pt x="999934" y="18097"/>
                      <a:pt x="995839" y="18097"/>
                    </a:cubicBezTo>
                    <a:lnTo>
                      <a:pt x="935260" y="18097"/>
                    </a:lnTo>
                    <a:lnTo>
                      <a:pt x="935260" y="81629"/>
                    </a:lnTo>
                    <a:cubicBezTo>
                      <a:pt x="935260" y="85820"/>
                      <a:pt x="931830" y="89154"/>
                      <a:pt x="927735" y="89154"/>
                    </a:cubicBezTo>
                    <a:close/>
                    <a:moveTo>
                      <a:pt x="15144" y="74009"/>
                    </a:moveTo>
                    <a:lnTo>
                      <a:pt x="920210" y="74009"/>
                    </a:lnTo>
                    <a:lnTo>
                      <a:pt x="920210" y="14954"/>
                    </a:lnTo>
                    <a:lnTo>
                      <a:pt x="15144" y="14954"/>
                    </a:lnTo>
                    <a:lnTo>
                      <a:pt x="15144" y="740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08;p45">
                <a:extLst>
                  <a:ext uri="{FF2B5EF4-FFF2-40B4-BE49-F238E27FC236}">
                    <a16:creationId xmlns:a16="http://schemas.microsoft.com/office/drawing/2014/main" id="{149973CC-E965-859F-EBCD-268EBF0354AF}"/>
                  </a:ext>
                </a:extLst>
              </p:cNvPr>
              <p:cNvSpPr/>
              <p:nvPr/>
            </p:nvSpPr>
            <p:spPr>
              <a:xfrm>
                <a:off x="-3974535" y="3603082"/>
                <a:ext cx="7620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4775" extrusionOk="0">
                    <a:moveTo>
                      <a:pt x="39719" y="112182"/>
                    </a:moveTo>
                    <a:cubicBezTo>
                      <a:pt x="17812" y="112182"/>
                      <a:pt x="0" y="94370"/>
                      <a:pt x="0" y="72462"/>
                    </a:cubicBezTo>
                    <a:lnTo>
                      <a:pt x="0" y="37791"/>
                    </a:lnTo>
                    <a:cubicBezTo>
                      <a:pt x="0" y="21027"/>
                      <a:pt x="10573" y="6073"/>
                      <a:pt x="26194" y="453"/>
                    </a:cubicBezTo>
                    <a:cubicBezTo>
                      <a:pt x="28480" y="-404"/>
                      <a:pt x="31052" y="-23"/>
                      <a:pt x="33051" y="1406"/>
                    </a:cubicBezTo>
                    <a:cubicBezTo>
                      <a:pt x="35052" y="2835"/>
                      <a:pt x="36290" y="5121"/>
                      <a:pt x="36290" y="7597"/>
                    </a:cubicBezTo>
                    <a:lnTo>
                      <a:pt x="36290" y="60080"/>
                    </a:lnTo>
                    <a:cubicBezTo>
                      <a:pt x="36290" y="60080"/>
                      <a:pt x="37623" y="61414"/>
                      <a:pt x="39624" y="61414"/>
                    </a:cubicBezTo>
                    <a:cubicBezTo>
                      <a:pt x="41624" y="61414"/>
                      <a:pt x="42863" y="60461"/>
                      <a:pt x="42958" y="60080"/>
                    </a:cubicBezTo>
                    <a:lnTo>
                      <a:pt x="42958" y="7692"/>
                    </a:lnTo>
                    <a:cubicBezTo>
                      <a:pt x="42958" y="5216"/>
                      <a:pt x="44196" y="2930"/>
                      <a:pt x="46196" y="1501"/>
                    </a:cubicBezTo>
                    <a:cubicBezTo>
                      <a:pt x="48196" y="73"/>
                      <a:pt x="50768" y="-213"/>
                      <a:pt x="53149" y="644"/>
                    </a:cubicBezTo>
                    <a:cubicBezTo>
                      <a:pt x="58674" y="2644"/>
                      <a:pt x="63627" y="5787"/>
                      <a:pt x="67723" y="9883"/>
                    </a:cubicBezTo>
                    <a:cubicBezTo>
                      <a:pt x="75152" y="17408"/>
                      <a:pt x="79343" y="27314"/>
                      <a:pt x="79343" y="37982"/>
                    </a:cubicBezTo>
                    <a:lnTo>
                      <a:pt x="79343" y="72653"/>
                    </a:lnTo>
                    <a:cubicBezTo>
                      <a:pt x="79343" y="94560"/>
                      <a:pt x="61531" y="112372"/>
                      <a:pt x="39624" y="112372"/>
                    </a:cubicBezTo>
                    <a:close/>
                    <a:moveTo>
                      <a:pt x="21241" y="21504"/>
                    </a:moveTo>
                    <a:cubicBezTo>
                      <a:pt x="17430" y="25885"/>
                      <a:pt x="15144" y="31600"/>
                      <a:pt x="15144" y="37791"/>
                    </a:cubicBezTo>
                    <a:lnTo>
                      <a:pt x="15144" y="72462"/>
                    </a:lnTo>
                    <a:cubicBezTo>
                      <a:pt x="15144" y="86083"/>
                      <a:pt x="26194" y="97132"/>
                      <a:pt x="39719" y="97132"/>
                    </a:cubicBezTo>
                    <a:cubicBezTo>
                      <a:pt x="53244" y="97132"/>
                      <a:pt x="64294" y="86083"/>
                      <a:pt x="64294" y="72462"/>
                    </a:cubicBezTo>
                    <a:lnTo>
                      <a:pt x="64294" y="37791"/>
                    </a:lnTo>
                    <a:cubicBezTo>
                      <a:pt x="64294" y="31695"/>
                      <a:pt x="62103" y="25981"/>
                      <a:pt x="58198" y="21504"/>
                    </a:cubicBezTo>
                    <a:lnTo>
                      <a:pt x="58198" y="59889"/>
                    </a:lnTo>
                    <a:cubicBezTo>
                      <a:pt x="58198" y="69129"/>
                      <a:pt x="50102" y="76368"/>
                      <a:pt x="39719" y="76368"/>
                    </a:cubicBezTo>
                    <a:cubicBezTo>
                      <a:pt x="29337" y="76368"/>
                      <a:pt x="21241" y="69129"/>
                      <a:pt x="21241" y="59889"/>
                    </a:cubicBezTo>
                    <a:lnTo>
                      <a:pt x="21241" y="2150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09;p45">
                <a:extLst>
                  <a:ext uri="{FF2B5EF4-FFF2-40B4-BE49-F238E27FC236}">
                    <a16:creationId xmlns:a16="http://schemas.microsoft.com/office/drawing/2014/main" id="{9F0199DA-D8CF-5627-B536-0140262700BB}"/>
                  </a:ext>
                </a:extLst>
              </p:cNvPr>
              <p:cNvSpPr/>
              <p:nvPr/>
            </p:nvSpPr>
            <p:spPr>
              <a:xfrm>
                <a:off x="-4693768" y="3666992"/>
                <a:ext cx="523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133350" extrusionOk="0">
                    <a:moveTo>
                      <a:pt x="247935" y="135712"/>
                    </a:moveTo>
                    <a:cubicBezTo>
                      <a:pt x="135064" y="135712"/>
                      <a:pt x="91059" y="108185"/>
                      <a:pt x="77248" y="96088"/>
                    </a:cubicBezTo>
                    <a:cubicBezTo>
                      <a:pt x="76009" y="99136"/>
                      <a:pt x="74009" y="101993"/>
                      <a:pt x="71438" y="104184"/>
                    </a:cubicBezTo>
                    <a:cubicBezTo>
                      <a:pt x="66770" y="108090"/>
                      <a:pt x="60674" y="109804"/>
                      <a:pt x="54673" y="108851"/>
                    </a:cubicBezTo>
                    <a:cubicBezTo>
                      <a:pt x="19431" y="102851"/>
                      <a:pt x="0" y="83420"/>
                      <a:pt x="0" y="54083"/>
                    </a:cubicBezTo>
                    <a:cubicBezTo>
                      <a:pt x="0" y="14078"/>
                      <a:pt x="34576" y="3124"/>
                      <a:pt x="55150" y="266"/>
                    </a:cubicBezTo>
                    <a:cubicBezTo>
                      <a:pt x="61150" y="-686"/>
                      <a:pt x="67151" y="1124"/>
                      <a:pt x="71723" y="5029"/>
                    </a:cubicBezTo>
                    <a:cubicBezTo>
                      <a:pt x="76295" y="8934"/>
                      <a:pt x="78867" y="14649"/>
                      <a:pt x="78867" y="20650"/>
                    </a:cubicBezTo>
                    <a:lnTo>
                      <a:pt x="78867" y="25603"/>
                    </a:lnTo>
                    <a:cubicBezTo>
                      <a:pt x="90678" y="31032"/>
                      <a:pt x="152305" y="57131"/>
                      <a:pt x="245459" y="57131"/>
                    </a:cubicBezTo>
                    <a:cubicBezTo>
                      <a:pt x="338614" y="57131"/>
                      <a:pt x="435197" y="30175"/>
                      <a:pt x="452151" y="25127"/>
                    </a:cubicBezTo>
                    <a:lnTo>
                      <a:pt x="452151" y="20555"/>
                    </a:lnTo>
                    <a:cubicBezTo>
                      <a:pt x="452151" y="14459"/>
                      <a:pt x="454819" y="8744"/>
                      <a:pt x="459486" y="4839"/>
                    </a:cubicBezTo>
                    <a:cubicBezTo>
                      <a:pt x="464153" y="933"/>
                      <a:pt x="470249" y="-686"/>
                      <a:pt x="476250" y="266"/>
                    </a:cubicBezTo>
                    <a:cubicBezTo>
                      <a:pt x="496634" y="3600"/>
                      <a:pt x="530923" y="15030"/>
                      <a:pt x="530923" y="54940"/>
                    </a:cubicBezTo>
                    <a:cubicBezTo>
                      <a:pt x="530923" y="84467"/>
                      <a:pt x="511397" y="103613"/>
                      <a:pt x="475774" y="108756"/>
                    </a:cubicBezTo>
                    <a:cubicBezTo>
                      <a:pt x="469868" y="109614"/>
                      <a:pt x="463772" y="107899"/>
                      <a:pt x="459295" y="103994"/>
                    </a:cubicBezTo>
                    <a:cubicBezTo>
                      <a:pt x="456438" y="101517"/>
                      <a:pt x="454437" y="98469"/>
                      <a:pt x="453200" y="95040"/>
                    </a:cubicBezTo>
                    <a:cubicBezTo>
                      <a:pt x="436912" y="105899"/>
                      <a:pt x="380238" y="135712"/>
                      <a:pt x="248126" y="135712"/>
                    </a:cubicBezTo>
                    <a:close/>
                    <a:moveTo>
                      <a:pt x="74866" y="84658"/>
                    </a:moveTo>
                    <a:cubicBezTo>
                      <a:pt x="76009" y="84658"/>
                      <a:pt x="77152" y="85230"/>
                      <a:pt x="77914" y="86182"/>
                    </a:cubicBezTo>
                    <a:cubicBezTo>
                      <a:pt x="78200" y="86563"/>
                      <a:pt x="111061" y="128187"/>
                      <a:pt x="247935" y="128187"/>
                    </a:cubicBezTo>
                    <a:cubicBezTo>
                      <a:pt x="402622" y="128187"/>
                      <a:pt x="452723" y="85991"/>
                      <a:pt x="453200" y="85611"/>
                    </a:cubicBezTo>
                    <a:cubicBezTo>
                      <a:pt x="454343" y="84658"/>
                      <a:pt x="455866" y="84372"/>
                      <a:pt x="457295" y="85039"/>
                    </a:cubicBezTo>
                    <a:cubicBezTo>
                      <a:pt x="458628" y="85611"/>
                      <a:pt x="459486" y="86944"/>
                      <a:pt x="459486" y="88468"/>
                    </a:cubicBezTo>
                    <a:cubicBezTo>
                      <a:pt x="459486" y="92278"/>
                      <a:pt x="461105" y="95898"/>
                      <a:pt x="464058" y="98374"/>
                    </a:cubicBezTo>
                    <a:cubicBezTo>
                      <a:pt x="466916" y="100850"/>
                      <a:pt x="470725" y="101898"/>
                      <a:pt x="474536" y="101422"/>
                    </a:cubicBezTo>
                    <a:cubicBezTo>
                      <a:pt x="474536" y="101422"/>
                      <a:pt x="474536" y="101422"/>
                      <a:pt x="474536" y="101422"/>
                    </a:cubicBezTo>
                    <a:cubicBezTo>
                      <a:pt x="496728" y="98183"/>
                      <a:pt x="523208" y="87515"/>
                      <a:pt x="523208" y="55035"/>
                    </a:cubicBezTo>
                    <a:cubicBezTo>
                      <a:pt x="523208" y="22555"/>
                      <a:pt x="496919" y="11315"/>
                      <a:pt x="474821" y="7791"/>
                    </a:cubicBezTo>
                    <a:cubicBezTo>
                      <a:pt x="471011" y="7124"/>
                      <a:pt x="467106" y="8172"/>
                      <a:pt x="464153" y="10649"/>
                    </a:cubicBezTo>
                    <a:cubicBezTo>
                      <a:pt x="461200" y="13125"/>
                      <a:pt x="459581" y="16745"/>
                      <a:pt x="459581" y="20555"/>
                    </a:cubicBezTo>
                    <a:lnTo>
                      <a:pt x="459581" y="27889"/>
                    </a:lnTo>
                    <a:cubicBezTo>
                      <a:pt x="459581" y="29508"/>
                      <a:pt x="458534" y="31032"/>
                      <a:pt x="456914" y="31508"/>
                    </a:cubicBezTo>
                    <a:cubicBezTo>
                      <a:pt x="455866" y="31794"/>
                      <a:pt x="350329" y="64656"/>
                      <a:pt x="245364" y="64656"/>
                    </a:cubicBezTo>
                    <a:cubicBezTo>
                      <a:pt x="140398" y="64656"/>
                      <a:pt x="73914" y="31604"/>
                      <a:pt x="73247" y="31318"/>
                    </a:cubicBezTo>
                    <a:cubicBezTo>
                      <a:pt x="72009" y="30651"/>
                      <a:pt x="71151" y="29413"/>
                      <a:pt x="71151" y="27984"/>
                    </a:cubicBezTo>
                    <a:lnTo>
                      <a:pt x="71151" y="20650"/>
                    </a:lnTo>
                    <a:cubicBezTo>
                      <a:pt x="71151" y="16840"/>
                      <a:pt x="69532" y="13221"/>
                      <a:pt x="66675" y="10744"/>
                    </a:cubicBezTo>
                    <a:cubicBezTo>
                      <a:pt x="63818" y="8267"/>
                      <a:pt x="60007" y="7220"/>
                      <a:pt x="56197" y="7791"/>
                    </a:cubicBezTo>
                    <a:cubicBezTo>
                      <a:pt x="34004" y="10934"/>
                      <a:pt x="7525" y="21507"/>
                      <a:pt x="7525" y="54178"/>
                    </a:cubicBezTo>
                    <a:cubicBezTo>
                      <a:pt x="7525" y="86849"/>
                      <a:pt x="33814" y="97803"/>
                      <a:pt x="55912" y="101517"/>
                    </a:cubicBezTo>
                    <a:cubicBezTo>
                      <a:pt x="59722" y="102184"/>
                      <a:pt x="63627" y="101041"/>
                      <a:pt x="66580" y="98565"/>
                    </a:cubicBezTo>
                    <a:cubicBezTo>
                      <a:pt x="69532" y="96088"/>
                      <a:pt x="71151" y="92468"/>
                      <a:pt x="71151" y="88563"/>
                    </a:cubicBezTo>
                    <a:cubicBezTo>
                      <a:pt x="71151" y="86944"/>
                      <a:pt x="72200" y="85515"/>
                      <a:pt x="73723" y="84944"/>
                    </a:cubicBezTo>
                    <a:cubicBezTo>
                      <a:pt x="74104" y="84848"/>
                      <a:pt x="74486" y="84753"/>
                      <a:pt x="74866" y="84753"/>
                    </a:cubicBezTo>
                    <a:close/>
                  </a:path>
                </a:pathLst>
              </a:custGeom>
              <a:solidFill>
                <a:srgbClr val="35357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10;p45">
                <a:extLst>
                  <a:ext uri="{FF2B5EF4-FFF2-40B4-BE49-F238E27FC236}">
                    <a16:creationId xmlns:a16="http://schemas.microsoft.com/office/drawing/2014/main" id="{0FE436C8-0F77-4C70-FF8D-E30FA317DA2F}"/>
                  </a:ext>
                </a:extLst>
              </p:cNvPr>
              <p:cNvSpPr/>
              <p:nvPr/>
            </p:nvSpPr>
            <p:spPr>
              <a:xfrm>
                <a:off x="-4245617" y="3663079"/>
                <a:ext cx="857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14300" extrusionOk="0">
                    <a:moveTo>
                      <a:pt x="24384" y="116669"/>
                    </a:moveTo>
                    <a:cubicBezTo>
                      <a:pt x="18574" y="116669"/>
                      <a:pt x="12954" y="114573"/>
                      <a:pt x="8477" y="110764"/>
                    </a:cubicBezTo>
                    <a:cubicBezTo>
                      <a:pt x="3048" y="106096"/>
                      <a:pt x="0" y="99334"/>
                      <a:pt x="0" y="92190"/>
                    </a:cubicBezTo>
                    <a:lnTo>
                      <a:pt x="0" y="24277"/>
                    </a:lnTo>
                    <a:cubicBezTo>
                      <a:pt x="0" y="17133"/>
                      <a:pt x="3143" y="10275"/>
                      <a:pt x="8667" y="5703"/>
                    </a:cubicBezTo>
                    <a:cubicBezTo>
                      <a:pt x="14192" y="1036"/>
                      <a:pt x="21431" y="-869"/>
                      <a:pt x="28480" y="369"/>
                    </a:cubicBezTo>
                    <a:cubicBezTo>
                      <a:pt x="65246" y="6370"/>
                      <a:pt x="86392" y="27610"/>
                      <a:pt x="86392" y="58852"/>
                    </a:cubicBezTo>
                    <a:cubicBezTo>
                      <a:pt x="86392" y="90094"/>
                      <a:pt x="65627" y="110954"/>
                      <a:pt x="28004" y="116383"/>
                    </a:cubicBezTo>
                    <a:cubicBezTo>
                      <a:pt x="26765" y="116574"/>
                      <a:pt x="25527" y="116669"/>
                      <a:pt x="24384" y="116669"/>
                    </a:cubicBezTo>
                    <a:close/>
                    <a:moveTo>
                      <a:pt x="24384" y="15132"/>
                    </a:moveTo>
                    <a:cubicBezTo>
                      <a:pt x="22193" y="15132"/>
                      <a:pt x="20098" y="15895"/>
                      <a:pt x="18479" y="17323"/>
                    </a:cubicBezTo>
                    <a:cubicBezTo>
                      <a:pt x="16383" y="19133"/>
                      <a:pt x="15240" y="21610"/>
                      <a:pt x="15240" y="24372"/>
                    </a:cubicBezTo>
                    <a:lnTo>
                      <a:pt x="15240" y="92285"/>
                    </a:lnTo>
                    <a:cubicBezTo>
                      <a:pt x="15240" y="95047"/>
                      <a:pt x="16383" y="97524"/>
                      <a:pt x="18479" y="99334"/>
                    </a:cubicBezTo>
                    <a:cubicBezTo>
                      <a:pt x="20574" y="101143"/>
                      <a:pt x="23241" y="101905"/>
                      <a:pt x="25908" y="101429"/>
                    </a:cubicBezTo>
                    <a:cubicBezTo>
                      <a:pt x="56102" y="97048"/>
                      <a:pt x="71342" y="82665"/>
                      <a:pt x="71342" y="58757"/>
                    </a:cubicBezTo>
                    <a:cubicBezTo>
                      <a:pt x="71342" y="28848"/>
                      <a:pt x="46767" y="18562"/>
                      <a:pt x="26098" y="15228"/>
                    </a:cubicBezTo>
                    <a:cubicBezTo>
                      <a:pt x="26098" y="15228"/>
                      <a:pt x="26098" y="15228"/>
                      <a:pt x="26098" y="15228"/>
                    </a:cubicBezTo>
                    <a:cubicBezTo>
                      <a:pt x="25527" y="15132"/>
                      <a:pt x="25051" y="15132"/>
                      <a:pt x="24479" y="151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511;p45">
                <a:extLst>
                  <a:ext uri="{FF2B5EF4-FFF2-40B4-BE49-F238E27FC236}">
                    <a16:creationId xmlns:a16="http://schemas.microsoft.com/office/drawing/2014/main" id="{44EA8912-D93B-D658-4E3E-5521DFDBC7A6}"/>
                  </a:ext>
                </a:extLst>
              </p:cNvPr>
              <p:cNvSpPr/>
              <p:nvPr/>
            </p:nvSpPr>
            <p:spPr>
              <a:xfrm>
                <a:off x="-4626330" y="3687098"/>
                <a:ext cx="390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90525" h="114300" extrusionOk="0">
                    <a:moveTo>
                      <a:pt x="180594" y="119321"/>
                    </a:moveTo>
                    <a:cubicBezTo>
                      <a:pt x="37242" y="119321"/>
                      <a:pt x="2857" y="74553"/>
                      <a:pt x="1428" y="72648"/>
                    </a:cubicBezTo>
                    <a:cubicBezTo>
                      <a:pt x="476" y="71315"/>
                      <a:pt x="0" y="69791"/>
                      <a:pt x="0" y="68172"/>
                    </a:cubicBezTo>
                    <a:lnTo>
                      <a:pt x="0" y="7593"/>
                    </a:lnTo>
                    <a:cubicBezTo>
                      <a:pt x="0" y="4926"/>
                      <a:pt x="1333" y="2544"/>
                      <a:pt x="3619" y="1116"/>
                    </a:cubicBezTo>
                    <a:cubicBezTo>
                      <a:pt x="5810" y="-218"/>
                      <a:pt x="8667" y="-408"/>
                      <a:pt x="10953" y="830"/>
                    </a:cubicBezTo>
                    <a:cubicBezTo>
                      <a:pt x="11620" y="1116"/>
                      <a:pt x="75533" y="32929"/>
                      <a:pt x="177927" y="32929"/>
                    </a:cubicBezTo>
                    <a:cubicBezTo>
                      <a:pt x="280321" y="32929"/>
                      <a:pt x="385000" y="639"/>
                      <a:pt x="386048" y="353"/>
                    </a:cubicBezTo>
                    <a:cubicBezTo>
                      <a:pt x="388334" y="-313"/>
                      <a:pt x="390810" y="68"/>
                      <a:pt x="392811" y="1497"/>
                    </a:cubicBezTo>
                    <a:cubicBezTo>
                      <a:pt x="394716" y="2925"/>
                      <a:pt x="395859" y="5211"/>
                      <a:pt x="395859" y="7593"/>
                    </a:cubicBezTo>
                    <a:lnTo>
                      <a:pt x="395859" y="68172"/>
                    </a:lnTo>
                    <a:cubicBezTo>
                      <a:pt x="395859" y="70362"/>
                      <a:pt x="394906" y="72362"/>
                      <a:pt x="393287" y="73791"/>
                    </a:cubicBezTo>
                    <a:cubicBezTo>
                      <a:pt x="391191" y="75696"/>
                      <a:pt x="340137" y="119226"/>
                      <a:pt x="180498" y="119226"/>
                    </a:cubicBezTo>
                    <a:close/>
                    <a:moveTo>
                      <a:pt x="15144" y="65314"/>
                    </a:moveTo>
                    <a:cubicBezTo>
                      <a:pt x="22764" y="72743"/>
                      <a:pt x="61913" y="104176"/>
                      <a:pt x="180594" y="104176"/>
                    </a:cubicBezTo>
                    <a:cubicBezTo>
                      <a:pt x="314230" y="104176"/>
                      <a:pt x="368903" y="72553"/>
                      <a:pt x="380809" y="64457"/>
                    </a:cubicBezTo>
                    <a:lnTo>
                      <a:pt x="380809" y="17784"/>
                    </a:lnTo>
                    <a:cubicBezTo>
                      <a:pt x="352044" y="25881"/>
                      <a:pt x="264795" y="48169"/>
                      <a:pt x="177927" y="48169"/>
                    </a:cubicBezTo>
                    <a:cubicBezTo>
                      <a:pt x="95535" y="48169"/>
                      <a:pt x="38005" y="28738"/>
                      <a:pt x="15144" y="19308"/>
                    </a:cubicBezTo>
                    <a:lnTo>
                      <a:pt x="15144" y="653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512;p45">
                <a:extLst>
                  <a:ext uri="{FF2B5EF4-FFF2-40B4-BE49-F238E27FC236}">
                    <a16:creationId xmlns:a16="http://schemas.microsoft.com/office/drawing/2014/main" id="{B104ED58-E457-6623-84F9-09CD450B8477}"/>
                  </a:ext>
                </a:extLst>
              </p:cNvPr>
              <p:cNvSpPr/>
              <p:nvPr/>
            </p:nvSpPr>
            <p:spPr>
              <a:xfrm>
                <a:off x="-4527462" y="3533907"/>
                <a:ext cx="1905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14300" extrusionOk="0">
                    <a:moveTo>
                      <a:pt x="190500" y="115253"/>
                    </a:moveTo>
                    <a:lnTo>
                      <a:pt x="7525" y="115253"/>
                    </a:lnTo>
                    <a:cubicBezTo>
                      <a:pt x="3334" y="115253"/>
                      <a:pt x="0" y="111824"/>
                      <a:pt x="0" y="107728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90500" y="0"/>
                    </a:lnTo>
                    <a:cubicBezTo>
                      <a:pt x="194691" y="0"/>
                      <a:pt x="198025" y="3429"/>
                      <a:pt x="198025" y="7525"/>
                    </a:cubicBezTo>
                    <a:lnTo>
                      <a:pt x="198025" y="107728"/>
                    </a:lnTo>
                    <a:cubicBezTo>
                      <a:pt x="198025" y="111919"/>
                      <a:pt x="194596" y="115253"/>
                      <a:pt x="190500" y="115253"/>
                    </a:cubicBezTo>
                    <a:close/>
                    <a:moveTo>
                      <a:pt x="15050" y="100108"/>
                    </a:moveTo>
                    <a:lnTo>
                      <a:pt x="182880" y="100108"/>
                    </a:lnTo>
                    <a:lnTo>
                      <a:pt x="182880" y="15050"/>
                    </a:lnTo>
                    <a:lnTo>
                      <a:pt x="15050" y="15050"/>
                    </a:lnTo>
                    <a:lnTo>
                      <a:pt x="15050" y="1001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513;p45">
                <a:extLst>
                  <a:ext uri="{FF2B5EF4-FFF2-40B4-BE49-F238E27FC236}">
                    <a16:creationId xmlns:a16="http://schemas.microsoft.com/office/drawing/2014/main" id="{D63673BD-2413-337F-8BA8-A11213A5763C}"/>
                  </a:ext>
                </a:extLst>
              </p:cNvPr>
              <p:cNvSpPr/>
              <p:nvPr/>
            </p:nvSpPr>
            <p:spPr>
              <a:xfrm>
                <a:off x="-4697578" y="3663176"/>
                <a:ext cx="857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14300" extrusionOk="0">
                    <a:moveTo>
                      <a:pt x="61913" y="116572"/>
                    </a:moveTo>
                    <a:cubicBezTo>
                      <a:pt x="60579" y="116572"/>
                      <a:pt x="59246" y="116477"/>
                      <a:pt x="57912" y="116286"/>
                    </a:cubicBezTo>
                    <a:cubicBezTo>
                      <a:pt x="20574" y="110000"/>
                      <a:pt x="0" y="89140"/>
                      <a:pt x="0" y="57803"/>
                    </a:cubicBezTo>
                    <a:cubicBezTo>
                      <a:pt x="0" y="26466"/>
                      <a:pt x="21241" y="5511"/>
                      <a:pt x="58388" y="272"/>
                    </a:cubicBezTo>
                    <a:cubicBezTo>
                      <a:pt x="65341" y="-776"/>
                      <a:pt x="72485" y="1225"/>
                      <a:pt x="77914" y="5892"/>
                    </a:cubicBezTo>
                    <a:cubicBezTo>
                      <a:pt x="83248" y="10464"/>
                      <a:pt x="86392" y="17227"/>
                      <a:pt x="86392" y="24370"/>
                    </a:cubicBezTo>
                    <a:lnTo>
                      <a:pt x="86392" y="92284"/>
                    </a:lnTo>
                    <a:cubicBezTo>
                      <a:pt x="86392" y="99523"/>
                      <a:pt x="83248" y="106285"/>
                      <a:pt x="77820" y="110952"/>
                    </a:cubicBezTo>
                    <a:cubicBezTo>
                      <a:pt x="73343" y="114762"/>
                      <a:pt x="67723" y="116763"/>
                      <a:pt x="62008" y="116763"/>
                    </a:cubicBezTo>
                    <a:close/>
                    <a:moveTo>
                      <a:pt x="62008" y="15036"/>
                    </a:moveTo>
                    <a:cubicBezTo>
                      <a:pt x="61532" y="15036"/>
                      <a:pt x="61056" y="15036"/>
                      <a:pt x="60579" y="15131"/>
                    </a:cubicBezTo>
                    <a:cubicBezTo>
                      <a:pt x="39814" y="18084"/>
                      <a:pt x="15145" y="27894"/>
                      <a:pt x="15145" y="57803"/>
                    </a:cubicBezTo>
                    <a:cubicBezTo>
                      <a:pt x="15145" y="87711"/>
                      <a:pt x="39720" y="97903"/>
                      <a:pt x="60389" y="101427"/>
                    </a:cubicBezTo>
                    <a:cubicBezTo>
                      <a:pt x="63151" y="101809"/>
                      <a:pt x="65913" y="101142"/>
                      <a:pt x="68009" y="99332"/>
                    </a:cubicBezTo>
                    <a:cubicBezTo>
                      <a:pt x="70104" y="97522"/>
                      <a:pt x="71247" y="95046"/>
                      <a:pt x="71247" y="92188"/>
                    </a:cubicBezTo>
                    <a:lnTo>
                      <a:pt x="71247" y="24275"/>
                    </a:lnTo>
                    <a:cubicBezTo>
                      <a:pt x="71247" y="21513"/>
                      <a:pt x="70104" y="19036"/>
                      <a:pt x="68104" y="17322"/>
                    </a:cubicBezTo>
                    <a:cubicBezTo>
                      <a:pt x="66390" y="15893"/>
                      <a:pt x="64294" y="15131"/>
                      <a:pt x="62103" y="151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514;p45">
                <a:extLst>
                  <a:ext uri="{FF2B5EF4-FFF2-40B4-BE49-F238E27FC236}">
                    <a16:creationId xmlns:a16="http://schemas.microsoft.com/office/drawing/2014/main" id="{5FA7D731-34E3-859C-0AC5-B5B7D4CF86B6}"/>
                  </a:ext>
                </a:extLst>
              </p:cNvPr>
              <p:cNvSpPr/>
              <p:nvPr/>
            </p:nvSpPr>
            <p:spPr>
              <a:xfrm>
                <a:off x="-4964754" y="3784300"/>
                <a:ext cx="762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85725" extrusionOk="0">
                    <a:moveTo>
                      <a:pt x="75629" y="86794"/>
                    </a:moveTo>
                    <a:lnTo>
                      <a:pt x="7525" y="86794"/>
                    </a:lnTo>
                    <a:cubicBezTo>
                      <a:pt x="3334" y="86794"/>
                      <a:pt x="0" y="83365"/>
                      <a:pt x="0" y="79269"/>
                    </a:cubicBezTo>
                    <a:lnTo>
                      <a:pt x="0" y="7641"/>
                    </a:lnTo>
                    <a:cubicBezTo>
                      <a:pt x="0" y="3736"/>
                      <a:pt x="2953" y="497"/>
                      <a:pt x="6858" y="116"/>
                    </a:cubicBezTo>
                    <a:cubicBezTo>
                      <a:pt x="10763" y="-265"/>
                      <a:pt x="14288" y="2402"/>
                      <a:pt x="14954" y="6212"/>
                    </a:cubicBezTo>
                    <a:cubicBezTo>
                      <a:pt x="14954" y="6498"/>
                      <a:pt x="20955" y="36216"/>
                      <a:pt x="41624" y="36216"/>
                    </a:cubicBezTo>
                    <a:cubicBezTo>
                      <a:pt x="62293" y="36216"/>
                      <a:pt x="68199" y="6498"/>
                      <a:pt x="68294" y="6212"/>
                    </a:cubicBezTo>
                    <a:cubicBezTo>
                      <a:pt x="68961" y="2402"/>
                      <a:pt x="72580" y="-265"/>
                      <a:pt x="76391" y="21"/>
                    </a:cubicBezTo>
                    <a:cubicBezTo>
                      <a:pt x="80296" y="402"/>
                      <a:pt x="83248" y="3640"/>
                      <a:pt x="83248" y="7546"/>
                    </a:cubicBezTo>
                    <a:lnTo>
                      <a:pt x="83248" y="79174"/>
                    </a:lnTo>
                    <a:cubicBezTo>
                      <a:pt x="83248" y="83365"/>
                      <a:pt x="79820" y="86699"/>
                      <a:pt x="75724" y="86699"/>
                    </a:cubicBezTo>
                    <a:close/>
                    <a:moveTo>
                      <a:pt x="15050" y="71649"/>
                    </a:moveTo>
                    <a:lnTo>
                      <a:pt x="68104" y="71649"/>
                    </a:lnTo>
                    <a:lnTo>
                      <a:pt x="68104" y="39645"/>
                    </a:lnTo>
                    <a:cubicBezTo>
                      <a:pt x="61913" y="46312"/>
                      <a:pt x="53340" y="51361"/>
                      <a:pt x="41624" y="51361"/>
                    </a:cubicBezTo>
                    <a:cubicBezTo>
                      <a:pt x="29909" y="51361"/>
                      <a:pt x="21336" y="46312"/>
                      <a:pt x="15145" y="39645"/>
                    </a:cubicBezTo>
                    <a:lnTo>
                      <a:pt x="15145" y="716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515;p45">
                <a:extLst>
                  <a:ext uri="{FF2B5EF4-FFF2-40B4-BE49-F238E27FC236}">
                    <a16:creationId xmlns:a16="http://schemas.microsoft.com/office/drawing/2014/main" id="{2FF34A64-B02C-0903-847A-286AF3D97664}"/>
                  </a:ext>
                </a:extLst>
              </p:cNvPr>
              <p:cNvSpPr/>
              <p:nvPr/>
            </p:nvSpPr>
            <p:spPr>
              <a:xfrm>
                <a:off x="-4964849" y="3708542"/>
                <a:ext cx="762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23825" extrusionOk="0">
                    <a:moveTo>
                      <a:pt x="41624" y="127118"/>
                    </a:moveTo>
                    <a:cubicBezTo>
                      <a:pt x="8382" y="127118"/>
                      <a:pt x="476" y="86542"/>
                      <a:pt x="95" y="84732"/>
                    </a:cubicBezTo>
                    <a:cubicBezTo>
                      <a:pt x="95" y="84255"/>
                      <a:pt x="0" y="83779"/>
                      <a:pt x="0" y="83398"/>
                    </a:cubicBezTo>
                    <a:lnTo>
                      <a:pt x="0" y="7579"/>
                    </a:lnTo>
                    <a:cubicBezTo>
                      <a:pt x="0" y="4626"/>
                      <a:pt x="1714" y="1960"/>
                      <a:pt x="4286" y="721"/>
                    </a:cubicBezTo>
                    <a:cubicBezTo>
                      <a:pt x="6954" y="-517"/>
                      <a:pt x="10001" y="-136"/>
                      <a:pt x="12288" y="1674"/>
                    </a:cubicBezTo>
                    <a:cubicBezTo>
                      <a:pt x="28766" y="15104"/>
                      <a:pt x="54388" y="15104"/>
                      <a:pt x="70866" y="1674"/>
                    </a:cubicBezTo>
                    <a:cubicBezTo>
                      <a:pt x="73152" y="-136"/>
                      <a:pt x="76295" y="-517"/>
                      <a:pt x="78867" y="721"/>
                    </a:cubicBezTo>
                    <a:cubicBezTo>
                      <a:pt x="81534" y="1960"/>
                      <a:pt x="83154" y="4626"/>
                      <a:pt x="83154" y="7579"/>
                    </a:cubicBezTo>
                    <a:lnTo>
                      <a:pt x="83154" y="83398"/>
                    </a:lnTo>
                    <a:cubicBezTo>
                      <a:pt x="83154" y="83398"/>
                      <a:pt x="83154" y="84351"/>
                      <a:pt x="83058" y="84732"/>
                    </a:cubicBezTo>
                    <a:cubicBezTo>
                      <a:pt x="82772" y="86446"/>
                      <a:pt x="74772" y="127118"/>
                      <a:pt x="41529" y="127118"/>
                    </a:cubicBezTo>
                    <a:close/>
                    <a:moveTo>
                      <a:pt x="15145" y="82636"/>
                    </a:moveTo>
                    <a:cubicBezTo>
                      <a:pt x="16097" y="86923"/>
                      <a:pt x="22670" y="112068"/>
                      <a:pt x="41624" y="112068"/>
                    </a:cubicBezTo>
                    <a:cubicBezTo>
                      <a:pt x="60579" y="112068"/>
                      <a:pt x="67151" y="86923"/>
                      <a:pt x="68104" y="82636"/>
                    </a:cubicBezTo>
                    <a:lnTo>
                      <a:pt x="68104" y="21295"/>
                    </a:lnTo>
                    <a:cubicBezTo>
                      <a:pt x="51625" y="29106"/>
                      <a:pt x="31528" y="29106"/>
                      <a:pt x="15050" y="21295"/>
                    </a:cubicBezTo>
                    <a:lnTo>
                      <a:pt x="15050" y="826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516;p45">
                <a:extLst>
                  <a:ext uri="{FF2B5EF4-FFF2-40B4-BE49-F238E27FC236}">
                    <a16:creationId xmlns:a16="http://schemas.microsoft.com/office/drawing/2014/main" id="{8264405E-7EE3-69E5-97B1-CBAF7DFEA592}"/>
                  </a:ext>
                </a:extLst>
              </p:cNvPr>
              <p:cNvSpPr/>
              <p:nvPr/>
            </p:nvSpPr>
            <p:spPr>
              <a:xfrm>
                <a:off x="-4964754" y="3389223"/>
                <a:ext cx="762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9550" extrusionOk="0">
                    <a:moveTo>
                      <a:pt x="75629" y="215932"/>
                    </a:moveTo>
                    <a:cubicBezTo>
                      <a:pt x="73914" y="215932"/>
                      <a:pt x="72200" y="215360"/>
                      <a:pt x="70866" y="214217"/>
                    </a:cubicBezTo>
                    <a:cubicBezTo>
                      <a:pt x="54102" y="200501"/>
                      <a:pt x="28766" y="200596"/>
                      <a:pt x="12287" y="214217"/>
                    </a:cubicBezTo>
                    <a:cubicBezTo>
                      <a:pt x="10001" y="216027"/>
                      <a:pt x="6953" y="216408"/>
                      <a:pt x="4286" y="215170"/>
                    </a:cubicBezTo>
                    <a:cubicBezTo>
                      <a:pt x="1619" y="213932"/>
                      <a:pt x="0" y="211265"/>
                      <a:pt x="0" y="20831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75629" y="0"/>
                    </a:lnTo>
                    <a:cubicBezTo>
                      <a:pt x="79820" y="0"/>
                      <a:pt x="83153" y="3429"/>
                      <a:pt x="83153" y="7525"/>
                    </a:cubicBezTo>
                    <a:lnTo>
                      <a:pt x="83153" y="208407"/>
                    </a:lnTo>
                    <a:cubicBezTo>
                      <a:pt x="83153" y="211360"/>
                      <a:pt x="81439" y="214027"/>
                      <a:pt x="78867" y="215265"/>
                    </a:cubicBezTo>
                    <a:cubicBezTo>
                      <a:pt x="77819" y="215741"/>
                      <a:pt x="76771" y="216027"/>
                      <a:pt x="75629" y="216027"/>
                    </a:cubicBezTo>
                    <a:close/>
                    <a:moveTo>
                      <a:pt x="41529" y="188595"/>
                    </a:moveTo>
                    <a:cubicBezTo>
                      <a:pt x="50864" y="188595"/>
                      <a:pt x="59817" y="190691"/>
                      <a:pt x="68009" y="194596"/>
                    </a:cubicBezTo>
                    <a:lnTo>
                      <a:pt x="68009" y="15050"/>
                    </a:lnTo>
                    <a:lnTo>
                      <a:pt x="14954" y="15050"/>
                    </a:lnTo>
                    <a:lnTo>
                      <a:pt x="14954" y="194596"/>
                    </a:lnTo>
                    <a:cubicBezTo>
                      <a:pt x="23146" y="190691"/>
                      <a:pt x="32290" y="188595"/>
                      <a:pt x="41434" y="1885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517;p45">
                <a:extLst>
                  <a:ext uri="{FF2B5EF4-FFF2-40B4-BE49-F238E27FC236}">
                    <a16:creationId xmlns:a16="http://schemas.microsoft.com/office/drawing/2014/main" id="{A623CD29-1B45-A89C-6D64-612E796F0B93}"/>
                  </a:ext>
                </a:extLst>
              </p:cNvPr>
              <p:cNvSpPr/>
              <p:nvPr/>
            </p:nvSpPr>
            <p:spPr>
              <a:xfrm>
                <a:off x="-5157941" y="3359962"/>
                <a:ext cx="2762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38100" extrusionOk="0">
                    <a:moveTo>
                      <a:pt x="268815" y="44311"/>
                    </a:moveTo>
                    <a:lnTo>
                      <a:pt x="200711" y="44311"/>
                    </a:lnTo>
                    <a:cubicBezTo>
                      <a:pt x="198902" y="44311"/>
                      <a:pt x="197187" y="43644"/>
                      <a:pt x="195854" y="42501"/>
                    </a:cubicBezTo>
                    <a:lnTo>
                      <a:pt x="45645" y="42501"/>
                    </a:lnTo>
                    <a:cubicBezTo>
                      <a:pt x="25166" y="42501"/>
                      <a:pt x="6973" y="29452"/>
                      <a:pt x="401" y="9926"/>
                    </a:cubicBezTo>
                    <a:cubicBezTo>
                      <a:pt x="-933" y="5926"/>
                      <a:pt x="1163" y="1639"/>
                      <a:pt x="5163" y="401"/>
                    </a:cubicBezTo>
                    <a:cubicBezTo>
                      <a:pt x="9164" y="-932"/>
                      <a:pt x="13450" y="1163"/>
                      <a:pt x="14688" y="5163"/>
                    </a:cubicBezTo>
                    <a:cubicBezTo>
                      <a:pt x="19260" y="18689"/>
                      <a:pt x="31357" y="27452"/>
                      <a:pt x="45549" y="27452"/>
                    </a:cubicBezTo>
                    <a:lnTo>
                      <a:pt x="268720" y="27452"/>
                    </a:lnTo>
                    <a:cubicBezTo>
                      <a:pt x="272911" y="27452"/>
                      <a:pt x="276245" y="30881"/>
                      <a:pt x="276245" y="34977"/>
                    </a:cubicBezTo>
                    <a:lnTo>
                      <a:pt x="276245" y="36786"/>
                    </a:lnTo>
                    <a:cubicBezTo>
                      <a:pt x="276245" y="40977"/>
                      <a:pt x="272816" y="44311"/>
                      <a:pt x="268720" y="443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518;p45">
                <a:extLst>
                  <a:ext uri="{FF2B5EF4-FFF2-40B4-BE49-F238E27FC236}">
                    <a16:creationId xmlns:a16="http://schemas.microsoft.com/office/drawing/2014/main" id="{5D727A3C-280C-A372-D6DC-0A5DF6A40162}"/>
                  </a:ext>
                </a:extLst>
              </p:cNvPr>
              <p:cNvSpPr/>
              <p:nvPr/>
            </p:nvSpPr>
            <p:spPr>
              <a:xfrm>
                <a:off x="-4962944" y="3601749"/>
                <a:ext cx="7620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4775" extrusionOk="0">
                    <a:moveTo>
                      <a:pt x="39719" y="112181"/>
                    </a:moveTo>
                    <a:cubicBezTo>
                      <a:pt x="17812" y="112181"/>
                      <a:pt x="0" y="94370"/>
                      <a:pt x="0" y="72462"/>
                    </a:cubicBezTo>
                    <a:lnTo>
                      <a:pt x="0" y="37791"/>
                    </a:lnTo>
                    <a:cubicBezTo>
                      <a:pt x="0" y="21122"/>
                      <a:pt x="10573" y="6073"/>
                      <a:pt x="26194" y="453"/>
                    </a:cubicBezTo>
                    <a:cubicBezTo>
                      <a:pt x="28480" y="-404"/>
                      <a:pt x="31052" y="-23"/>
                      <a:pt x="33051" y="1406"/>
                    </a:cubicBezTo>
                    <a:cubicBezTo>
                      <a:pt x="35052" y="2835"/>
                      <a:pt x="36290" y="5121"/>
                      <a:pt x="36290" y="7597"/>
                    </a:cubicBezTo>
                    <a:lnTo>
                      <a:pt x="36290" y="60080"/>
                    </a:lnTo>
                    <a:cubicBezTo>
                      <a:pt x="36290" y="60080"/>
                      <a:pt x="37624" y="61413"/>
                      <a:pt x="39624" y="61413"/>
                    </a:cubicBezTo>
                    <a:cubicBezTo>
                      <a:pt x="41624" y="61413"/>
                      <a:pt x="42863" y="60461"/>
                      <a:pt x="42958" y="60080"/>
                    </a:cubicBezTo>
                    <a:lnTo>
                      <a:pt x="42958" y="7692"/>
                    </a:lnTo>
                    <a:cubicBezTo>
                      <a:pt x="42958" y="5216"/>
                      <a:pt x="44101" y="2930"/>
                      <a:pt x="46101" y="1501"/>
                    </a:cubicBezTo>
                    <a:cubicBezTo>
                      <a:pt x="48101" y="72"/>
                      <a:pt x="50673" y="-309"/>
                      <a:pt x="52959" y="548"/>
                    </a:cubicBezTo>
                    <a:cubicBezTo>
                      <a:pt x="58388" y="2454"/>
                      <a:pt x="63436" y="5692"/>
                      <a:pt x="67627" y="9883"/>
                    </a:cubicBezTo>
                    <a:cubicBezTo>
                      <a:pt x="75152" y="17408"/>
                      <a:pt x="79248" y="27314"/>
                      <a:pt x="79248" y="37982"/>
                    </a:cubicBezTo>
                    <a:lnTo>
                      <a:pt x="79248" y="72653"/>
                    </a:lnTo>
                    <a:cubicBezTo>
                      <a:pt x="79248" y="94560"/>
                      <a:pt x="61436" y="112372"/>
                      <a:pt x="39529" y="112372"/>
                    </a:cubicBezTo>
                    <a:close/>
                    <a:moveTo>
                      <a:pt x="21241" y="21504"/>
                    </a:moveTo>
                    <a:cubicBezTo>
                      <a:pt x="17431" y="25885"/>
                      <a:pt x="15145" y="31600"/>
                      <a:pt x="15145" y="37696"/>
                    </a:cubicBezTo>
                    <a:lnTo>
                      <a:pt x="15145" y="72367"/>
                    </a:lnTo>
                    <a:cubicBezTo>
                      <a:pt x="15145" y="85988"/>
                      <a:pt x="26194" y="97037"/>
                      <a:pt x="39719" y="97037"/>
                    </a:cubicBezTo>
                    <a:cubicBezTo>
                      <a:pt x="53245" y="97037"/>
                      <a:pt x="64294" y="85988"/>
                      <a:pt x="64294" y="72367"/>
                    </a:cubicBezTo>
                    <a:lnTo>
                      <a:pt x="64294" y="37696"/>
                    </a:lnTo>
                    <a:cubicBezTo>
                      <a:pt x="64294" y="31600"/>
                      <a:pt x="62103" y="25885"/>
                      <a:pt x="58198" y="21408"/>
                    </a:cubicBezTo>
                    <a:lnTo>
                      <a:pt x="58198" y="59794"/>
                    </a:lnTo>
                    <a:cubicBezTo>
                      <a:pt x="58198" y="69033"/>
                      <a:pt x="50102" y="76272"/>
                      <a:pt x="39719" y="76272"/>
                    </a:cubicBezTo>
                    <a:cubicBezTo>
                      <a:pt x="29337" y="76272"/>
                      <a:pt x="21241" y="69033"/>
                      <a:pt x="21241" y="59794"/>
                    </a:cubicBezTo>
                    <a:lnTo>
                      <a:pt x="21241" y="214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519;p45">
                <a:extLst>
                  <a:ext uri="{FF2B5EF4-FFF2-40B4-BE49-F238E27FC236}">
                    <a16:creationId xmlns:a16="http://schemas.microsoft.com/office/drawing/2014/main" id="{63440358-EE80-D6BC-7CB5-98BF8C228C0F}"/>
                  </a:ext>
                </a:extLst>
              </p:cNvPr>
              <p:cNvSpPr/>
              <p:nvPr/>
            </p:nvSpPr>
            <p:spPr>
              <a:xfrm>
                <a:off x="-4494029" y="355105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36481" y="72962"/>
                    </a:moveTo>
                    <a:cubicBezTo>
                      <a:pt x="16383" y="72962"/>
                      <a:pt x="0" y="56579"/>
                      <a:pt x="0" y="36481"/>
                    </a:cubicBezTo>
                    <a:cubicBezTo>
                      <a:pt x="0" y="16383"/>
                      <a:pt x="16383" y="0"/>
                      <a:pt x="36481" y="0"/>
                    </a:cubicBezTo>
                    <a:cubicBezTo>
                      <a:pt x="56579" y="0"/>
                      <a:pt x="72962" y="16383"/>
                      <a:pt x="72962" y="36481"/>
                    </a:cubicBezTo>
                    <a:cubicBezTo>
                      <a:pt x="72962" y="56579"/>
                      <a:pt x="56579" y="72962"/>
                      <a:pt x="36481" y="72962"/>
                    </a:cubicBezTo>
                    <a:close/>
                    <a:moveTo>
                      <a:pt x="36481" y="15049"/>
                    </a:moveTo>
                    <a:cubicBezTo>
                      <a:pt x="24670" y="15049"/>
                      <a:pt x="15050" y="24670"/>
                      <a:pt x="15050" y="36481"/>
                    </a:cubicBezTo>
                    <a:cubicBezTo>
                      <a:pt x="15050" y="48292"/>
                      <a:pt x="24670" y="57912"/>
                      <a:pt x="36481" y="57912"/>
                    </a:cubicBezTo>
                    <a:cubicBezTo>
                      <a:pt x="48292" y="57912"/>
                      <a:pt x="57912" y="48292"/>
                      <a:pt x="57912" y="36481"/>
                    </a:cubicBezTo>
                    <a:cubicBezTo>
                      <a:pt x="57912" y="24670"/>
                      <a:pt x="48292" y="15049"/>
                      <a:pt x="36481" y="150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520;p45">
                <a:extLst>
                  <a:ext uri="{FF2B5EF4-FFF2-40B4-BE49-F238E27FC236}">
                    <a16:creationId xmlns:a16="http://schemas.microsoft.com/office/drawing/2014/main" id="{421CCADE-3C07-CD64-CC9E-7CC87BB90877}"/>
                  </a:ext>
                </a:extLst>
              </p:cNvPr>
              <p:cNvSpPr/>
              <p:nvPr/>
            </p:nvSpPr>
            <p:spPr>
              <a:xfrm>
                <a:off x="-4909890" y="3041371"/>
                <a:ext cx="666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14300" extrusionOk="0">
                    <a:moveTo>
                      <a:pt x="68103" y="47339"/>
                    </a:moveTo>
                    <a:lnTo>
                      <a:pt x="68103" y="89440"/>
                    </a:lnTo>
                    <a:cubicBezTo>
                      <a:pt x="68103" y="108109"/>
                      <a:pt x="52768" y="123539"/>
                      <a:pt x="34100" y="123539"/>
                    </a:cubicBezTo>
                    <a:cubicBezTo>
                      <a:pt x="15430" y="123539"/>
                      <a:pt x="0" y="108204"/>
                      <a:pt x="0" y="89440"/>
                    </a:cubicBezTo>
                    <a:lnTo>
                      <a:pt x="0" y="34004"/>
                    </a:lnTo>
                    <a:cubicBezTo>
                      <a:pt x="0" y="15335"/>
                      <a:pt x="15335" y="0"/>
                      <a:pt x="34100" y="0"/>
                    </a:cubicBezTo>
                    <a:cubicBezTo>
                      <a:pt x="43434" y="0"/>
                      <a:pt x="51911" y="3810"/>
                      <a:pt x="58102" y="10001"/>
                    </a:cubicBezTo>
                    <a:cubicBezTo>
                      <a:pt x="64294" y="16193"/>
                      <a:pt x="68103" y="24670"/>
                      <a:pt x="68103" y="34004"/>
                    </a:cubicBezTo>
                    <a:lnTo>
                      <a:pt x="68103" y="4743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521;p45">
                <a:extLst>
                  <a:ext uri="{FF2B5EF4-FFF2-40B4-BE49-F238E27FC236}">
                    <a16:creationId xmlns:a16="http://schemas.microsoft.com/office/drawing/2014/main" id="{04393DAA-255E-D868-B4D3-2DE461335838}"/>
                  </a:ext>
                </a:extLst>
              </p:cNvPr>
              <p:cNvSpPr/>
              <p:nvPr/>
            </p:nvSpPr>
            <p:spPr>
              <a:xfrm>
                <a:off x="-4502601" y="3088710"/>
                <a:ext cx="1428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6200" extrusionOk="0">
                    <a:moveTo>
                      <a:pt x="0" y="0"/>
                    </a:moveTo>
                    <a:lnTo>
                      <a:pt x="148400" y="0"/>
                    </a:lnTo>
                    <a:lnTo>
                      <a:pt x="148400" y="81344"/>
                    </a:lnTo>
                    <a:lnTo>
                      <a:pt x="0" y="813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522;p45">
                <a:extLst>
                  <a:ext uri="{FF2B5EF4-FFF2-40B4-BE49-F238E27FC236}">
                    <a16:creationId xmlns:a16="http://schemas.microsoft.com/office/drawing/2014/main" id="{9DE9C7F0-8439-2B0F-A0AF-CBC5AC111239}"/>
                  </a:ext>
                </a:extLst>
              </p:cNvPr>
              <p:cNvSpPr/>
              <p:nvPr/>
            </p:nvSpPr>
            <p:spPr>
              <a:xfrm>
                <a:off x="-3983108" y="3041371"/>
                <a:ext cx="666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14300" extrusionOk="0">
                    <a:moveTo>
                      <a:pt x="68199" y="47339"/>
                    </a:moveTo>
                    <a:lnTo>
                      <a:pt x="68199" y="89440"/>
                    </a:lnTo>
                    <a:cubicBezTo>
                      <a:pt x="68199" y="108109"/>
                      <a:pt x="52864" y="123539"/>
                      <a:pt x="34100" y="123539"/>
                    </a:cubicBezTo>
                    <a:cubicBezTo>
                      <a:pt x="15335" y="123539"/>
                      <a:pt x="0" y="108204"/>
                      <a:pt x="0" y="89440"/>
                    </a:cubicBezTo>
                    <a:lnTo>
                      <a:pt x="0" y="34004"/>
                    </a:lnTo>
                    <a:cubicBezTo>
                      <a:pt x="0" y="15335"/>
                      <a:pt x="15335" y="0"/>
                      <a:pt x="34100" y="0"/>
                    </a:cubicBezTo>
                    <a:cubicBezTo>
                      <a:pt x="43434" y="0"/>
                      <a:pt x="52007" y="3810"/>
                      <a:pt x="58198" y="10001"/>
                    </a:cubicBezTo>
                    <a:cubicBezTo>
                      <a:pt x="64389" y="16193"/>
                      <a:pt x="68199" y="24670"/>
                      <a:pt x="68199" y="34004"/>
                    </a:cubicBezTo>
                    <a:lnTo>
                      <a:pt x="68199" y="4743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523;p45">
                <a:extLst>
                  <a:ext uri="{FF2B5EF4-FFF2-40B4-BE49-F238E27FC236}">
                    <a16:creationId xmlns:a16="http://schemas.microsoft.com/office/drawing/2014/main" id="{209FE2D9-3457-20BB-9331-9C8ED84D8BBC}"/>
                  </a:ext>
                </a:extLst>
              </p:cNvPr>
              <p:cNvSpPr/>
              <p:nvPr/>
            </p:nvSpPr>
            <p:spPr>
              <a:xfrm>
                <a:off x="-5015440" y="2849728"/>
                <a:ext cx="11715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71575" h="114300" extrusionOk="0">
                    <a:moveTo>
                      <a:pt x="1727" y="97822"/>
                    </a:moveTo>
                    <a:cubicBezTo>
                      <a:pt x="-939" y="90106"/>
                      <a:pt x="-654" y="81248"/>
                      <a:pt x="3537" y="72961"/>
                    </a:cubicBezTo>
                    <a:lnTo>
                      <a:pt x="31445" y="17812"/>
                    </a:lnTo>
                    <a:cubicBezTo>
                      <a:pt x="36970" y="6953"/>
                      <a:pt x="48209" y="0"/>
                      <a:pt x="60402" y="0"/>
                    </a:cubicBezTo>
                    <a:lnTo>
                      <a:pt x="1113581" y="0"/>
                    </a:lnTo>
                    <a:cubicBezTo>
                      <a:pt x="1125773" y="0"/>
                      <a:pt x="1137012" y="6858"/>
                      <a:pt x="1142537" y="17812"/>
                    </a:cubicBezTo>
                    <a:lnTo>
                      <a:pt x="1170445" y="72961"/>
                    </a:lnTo>
                    <a:cubicBezTo>
                      <a:pt x="1174636" y="81248"/>
                      <a:pt x="1174922" y="90106"/>
                      <a:pt x="1172255" y="97917"/>
                    </a:cubicBezTo>
                    <a:cubicBezTo>
                      <a:pt x="1168064" y="110490"/>
                      <a:pt x="1156348" y="120205"/>
                      <a:pt x="1141394" y="120205"/>
                    </a:cubicBezTo>
                    <a:lnTo>
                      <a:pt x="32493" y="120205"/>
                    </a:lnTo>
                    <a:cubicBezTo>
                      <a:pt x="17539" y="120205"/>
                      <a:pt x="5823" y="110395"/>
                      <a:pt x="1632" y="978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524;p45">
                <a:extLst>
                  <a:ext uri="{FF2B5EF4-FFF2-40B4-BE49-F238E27FC236}">
                    <a16:creationId xmlns:a16="http://schemas.microsoft.com/office/drawing/2014/main" id="{635D266D-8C8C-B99C-0D02-EC0E6DA4D673}"/>
                  </a:ext>
                </a:extLst>
              </p:cNvPr>
              <p:cNvSpPr/>
              <p:nvPr/>
            </p:nvSpPr>
            <p:spPr>
              <a:xfrm>
                <a:off x="-5013713" y="3066325"/>
                <a:ext cx="116205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1162050" h="276225" extrusionOk="0">
                    <a:moveTo>
                      <a:pt x="1170623" y="95"/>
                    </a:moveTo>
                    <a:lnTo>
                      <a:pt x="1170623" y="217075"/>
                    </a:lnTo>
                    <a:cubicBezTo>
                      <a:pt x="1170623" y="253746"/>
                      <a:pt x="1140905" y="283464"/>
                      <a:pt x="1104233" y="283464"/>
                    </a:cubicBezTo>
                    <a:lnTo>
                      <a:pt x="66390" y="283464"/>
                    </a:lnTo>
                    <a:cubicBezTo>
                      <a:pt x="29718" y="283464"/>
                      <a:pt x="0" y="253746"/>
                      <a:pt x="0" y="217075"/>
                    </a:cubicBezTo>
                    <a:lnTo>
                      <a:pt x="0" y="0"/>
                    </a:lnTo>
                    <a:cubicBezTo>
                      <a:pt x="4191" y="12573"/>
                      <a:pt x="15907" y="22288"/>
                      <a:pt x="30861" y="22288"/>
                    </a:cubicBezTo>
                    <a:lnTo>
                      <a:pt x="103918" y="22288"/>
                    </a:lnTo>
                    <a:lnTo>
                      <a:pt x="103918" y="64389"/>
                    </a:lnTo>
                    <a:cubicBezTo>
                      <a:pt x="103918" y="83058"/>
                      <a:pt x="119253" y="98488"/>
                      <a:pt x="138017" y="98488"/>
                    </a:cubicBezTo>
                    <a:cubicBezTo>
                      <a:pt x="156782" y="98488"/>
                      <a:pt x="172021" y="83153"/>
                      <a:pt x="172021" y="64389"/>
                    </a:cubicBezTo>
                    <a:lnTo>
                      <a:pt x="172021" y="22288"/>
                    </a:lnTo>
                    <a:lnTo>
                      <a:pt x="511207" y="22288"/>
                    </a:lnTo>
                    <a:lnTo>
                      <a:pt x="511207" y="103632"/>
                    </a:lnTo>
                    <a:lnTo>
                      <a:pt x="659606" y="103632"/>
                    </a:lnTo>
                    <a:lnTo>
                      <a:pt x="659606" y="22288"/>
                    </a:lnTo>
                    <a:lnTo>
                      <a:pt x="1030796" y="22288"/>
                    </a:lnTo>
                    <a:lnTo>
                      <a:pt x="1030796" y="64389"/>
                    </a:lnTo>
                    <a:cubicBezTo>
                      <a:pt x="1030796" y="83058"/>
                      <a:pt x="1046131" y="98488"/>
                      <a:pt x="1064895" y="98488"/>
                    </a:cubicBezTo>
                    <a:cubicBezTo>
                      <a:pt x="1083659" y="98488"/>
                      <a:pt x="1098995" y="83153"/>
                      <a:pt x="1098995" y="64389"/>
                    </a:cubicBezTo>
                    <a:lnTo>
                      <a:pt x="1098995" y="22288"/>
                    </a:lnTo>
                    <a:lnTo>
                      <a:pt x="1139952" y="22288"/>
                    </a:lnTo>
                    <a:cubicBezTo>
                      <a:pt x="1155002" y="22288"/>
                      <a:pt x="1166622" y="12573"/>
                      <a:pt x="1170813" y="0"/>
                    </a:cubicBezTo>
                    <a:close/>
                    <a:moveTo>
                      <a:pt x="812388" y="114586"/>
                    </a:moveTo>
                    <a:lnTo>
                      <a:pt x="812388" y="81439"/>
                    </a:lnTo>
                    <a:lnTo>
                      <a:pt x="713327" y="81439"/>
                    </a:lnTo>
                    <a:lnTo>
                      <a:pt x="713327" y="114586"/>
                    </a:lnTo>
                    <a:lnTo>
                      <a:pt x="749618" y="114586"/>
                    </a:lnTo>
                    <a:lnTo>
                      <a:pt x="749618" y="156591"/>
                    </a:lnTo>
                    <a:lnTo>
                      <a:pt x="738092" y="158305"/>
                    </a:lnTo>
                    <a:cubicBezTo>
                      <a:pt x="735425" y="152305"/>
                      <a:pt x="732473" y="145733"/>
                      <a:pt x="729139" y="138113"/>
                    </a:cubicBezTo>
                    <a:cubicBezTo>
                      <a:pt x="630746" y="175641"/>
                      <a:pt x="539592" y="175546"/>
                      <a:pt x="441389" y="138113"/>
                    </a:cubicBezTo>
                    <a:cubicBezTo>
                      <a:pt x="437865" y="145923"/>
                      <a:pt x="435007" y="152590"/>
                      <a:pt x="432245" y="158687"/>
                    </a:cubicBezTo>
                    <a:lnTo>
                      <a:pt x="415862" y="156305"/>
                    </a:lnTo>
                    <a:lnTo>
                      <a:pt x="415862" y="114681"/>
                    </a:lnTo>
                    <a:lnTo>
                      <a:pt x="449104" y="114681"/>
                    </a:lnTo>
                    <a:lnTo>
                      <a:pt x="449104" y="81534"/>
                    </a:lnTo>
                    <a:lnTo>
                      <a:pt x="350044" y="81534"/>
                    </a:lnTo>
                    <a:lnTo>
                      <a:pt x="350044" y="114681"/>
                    </a:lnTo>
                    <a:lnTo>
                      <a:pt x="382620" y="114681"/>
                    </a:lnTo>
                    <a:lnTo>
                      <a:pt x="382620" y="182499"/>
                    </a:lnTo>
                    <a:lnTo>
                      <a:pt x="418624" y="189167"/>
                    </a:lnTo>
                    <a:cubicBezTo>
                      <a:pt x="416909" y="193072"/>
                      <a:pt x="415004" y="197263"/>
                      <a:pt x="413004" y="201930"/>
                    </a:cubicBezTo>
                    <a:cubicBezTo>
                      <a:pt x="529590" y="247650"/>
                      <a:pt x="640652" y="247650"/>
                      <a:pt x="757333" y="201930"/>
                    </a:cubicBezTo>
                    <a:cubicBezTo>
                      <a:pt x="755238" y="197168"/>
                      <a:pt x="753237" y="192786"/>
                      <a:pt x="751427" y="188786"/>
                    </a:cubicBezTo>
                    <a:lnTo>
                      <a:pt x="782764" y="182975"/>
                    </a:lnTo>
                    <a:lnTo>
                      <a:pt x="782764" y="114776"/>
                    </a:lnTo>
                    <a:lnTo>
                      <a:pt x="812292" y="11477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525;p45">
                <a:extLst>
                  <a:ext uri="{FF2B5EF4-FFF2-40B4-BE49-F238E27FC236}">
                    <a16:creationId xmlns:a16="http://schemas.microsoft.com/office/drawing/2014/main" id="{4D6673F9-8E2F-5356-AC20-AC92FD064633}"/>
                  </a:ext>
                </a:extLst>
              </p:cNvPr>
              <p:cNvSpPr/>
              <p:nvPr/>
            </p:nvSpPr>
            <p:spPr>
              <a:xfrm>
                <a:off x="-3949008" y="3007747"/>
                <a:ext cx="1047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76200" extrusionOk="0">
                    <a:moveTo>
                      <a:pt x="105918" y="38195"/>
                    </a:moveTo>
                    <a:lnTo>
                      <a:pt x="105918" y="58674"/>
                    </a:lnTo>
                    <a:cubicBezTo>
                      <a:pt x="101727" y="71247"/>
                      <a:pt x="90011" y="80963"/>
                      <a:pt x="75057" y="80963"/>
                    </a:cubicBezTo>
                    <a:lnTo>
                      <a:pt x="34100" y="80963"/>
                    </a:lnTo>
                    <a:lnTo>
                      <a:pt x="34100" y="67532"/>
                    </a:lnTo>
                    <a:cubicBezTo>
                      <a:pt x="34100" y="58103"/>
                      <a:pt x="30289" y="49721"/>
                      <a:pt x="24098" y="43529"/>
                    </a:cubicBezTo>
                    <a:cubicBezTo>
                      <a:pt x="17907" y="37338"/>
                      <a:pt x="9334" y="33528"/>
                      <a:pt x="0" y="33528"/>
                    </a:cubicBezTo>
                    <a:lnTo>
                      <a:pt x="0" y="22288"/>
                    </a:lnTo>
                    <a:lnTo>
                      <a:pt x="74962" y="22288"/>
                    </a:lnTo>
                    <a:cubicBezTo>
                      <a:pt x="90011" y="22288"/>
                      <a:pt x="101632" y="12573"/>
                      <a:pt x="105823" y="0"/>
                    </a:cubicBezTo>
                    <a:lnTo>
                      <a:pt x="105823" y="3819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526;p45">
                <a:extLst>
                  <a:ext uri="{FF2B5EF4-FFF2-40B4-BE49-F238E27FC236}">
                    <a16:creationId xmlns:a16="http://schemas.microsoft.com/office/drawing/2014/main" id="{46768308-78DA-665A-5B5D-5C04C7524CF2}"/>
                  </a:ext>
                </a:extLst>
              </p:cNvPr>
              <p:cNvSpPr/>
              <p:nvPr/>
            </p:nvSpPr>
            <p:spPr>
              <a:xfrm>
                <a:off x="-5013713" y="2947549"/>
                <a:ext cx="11620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62050" h="76200" extrusionOk="0">
                    <a:moveTo>
                      <a:pt x="0" y="39719"/>
                    </a:moveTo>
                    <a:lnTo>
                      <a:pt x="0" y="0"/>
                    </a:lnTo>
                    <a:cubicBezTo>
                      <a:pt x="4096" y="12573"/>
                      <a:pt x="15907" y="22384"/>
                      <a:pt x="30861" y="22384"/>
                    </a:cubicBezTo>
                    <a:lnTo>
                      <a:pt x="1139762" y="22384"/>
                    </a:lnTo>
                    <a:cubicBezTo>
                      <a:pt x="1154811" y="22384"/>
                      <a:pt x="1166432" y="12668"/>
                      <a:pt x="1170623" y="95"/>
                    </a:cubicBezTo>
                    <a:lnTo>
                      <a:pt x="1170623" y="60198"/>
                    </a:lnTo>
                    <a:cubicBezTo>
                      <a:pt x="1166432" y="72771"/>
                      <a:pt x="1154716" y="82487"/>
                      <a:pt x="1139762" y="82487"/>
                    </a:cubicBezTo>
                    <a:lnTo>
                      <a:pt x="30861" y="82487"/>
                    </a:lnTo>
                    <a:cubicBezTo>
                      <a:pt x="15907" y="82487"/>
                      <a:pt x="4191" y="72771"/>
                      <a:pt x="0" y="60198"/>
                    </a:cubicBezTo>
                    <a:lnTo>
                      <a:pt x="0" y="3981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527;p45">
                <a:extLst>
                  <a:ext uri="{FF2B5EF4-FFF2-40B4-BE49-F238E27FC236}">
                    <a16:creationId xmlns:a16="http://schemas.microsoft.com/office/drawing/2014/main" id="{0DA10F8C-63C2-73E1-BB95-AF4B3A506BAB}"/>
                  </a:ext>
                </a:extLst>
              </p:cNvPr>
              <p:cNvSpPr/>
              <p:nvPr/>
            </p:nvSpPr>
            <p:spPr>
              <a:xfrm>
                <a:off x="-4875790" y="3030036"/>
                <a:ext cx="9239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23925" h="57150" extrusionOk="0">
                    <a:moveTo>
                      <a:pt x="926782" y="0"/>
                    </a:moveTo>
                    <a:lnTo>
                      <a:pt x="926782" y="11239"/>
                    </a:lnTo>
                    <a:cubicBezTo>
                      <a:pt x="908018" y="11239"/>
                      <a:pt x="892683" y="26575"/>
                      <a:pt x="892683" y="45244"/>
                    </a:cubicBezTo>
                    <a:lnTo>
                      <a:pt x="892683" y="58674"/>
                    </a:lnTo>
                    <a:lnTo>
                      <a:pt x="34004" y="58674"/>
                    </a:lnTo>
                    <a:lnTo>
                      <a:pt x="34004" y="45244"/>
                    </a:lnTo>
                    <a:cubicBezTo>
                      <a:pt x="34004" y="35814"/>
                      <a:pt x="30194" y="27432"/>
                      <a:pt x="24003" y="21241"/>
                    </a:cubicBezTo>
                    <a:cubicBezTo>
                      <a:pt x="17812" y="15049"/>
                      <a:pt x="9334" y="11239"/>
                      <a:pt x="0" y="11239"/>
                    </a:cubicBezTo>
                    <a:lnTo>
                      <a:pt x="0" y="0"/>
                    </a:lnTo>
                    <a:lnTo>
                      <a:pt x="9267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528;p45">
                <a:extLst>
                  <a:ext uri="{FF2B5EF4-FFF2-40B4-BE49-F238E27FC236}">
                    <a16:creationId xmlns:a16="http://schemas.microsoft.com/office/drawing/2014/main" id="{BFC29E83-1215-F262-D00D-FC19E565EE86}"/>
                  </a:ext>
                </a:extLst>
              </p:cNvPr>
              <p:cNvSpPr/>
              <p:nvPr/>
            </p:nvSpPr>
            <p:spPr>
              <a:xfrm>
                <a:off x="-4300385" y="3147765"/>
                <a:ext cx="952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8575" extrusionOk="0">
                    <a:moveTo>
                      <a:pt x="99060" y="0"/>
                    </a:moveTo>
                    <a:lnTo>
                      <a:pt x="99060" y="33147"/>
                    </a:lnTo>
                    <a:lnTo>
                      <a:pt x="69532" y="33147"/>
                    </a:lnTo>
                    <a:lnTo>
                      <a:pt x="36290" y="33147"/>
                    </a:lnTo>
                    <a:lnTo>
                      <a:pt x="0" y="33147"/>
                    </a:lnTo>
                    <a:lnTo>
                      <a:pt x="0" y="0"/>
                    </a:lnTo>
                    <a:lnTo>
                      <a:pt x="990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529;p45">
                <a:extLst>
                  <a:ext uri="{FF2B5EF4-FFF2-40B4-BE49-F238E27FC236}">
                    <a16:creationId xmlns:a16="http://schemas.microsoft.com/office/drawing/2014/main" id="{36696AD9-652A-5B9F-960A-1DDB15FD5FD9}"/>
                  </a:ext>
                </a:extLst>
              </p:cNvPr>
              <p:cNvSpPr/>
              <p:nvPr/>
            </p:nvSpPr>
            <p:spPr>
              <a:xfrm>
                <a:off x="-4275621" y="3180912"/>
                <a:ext cx="381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66675" extrusionOk="0">
                    <a:moveTo>
                      <a:pt x="44768" y="0"/>
                    </a:moveTo>
                    <a:lnTo>
                      <a:pt x="44768" y="68199"/>
                    </a:lnTo>
                    <a:lnTo>
                      <a:pt x="13431" y="74009"/>
                    </a:lnTo>
                    <a:cubicBezTo>
                      <a:pt x="8573" y="62960"/>
                      <a:pt x="4572" y="54007"/>
                      <a:pt x="0" y="43720"/>
                    </a:cubicBezTo>
                    <a:lnTo>
                      <a:pt x="11525" y="42005"/>
                    </a:lnTo>
                    <a:lnTo>
                      <a:pt x="11525" y="0"/>
                    </a:lnTo>
                    <a:lnTo>
                      <a:pt x="4476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530;p45">
                <a:extLst>
                  <a:ext uri="{FF2B5EF4-FFF2-40B4-BE49-F238E27FC236}">
                    <a16:creationId xmlns:a16="http://schemas.microsoft.com/office/drawing/2014/main" id="{94DE6E04-CCE0-FC97-E6DF-A532723A1BCB}"/>
                  </a:ext>
                </a:extLst>
              </p:cNvPr>
              <p:cNvSpPr/>
              <p:nvPr/>
            </p:nvSpPr>
            <p:spPr>
              <a:xfrm>
                <a:off x="-4600613" y="3204342"/>
                <a:ext cx="3429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95250" extrusionOk="0">
                    <a:moveTo>
                      <a:pt x="338424" y="50483"/>
                    </a:moveTo>
                    <a:cubicBezTo>
                      <a:pt x="340233" y="54578"/>
                      <a:pt x="342233" y="58865"/>
                      <a:pt x="344329" y="63627"/>
                    </a:cubicBezTo>
                    <a:cubicBezTo>
                      <a:pt x="227743" y="109347"/>
                      <a:pt x="116681" y="109347"/>
                      <a:pt x="0" y="63627"/>
                    </a:cubicBezTo>
                    <a:cubicBezTo>
                      <a:pt x="2000" y="59055"/>
                      <a:pt x="3906" y="54864"/>
                      <a:pt x="5620" y="50864"/>
                    </a:cubicBezTo>
                    <a:cubicBezTo>
                      <a:pt x="10573" y="39815"/>
                      <a:pt x="14574" y="30766"/>
                      <a:pt x="19145" y="20574"/>
                    </a:cubicBezTo>
                    <a:cubicBezTo>
                      <a:pt x="21908" y="14383"/>
                      <a:pt x="24765" y="7811"/>
                      <a:pt x="28290" y="0"/>
                    </a:cubicBezTo>
                    <a:cubicBezTo>
                      <a:pt x="126492" y="37433"/>
                      <a:pt x="217647" y="37529"/>
                      <a:pt x="316039" y="0"/>
                    </a:cubicBezTo>
                    <a:cubicBezTo>
                      <a:pt x="319469" y="7716"/>
                      <a:pt x="322326" y="14192"/>
                      <a:pt x="324993" y="20193"/>
                    </a:cubicBezTo>
                    <a:cubicBezTo>
                      <a:pt x="329565" y="30385"/>
                      <a:pt x="333566" y="39434"/>
                      <a:pt x="338424" y="5048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531;p45">
                <a:extLst>
                  <a:ext uri="{FF2B5EF4-FFF2-40B4-BE49-F238E27FC236}">
                    <a16:creationId xmlns:a16="http://schemas.microsoft.com/office/drawing/2014/main" id="{925E89AC-1260-F574-DAEF-2EBFFDA873CF}"/>
                  </a:ext>
                </a:extLst>
              </p:cNvPr>
              <p:cNvSpPr/>
              <p:nvPr/>
            </p:nvSpPr>
            <p:spPr>
              <a:xfrm>
                <a:off x="-4663574" y="3147765"/>
                <a:ext cx="952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8575" extrusionOk="0">
                    <a:moveTo>
                      <a:pt x="99060" y="0"/>
                    </a:moveTo>
                    <a:lnTo>
                      <a:pt x="99060" y="33147"/>
                    </a:lnTo>
                    <a:lnTo>
                      <a:pt x="65818" y="33147"/>
                    </a:lnTo>
                    <a:lnTo>
                      <a:pt x="32671" y="33147"/>
                    </a:lnTo>
                    <a:lnTo>
                      <a:pt x="0" y="33147"/>
                    </a:lnTo>
                    <a:lnTo>
                      <a:pt x="0" y="0"/>
                    </a:lnTo>
                    <a:lnTo>
                      <a:pt x="990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532;p45">
                <a:extLst>
                  <a:ext uri="{FF2B5EF4-FFF2-40B4-BE49-F238E27FC236}">
                    <a16:creationId xmlns:a16="http://schemas.microsoft.com/office/drawing/2014/main" id="{C5A23D26-6617-A9C8-F572-F259F3859A3B}"/>
                  </a:ext>
                </a:extLst>
              </p:cNvPr>
              <p:cNvSpPr/>
              <p:nvPr/>
            </p:nvSpPr>
            <p:spPr>
              <a:xfrm>
                <a:off x="-4630903" y="3180816"/>
                <a:ext cx="476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66675" extrusionOk="0">
                    <a:moveTo>
                      <a:pt x="33147" y="41815"/>
                    </a:moveTo>
                    <a:lnTo>
                      <a:pt x="49530" y="44196"/>
                    </a:lnTo>
                    <a:cubicBezTo>
                      <a:pt x="44958" y="54388"/>
                      <a:pt x="40957" y="63437"/>
                      <a:pt x="36005" y="74486"/>
                    </a:cubicBezTo>
                    <a:lnTo>
                      <a:pt x="0" y="67818"/>
                    </a:lnTo>
                    <a:lnTo>
                      <a:pt x="0" y="0"/>
                    </a:lnTo>
                    <a:lnTo>
                      <a:pt x="33242" y="0"/>
                    </a:lnTo>
                    <a:lnTo>
                      <a:pt x="33242" y="4162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533;p45">
                <a:extLst>
                  <a:ext uri="{FF2B5EF4-FFF2-40B4-BE49-F238E27FC236}">
                    <a16:creationId xmlns:a16="http://schemas.microsoft.com/office/drawing/2014/main" id="{32BA1D2B-947C-442A-6D64-CBDF673DB86C}"/>
                  </a:ext>
                </a:extLst>
              </p:cNvPr>
              <p:cNvSpPr/>
              <p:nvPr/>
            </p:nvSpPr>
            <p:spPr>
              <a:xfrm>
                <a:off x="-5013713" y="3007652"/>
                <a:ext cx="1333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6200" extrusionOk="0">
                    <a:moveTo>
                      <a:pt x="0" y="38291"/>
                    </a:moveTo>
                    <a:lnTo>
                      <a:pt x="0" y="0"/>
                    </a:lnTo>
                    <a:cubicBezTo>
                      <a:pt x="4191" y="12573"/>
                      <a:pt x="15907" y="22288"/>
                      <a:pt x="30861" y="22288"/>
                    </a:cubicBezTo>
                    <a:lnTo>
                      <a:pt x="138017" y="22288"/>
                    </a:lnTo>
                    <a:lnTo>
                      <a:pt x="138017" y="33528"/>
                    </a:lnTo>
                    <a:cubicBezTo>
                      <a:pt x="119253" y="33528"/>
                      <a:pt x="103918" y="48863"/>
                      <a:pt x="103918" y="67532"/>
                    </a:cubicBezTo>
                    <a:lnTo>
                      <a:pt x="103918" y="80963"/>
                    </a:lnTo>
                    <a:lnTo>
                      <a:pt x="30861" y="80963"/>
                    </a:lnTo>
                    <a:cubicBezTo>
                      <a:pt x="15907" y="80963"/>
                      <a:pt x="4191" y="71247"/>
                      <a:pt x="0" y="58674"/>
                    </a:cubicBezTo>
                    <a:lnTo>
                      <a:pt x="0" y="3829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534;p45">
                <a:extLst>
                  <a:ext uri="{FF2B5EF4-FFF2-40B4-BE49-F238E27FC236}">
                    <a16:creationId xmlns:a16="http://schemas.microsoft.com/office/drawing/2014/main" id="{47F19F52-6BDE-AE6C-9B6A-86D392C6C83B}"/>
                  </a:ext>
                </a:extLst>
              </p:cNvPr>
              <p:cNvSpPr/>
              <p:nvPr/>
            </p:nvSpPr>
            <p:spPr>
              <a:xfrm>
                <a:off x="-4917510" y="3033751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 extrusionOk="0">
                    <a:moveTo>
                      <a:pt x="41720" y="138589"/>
                    </a:moveTo>
                    <a:cubicBezTo>
                      <a:pt x="18764" y="138589"/>
                      <a:pt x="0" y="119920"/>
                      <a:pt x="0" y="96964"/>
                    </a:cubicBezTo>
                    <a:lnTo>
                      <a:pt x="0" y="41529"/>
                    </a:lnTo>
                    <a:cubicBezTo>
                      <a:pt x="0" y="18574"/>
                      <a:pt x="18669" y="0"/>
                      <a:pt x="41720" y="0"/>
                    </a:cubicBezTo>
                    <a:cubicBezTo>
                      <a:pt x="52768" y="0"/>
                      <a:pt x="63246" y="4286"/>
                      <a:pt x="71056" y="12192"/>
                    </a:cubicBezTo>
                    <a:cubicBezTo>
                      <a:pt x="78962" y="20098"/>
                      <a:pt x="83248" y="30575"/>
                      <a:pt x="83248" y="41529"/>
                    </a:cubicBezTo>
                    <a:lnTo>
                      <a:pt x="83248" y="96964"/>
                    </a:lnTo>
                    <a:cubicBezTo>
                      <a:pt x="83248" y="119920"/>
                      <a:pt x="64579" y="138589"/>
                      <a:pt x="41720" y="138589"/>
                    </a:cubicBezTo>
                    <a:close/>
                    <a:moveTo>
                      <a:pt x="41720" y="15145"/>
                    </a:moveTo>
                    <a:cubicBezTo>
                      <a:pt x="27051" y="15145"/>
                      <a:pt x="15144" y="26956"/>
                      <a:pt x="15144" y="41624"/>
                    </a:cubicBezTo>
                    <a:lnTo>
                      <a:pt x="15144" y="97059"/>
                    </a:lnTo>
                    <a:cubicBezTo>
                      <a:pt x="15144" y="111633"/>
                      <a:pt x="27051" y="123539"/>
                      <a:pt x="41720" y="123539"/>
                    </a:cubicBezTo>
                    <a:cubicBezTo>
                      <a:pt x="56388" y="123539"/>
                      <a:pt x="68199" y="111633"/>
                      <a:pt x="68199" y="97059"/>
                    </a:cubicBezTo>
                    <a:lnTo>
                      <a:pt x="68199" y="41624"/>
                    </a:lnTo>
                    <a:cubicBezTo>
                      <a:pt x="68199" y="34671"/>
                      <a:pt x="65437" y="28003"/>
                      <a:pt x="60388" y="22955"/>
                    </a:cubicBezTo>
                    <a:cubicBezTo>
                      <a:pt x="55436" y="18002"/>
                      <a:pt x="48768" y="15240"/>
                      <a:pt x="41720" y="15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535;p45">
                <a:extLst>
                  <a:ext uri="{FF2B5EF4-FFF2-40B4-BE49-F238E27FC236}">
                    <a16:creationId xmlns:a16="http://schemas.microsoft.com/office/drawing/2014/main" id="{8EB538B8-F8F4-76E6-BA8B-C20BB7E9E3E8}"/>
                  </a:ext>
                </a:extLst>
              </p:cNvPr>
              <p:cNvSpPr/>
              <p:nvPr/>
            </p:nvSpPr>
            <p:spPr>
              <a:xfrm>
                <a:off x="-3990632" y="3033751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 extrusionOk="0">
                    <a:moveTo>
                      <a:pt x="41624" y="138589"/>
                    </a:moveTo>
                    <a:cubicBezTo>
                      <a:pt x="18669" y="138589"/>
                      <a:pt x="0" y="119920"/>
                      <a:pt x="0" y="96964"/>
                    </a:cubicBezTo>
                    <a:lnTo>
                      <a:pt x="0" y="41529"/>
                    </a:lnTo>
                    <a:cubicBezTo>
                      <a:pt x="0" y="18574"/>
                      <a:pt x="18669" y="0"/>
                      <a:pt x="41624" y="0"/>
                    </a:cubicBezTo>
                    <a:cubicBezTo>
                      <a:pt x="52578" y="0"/>
                      <a:pt x="63341" y="4477"/>
                      <a:pt x="71056" y="12192"/>
                    </a:cubicBezTo>
                    <a:cubicBezTo>
                      <a:pt x="78962" y="20098"/>
                      <a:pt x="83248" y="30575"/>
                      <a:pt x="83248" y="41529"/>
                    </a:cubicBezTo>
                    <a:lnTo>
                      <a:pt x="83248" y="96964"/>
                    </a:lnTo>
                    <a:cubicBezTo>
                      <a:pt x="83248" y="119920"/>
                      <a:pt x="64579" y="138589"/>
                      <a:pt x="41624" y="138589"/>
                    </a:cubicBezTo>
                    <a:close/>
                    <a:moveTo>
                      <a:pt x="41624" y="15145"/>
                    </a:moveTo>
                    <a:cubicBezTo>
                      <a:pt x="27051" y="15145"/>
                      <a:pt x="15144" y="26956"/>
                      <a:pt x="15144" y="41624"/>
                    </a:cubicBezTo>
                    <a:lnTo>
                      <a:pt x="15144" y="97059"/>
                    </a:lnTo>
                    <a:cubicBezTo>
                      <a:pt x="15144" y="111633"/>
                      <a:pt x="27051" y="123539"/>
                      <a:pt x="41624" y="123539"/>
                    </a:cubicBezTo>
                    <a:cubicBezTo>
                      <a:pt x="56197" y="123539"/>
                      <a:pt x="68103" y="111633"/>
                      <a:pt x="68103" y="97059"/>
                    </a:cubicBezTo>
                    <a:lnTo>
                      <a:pt x="68103" y="41624"/>
                    </a:lnTo>
                    <a:cubicBezTo>
                      <a:pt x="68103" y="34671"/>
                      <a:pt x="65341" y="28003"/>
                      <a:pt x="60293" y="22955"/>
                    </a:cubicBezTo>
                    <a:cubicBezTo>
                      <a:pt x="55436" y="18097"/>
                      <a:pt x="48577" y="15240"/>
                      <a:pt x="41624" y="15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536;p45">
                <a:extLst>
                  <a:ext uri="{FF2B5EF4-FFF2-40B4-BE49-F238E27FC236}">
                    <a16:creationId xmlns:a16="http://schemas.microsoft.com/office/drawing/2014/main" id="{8AADBFE7-0125-949A-13B4-E0A0AB877E14}"/>
                  </a:ext>
                </a:extLst>
              </p:cNvPr>
              <p:cNvSpPr/>
              <p:nvPr/>
            </p:nvSpPr>
            <p:spPr>
              <a:xfrm>
                <a:off x="-4671003" y="3140335"/>
                <a:ext cx="4762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161925" extrusionOk="0">
                    <a:moveTo>
                      <a:pt x="242601" y="169355"/>
                    </a:moveTo>
                    <a:cubicBezTo>
                      <a:pt x="184595" y="169355"/>
                      <a:pt x="126587" y="157829"/>
                      <a:pt x="67723" y="134779"/>
                    </a:cubicBezTo>
                    <a:cubicBezTo>
                      <a:pt x="65817" y="134017"/>
                      <a:pt x="64294" y="132493"/>
                      <a:pt x="63532" y="130588"/>
                    </a:cubicBezTo>
                    <a:cubicBezTo>
                      <a:pt x="62769" y="128683"/>
                      <a:pt x="62769" y="126492"/>
                      <a:pt x="63532" y="124683"/>
                    </a:cubicBezTo>
                    <a:lnTo>
                      <a:pt x="65341" y="120682"/>
                    </a:lnTo>
                    <a:lnTo>
                      <a:pt x="38766" y="115824"/>
                    </a:lnTo>
                    <a:cubicBezTo>
                      <a:pt x="35147" y="115158"/>
                      <a:pt x="32575" y="112014"/>
                      <a:pt x="32575" y="108395"/>
                    </a:cubicBezTo>
                    <a:lnTo>
                      <a:pt x="32575" y="48197"/>
                    </a:lnTo>
                    <a:lnTo>
                      <a:pt x="7525" y="48197"/>
                    </a:lnTo>
                    <a:cubicBezTo>
                      <a:pt x="3334" y="48197"/>
                      <a:pt x="0" y="44768"/>
                      <a:pt x="0" y="4067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06585" y="0"/>
                    </a:lnTo>
                    <a:cubicBezTo>
                      <a:pt x="110776" y="0"/>
                      <a:pt x="114109" y="3429"/>
                      <a:pt x="114109" y="7525"/>
                    </a:cubicBezTo>
                    <a:lnTo>
                      <a:pt x="114109" y="40672"/>
                    </a:lnTo>
                    <a:cubicBezTo>
                      <a:pt x="114109" y="44863"/>
                      <a:pt x="110680" y="48197"/>
                      <a:pt x="106585" y="48197"/>
                    </a:cubicBezTo>
                    <a:lnTo>
                      <a:pt x="80867" y="48197"/>
                    </a:lnTo>
                    <a:lnTo>
                      <a:pt x="80867" y="75819"/>
                    </a:lnTo>
                    <a:lnTo>
                      <a:pt x="85058" y="76486"/>
                    </a:lnTo>
                    <a:lnTo>
                      <a:pt x="91821" y="61151"/>
                    </a:lnTo>
                    <a:cubicBezTo>
                      <a:pt x="93440" y="57436"/>
                      <a:pt x="97631" y="55721"/>
                      <a:pt x="101441" y="57150"/>
                    </a:cubicBezTo>
                    <a:cubicBezTo>
                      <a:pt x="197739" y="93917"/>
                      <a:pt x="287464" y="93917"/>
                      <a:pt x="383762" y="57150"/>
                    </a:cubicBezTo>
                    <a:cubicBezTo>
                      <a:pt x="387477" y="55721"/>
                      <a:pt x="391763" y="57436"/>
                      <a:pt x="393382" y="61151"/>
                    </a:cubicBezTo>
                    <a:lnTo>
                      <a:pt x="399383" y="74676"/>
                    </a:lnTo>
                    <a:lnTo>
                      <a:pt x="399383" y="48292"/>
                    </a:lnTo>
                    <a:lnTo>
                      <a:pt x="370618" y="48292"/>
                    </a:lnTo>
                    <a:cubicBezTo>
                      <a:pt x="366426" y="48292"/>
                      <a:pt x="363093" y="44863"/>
                      <a:pt x="363093" y="40767"/>
                    </a:cubicBezTo>
                    <a:lnTo>
                      <a:pt x="363093" y="7620"/>
                    </a:lnTo>
                    <a:cubicBezTo>
                      <a:pt x="363093" y="3429"/>
                      <a:pt x="366522" y="95"/>
                      <a:pt x="370618" y="95"/>
                    </a:cubicBezTo>
                    <a:lnTo>
                      <a:pt x="469678" y="95"/>
                    </a:lnTo>
                    <a:cubicBezTo>
                      <a:pt x="473869" y="95"/>
                      <a:pt x="477202" y="3524"/>
                      <a:pt x="477202" y="7620"/>
                    </a:cubicBezTo>
                    <a:lnTo>
                      <a:pt x="477202" y="40767"/>
                    </a:lnTo>
                    <a:cubicBezTo>
                      <a:pt x="477202" y="44958"/>
                      <a:pt x="473773" y="48292"/>
                      <a:pt x="469678" y="48292"/>
                    </a:cubicBezTo>
                    <a:lnTo>
                      <a:pt x="447675" y="48292"/>
                    </a:lnTo>
                    <a:lnTo>
                      <a:pt x="447675" y="108871"/>
                    </a:lnTo>
                    <a:cubicBezTo>
                      <a:pt x="447675" y="112491"/>
                      <a:pt x="445103" y="115634"/>
                      <a:pt x="441484" y="116300"/>
                    </a:cubicBezTo>
                    <a:lnTo>
                      <a:pt x="419576" y="120301"/>
                    </a:lnTo>
                    <a:cubicBezTo>
                      <a:pt x="420243" y="121730"/>
                      <a:pt x="420910" y="123254"/>
                      <a:pt x="421576" y="124778"/>
                    </a:cubicBezTo>
                    <a:cubicBezTo>
                      <a:pt x="422434" y="126683"/>
                      <a:pt x="422434" y="128778"/>
                      <a:pt x="421576" y="130683"/>
                    </a:cubicBezTo>
                    <a:cubicBezTo>
                      <a:pt x="420814" y="132588"/>
                      <a:pt x="419290" y="134112"/>
                      <a:pt x="417385" y="134874"/>
                    </a:cubicBezTo>
                    <a:cubicBezTo>
                      <a:pt x="358521" y="157925"/>
                      <a:pt x="300514" y="169450"/>
                      <a:pt x="242506" y="169450"/>
                    </a:cubicBezTo>
                    <a:close/>
                    <a:moveTo>
                      <a:pt x="80581" y="123539"/>
                    </a:moveTo>
                    <a:cubicBezTo>
                      <a:pt x="190881" y="165068"/>
                      <a:pt x="294322" y="165068"/>
                      <a:pt x="404622" y="123539"/>
                    </a:cubicBezTo>
                    <a:cubicBezTo>
                      <a:pt x="403955" y="122111"/>
                      <a:pt x="403384" y="120777"/>
                      <a:pt x="402812" y="119444"/>
                    </a:cubicBezTo>
                    <a:lnTo>
                      <a:pt x="402050" y="117634"/>
                    </a:lnTo>
                    <a:cubicBezTo>
                      <a:pt x="401098" y="115538"/>
                      <a:pt x="401193" y="113062"/>
                      <a:pt x="402241" y="111062"/>
                    </a:cubicBezTo>
                    <a:cubicBezTo>
                      <a:pt x="403288" y="108966"/>
                      <a:pt x="405289" y="107537"/>
                      <a:pt x="407575" y="107156"/>
                    </a:cubicBezTo>
                    <a:lnTo>
                      <a:pt x="432721" y="102489"/>
                    </a:lnTo>
                    <a:lnTo>
                      <a:pt x="432721" y="40577"/>
                    </a:lnTo>
                    <a:cubicBezTo>
                      <a:pt x="432721" y="36386"/>
                      <a:pt x="436150" y="33052"/>
                      <a:pt x="440245" y="33052"/>
                    </a:cubicBezTo>
                    <a:lnTo>
                      <a:pt x="462248" y="33052"/>
                    </a:lnTo>
                    <a:lnTo>
                      <a:pt x="462248" y="15050"/>
                    </a:lnTo>
                    <a:lnTo>
                      <a:pt x="378237" y="15050"/>
                    </a:lnTo>
                    <a:lnTo>
                      <a:pt x="378237" y="33052"/>
                    </a:lnTo>
                    <a:lnTo>
                      <a:pt x="407003" y="33052"/>
                    </a:lnTo>
                    <a:cubicBezTo>
                      <a:pt x="411194" y="33052"/>
                      <a:pt x="414528" y="36481"/>
                      <a:pt x="414528" y="40577"/>
                    </a:cubicBezTo>
                    <a:lnTo>
                      <a:pt x="414528" y="82582"/>
                    </a:lnTo>
                    <a:cubicBezTo>
                      <a:pt x="414528" y="86297"/>
                      <a:pt x="411766" y="89535"/>
                      <a:pt x="408051" y="90011"/>
                    </a:cubicBezTo>
                    <a:lnTo>
                      <a:pt x="396526" y="91726"/>
                    </a:lnTo>
                    <a:cubicBezTo>
                      <a:pt x="393192" y="92202"/>
                      <a:pt x="389858" y="90392"/>
                      <a:pt x="388525" y="87344"/>
                    </a:cubicBezTo>
                    <a:lnTo>
                      <a:pt x="382428" y="73628"/>
                    </a:lnTo>
                    <a:cubicBezTo>
                      <a:pt x="287178" y="108490"/>
                      <a:pt x="197929" y="108395"/>
                      <a:pt x="102775" y="73628"/>
                    </a:cubicBezTo>
                    <a:lnTo>
                      <a:pt x="96488" y="87725"/>
                    </a:lnTo>
                    <a:cubicBezTo>
                      <a:pt x="95059" y="90869"/>
                      <a:pt x="91821" y="92583"/>
                      <a:pt x="88487" y="92107"/>
                    </a:cubicBezTo>
                    <a:lnTo>
                      <a:pt x="72199" y="89630"/>
                    </a:lnTo>
                    <a:cubicBezTo>
                      <a:pt x="68485" y="89059"/>
                      <a:pt x="65722" y="85916"/>
                      <a:pt x="65722" y="82201"/>
                    </a:cubicBezTo>
                    <a:lnTo>
                      <a:pt x="65722" y="40577"/>
                    </a:lnTo>
                    <a:cubicBezTo>
                      <a:pt x="65722" y="36386"/>
                      <a:pt x="69151" y="33052"/>
                      <a:pt x="73247" y="33052"/>
                    </a:cubicBezTo>
                    <a:lnTo>
                      <a:pt x="98964" y="33052"/>
                    </a:lnTo>
                    <a:lnTo>
                      <a:pt x="98964" y="15050"/>
                    </a:lnTo>
                    <a:lnTo>
                      <a:pt x="14954" y="15050"/>
                    </a:lnTo>
                    <a:lnTo>
                      <a:pt x="14954" y="33052"/>
                    </a:lnTo>
                    <a:lnTo>
                      <a:pt x="40005" y="33052"/>
                    </a:lnTo>
                    <a:cubicBezTo>
                      <a:pt x="44196" y="33052"/>
                      <a:pt x="47530" y="36481"/>
                      <a:pt x="47530" y="40577"/>
                    </a:cubicBezTo>
                    <a:lnTo>
                      <a:pt x="47530" y="102108"/>
                    </a:lnTo>
                    <a:lnTo>
                      <a:pt x="77343" y="107633"/>
                    </a:lnTo>
                    <a:cubicBezTo>
                      <a:pt x="79629" y="108014"/>
                      <a:pt x="81534" y="109442"/>
                      <a:pt x="82677" y="111538"/>
                    </a:cubicBezTo>
                    <a:cubicBezTo>
                      <a:pt x="83725" y="113538"/>
                      <a:pt x="83820" y="116015"/>
                      <a:pt x="82962" y="118110"/>
                    </a:cubicBezTo>
                    <a:lnTo>
                      <a:pt x="80486" y="123635"/>
                    </a:lnTo>
                    <a:close/>
                  </a:path>
                </a:pathLst>
              </a:custGeom>
              <a:solidFill>
                <a:srgbClr val="35357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537;p45">
                <a:extLst>
                  <a:ext uri="{FF2B5EF4-FFF2-40B4-BE49-F238E27FC236}">
                    <a16:creationId xmlns:a16="http://schemas.microsoft.com/office/drawing/2014/main" id="{5097CE0B-D9E5-C45C-40EA-E4A0DA758850}"/>
                  </a:ext>
                </a:extLst>
              </p:cNvPr>
              <p:cNvSpPr/>
              <p:nvPr/>
            </p:nvSpPr>
            <p:spPr>
              <a:xfrm>
                <a:off x="-3956533" y="3000415"/>
                <a:ext cx="1143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0" extrusionOk="0">
                    <a:moveTo>
                      <a:pt x="82487" y="95820"/>
                    </a:moveTo>
                    <a:lnTo>
                      <a:pt x="41529" y="95820"/>
                    </a:lnTo>
                    <a:cubicBezTo>
                      <a:pt x="37338" y="95820"/>
                      <a:pt x="34004" y="92391"/>
                      <a:pt x="34004" y="88295"/>
                    </a:cubicBezTo>
                    <a:lnTo>
                      <a:pt x="34004" y="74865"/>
                    </a:lnTo>
                    <a:cubicBezTo>
                      <a:pt x="34004" y="67911"/>
                      <a:pt x="31242" y="61244"/>
                      <a:pt x="26194" y="56196"/>
                    </a:cubicBezTo>
                    <a:cubicBezTo>
                      <a:pt x="21336" y="51338"/>
                      <a:pt x="14478" y="48481"/>
                      <a:pt x="7525" y="48481"/>
                    </a:cubicBezTo>
                    <a:cubicBezTo>
                      <a:pt x="3334" y="48481"/>
                      <a:pt x="0" y="45051"/>
                      <a:pt x="0" y="40956"/>
                    </a:cubicBezTo>
                    <a:lnTo>
                      <a:pt x="0" y="29716"/>
                    </a:lnTo>
                    <a:cubicBezTo>
                      <a:pt x="0" y="25525"/>
                      <a:pt x="3429" y="22191"/>
                      <a:pt x="7525" y="22191"/>
                    </a:cubicBezTo>
                    <a:lnTo>
                      <a:pt x="82487" y="22191"/>
                    </a:lnTo>
                    <a:cubicBezTo>
                      <a:pt x="93440" y="22191"/>
                      <a:pt x="102775" y="15524"/>
                      <a:pt x="106204" y="5142"/>
                    </a:cubicBezTo>
                    <a:cubicBezTo>
                      <a:pt x="107347" y="1617"/>
                      <a:pt x="110966" y="-478"/>
                      <a:pt x="114586" y="93"/>
                    </a:cubicBezTo>
                    <a:cubicBezTo>
                      <a:pt x="118206" y="665"/>
                      <a:pt x="120968" y="3808"/>
                      <a:pt x="120968" y="7523"/>
                    </a:cubicBezTo>
                    <a:lnTo>
                      <a:pt x="120968" y="66197"/>
                    </a:lnTo>
                    <a:cubicBezTo>
                      <a:pt x="120968" y="67054"/>
                      <a:pt x="120872" y="67816"/>
                      <a:pt x="120587" y="68578"/>
                    </a:cubicBezTo>
                    <a:cubicBezTo>
                      <a:pt x="115062" y="84961"/>
                      <a:pt x="99822" y="96010"/>
                      <a:pt x="82487" y="96010"/>
                    </a:cubicBezTo>
                    <a:close/>
                    <a:moveTo>
                      <a:pt x="49054" y="80675"/>
                    </a:moveTo>
                    <a:lnTo>
                      <a:pt x="82487" y="80675"/>
                    </a:lnTo>
                    <a:cubicBezTo>
                      <a:pt x="93059" y="80675"/>
                      <a:pt x="102108" y="74389"/>
                      <a:pt x="105823" y="64673"/>
                    </a:cubicBezTo>
                    <a:lnTo>
                      <a:pt x="105823" y="29621"/>
                    </a:lnTo>
                    <a:cubicBezTo>
                      <a:pt x="99156" y="34383"/>
                      <a:pt x="91059" y="37050"/>
                      <a:pt x="82487" y="37050"/>
                    </a:cubicBezTo>
                    <a:lnTo>
                      <a:pt x="24861" y="37050"/>
                    </a:lnTo>
                    <a:cubicBezTo>
                      <a:pt x="29337" y="39051"/>
                      <a:pt x="33433" y="41908"/>
                      <a:pt x="36957" y="45433"/>
                    </a:cubicBezTo>
                    <a:cubicBezTo>
                      <a:pt x="44863" y="53338"/>
                      <a:pt x="49149" y="63816"/>
                      <a:pt x="49149" y="74769"/>
                    </a:cubicBezTo>
                    <a:lnTo>
                      <a:pt x="49149" y="8058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538;p45">
                <a:extLst>
                  <a:ext uri="{FF2B5EF4-FFF2-40B4-BE49-F238E27FC236}">
                    <a16:creationId xmlns:a16="http://schemas.microsoft.com/office/drawing/2014/main" id="{3B4332ED-96D7-58A9-FBE9-16B4463FD4F1}"/>
                  </a:ext>
                </a:extLst>
              </p:cNvPr>
              <p:cNvSpPr/>
              <p:nvPr/>
            </p:nvSpPr>
            <p:spPr>
              <a:xfrm>
                <a:off x="-5021237" y="2940100"/>
                <a:ext cx="11811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81100" h="95250" extrusionOk="0">
                    <a:moveTo>
                      <a:pt x="1147286" y="97461"/>
                    </a:moveTo>
                    <a:lnTo>
                      <a:pt x="38385" y="97461"/>
                    </a:lnTo>
                    <a:cubicBezTo>
                      <a:pt x="21145" y="97461"/>
                      <a:pt x="5810" y="86412"/>
                      <a:pt x="381" y="70029"/>
                    </a:cubicBezTo>
                    <a:cubicBezTo>
                      <a:pt x="95" y="69267"/>
                      <a:pt x="0" y="68410"/>
                      <a:pt x="0" y="67648"/>
                    </a:cubicBezTo>
                    <a:lnTo>
                      <a:pt x="0" y="7545"/>
                    </a:lnTo>
                    <a:cubicBezTo>
                      <a:pt x="0" y="3830"/>
                      <a:pt x="2667" y="687"/>
                      <a:pt x="6382" y="116"/>
                    </a:cubicBezTo>
                    <a:cubicBezTo>
                      <a:pt x="10001" y="-551"/>
                      <a:pt x="13621" y="1735"/>
                      <a:pt x="14764" y="5259"/>
                    </a:cubicBezTo>
                    <a:cubicBezTo>
                      <a:pt x="18098" y="15546"/>
                      <a:pt x="27623" y="22404"/>
                      <a:pt x="38385" y="22404"/>
                    </a:cubicBezTo>
                    <a:lnTo>
                      <a:pt x="1147286" y="22404"/>
                    </a:lnTo>
                    <a:cubicBezTo>
                      <a:pt x="1158240" y="22404"/>
                      <a:pt x="1167575" y="15641"/>
                      <a:pt x="1171004" y="5259"/>
                    </a:cubicBezTo>
                    <a:cubicBezTo>
                      <a:pt x="1172147" y="1735"/>
                      <a:pt x="1175766" y="-361"/>
                      <a:pt x="1179386" y="211"/>
                    </a:cubicBezTo>
                    <a:cubicBezTo>
                      <a:pt x="1183005" y="782"/>
                      <a:pt x="1185767" y="3925"/>
                      <a:pt x="1185767" y="7640"/>
                    </a:cubicBezTo>
                    <a:lnTo>
                      <a:pt x="1185767" y="67743"/>
                    </a:lnTo>
                    <a:cubicBezTo>
                      <a:pt x="1185767" y="68600"/>
                      <a:pt x="1185672" y="69362"/>
                      <a:pt x="1185386" y="70124"/>
                    </a:cubicBezTo>
                    <a:cubicBezTo>
                      <a:pt x="1179862" y="86507"/>
                      <a:pt x="1164622" y="97556"/>
                      <a:pt x="1147286" y="97556"/>
                    </a:cubicBezTo>
                    <a:close/>
                    <a:moveTo>
                      <a:pt x="15050" y="66314"/>
                    </a:moveTo>
                    <a:cubicBezTo>
                      <a:pt x="18764" y="76125"/>
                      <a:pt x="27813" y="82411"/>
                      <a:pt x="38291" y="82411"/>
                    </a:cubicBezTo>
                    <a:lnTo>
                      <a:pt x="1147191" y="82411"/>
                    </a:lnTo>
                    <a:cubicBezTo>
                      <a:pt x="1157764" y="82411"/>
                      <a:pt x="1166813" y="76220"/>
                      <a:pt x="1170527" y="66409"/>
                    </a:cubicBezTo>
                    <a:lnTo>
                      <a:pt x="1170527" y="30024"/>
                    </a:lnTo>
                    <a:cubicBezTo>
                      <a:pt x="1163860" y="34786"/>
                      <a:pt x="1155763" y="37549"/>
                      <a:pt x="1147191" y="37549"/>
                    </a:cubicBezTo>
                    <a:lnTo>
                      <a:pt x="38291" y="37549"/>
                    </a:lnTo>
                    <a:cubicBezTo>
                      <a:pt x="29718" y="37549"/>
                      <a:pt x="21622" y="34786"/>
                      <a:pt x="15050" y="30119"/>
                    </a:cubicBezTo>
                    <a:lnTo>
                      <a:pt x="15050" y="664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539;p45">
                <a:extLst>
                  <a:ext uri="{FF2B5EF4-FFF2-40B4-BE49-F238E27FC236}">
                    <a16:creationId xmlns:a16="http://schemas.microsoft.com/office/drawing/2014/main" id="{91D5F34D-B3A1-1FF9-0981-DA8051594E61}"/>
                  </a:ext>
                </a:extLst>
              </p:cNvPr>
              <p:cNvSpPr/>
              <p:nvPr/>
            </p:nvSpPr>
            <p:spPr>
              <a:xfrm>
                <a:off x="-4883315" y="3022606"/>
                <a:ext cx="933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33450" h="66675" extrusionOk="0">
                    <a:moveTo>
                      <a:pt x="900208" y="73628"/>
                    </a:moveTo>
                    <a:lnTo>
                      <a:pt x="41529" y="73628"/>
                    </a:lnTo>
                    <a:cubicBezTo>
                      <a:pt x="37338" y="73628"/>
                      <a:pt x="34004" y="70199"/>
                      <a:pt x="34004" y="66104"/>
                    </a:cubicBezTo>
                    <a:lnTo>
                      <a:pt x="34004" y="52673"/>
                    </a:lnTo>
                    <a:cubicBezTo>
                      <a:pt x="34004" y="45720"/>
                      <a:pt x="31242" y="39053"/>
                      <a:pt x="26194" y="34004"/>
                    </a:cubicBezTo>
                    <a:cubicBezTo>
                      <a:pt x="21241" y="29051"/>
                      <a:pt x="14574" y="26289"/>
                      <a:pt x="7525" y="26289"/>
                    </a:cubicBezTo>
                    <a:cubicBezTo>
                      <a:pt x="3334" y="26289"/>
                      <a:pt x="0" y="22860"/>
                      <a:pt x="0" y="18764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934308" y="0"/>
                    </a:lnTo>
                    <a:cubicBezTo>
                      <a:pt x="938499" y="0"/>
                      <a:pt x="941832" y="3429"/>
                      <a:pt x="941832" y="7525"/>
                    </a:cubicBezTo>
                    <a:lnTo>
                      <a:pt x="941832" y="18764"/>
                    </a:lnTo>
                    <a:cubicBezTo>
                      <a:pt x="941832" y="22955"/>
                      <a:pt x="938403" y="26289"/>
                      <a:pt x="934308" y="26289"/>
                    </a:cubicBezTo>
                    <a:cubicBezTo>
                      <a:pt x="919734" y="26289"/>
                      <a:pt x="907828" y="38100"/>
                      <a:pt x="907828" y="52769"/>
                    </a:cubicBezTo>
                    <a:lnTo>
                      <a:pt x="907828" y="66199"/>
                    </a:lnTo>
                    <a:cubicBezTo>
                      <a:pt x="907828" y="70390"/>
                      <a:pt x="904399" y="73723"/>
                      <a:pt x="900303" y="73723"/>
                    </a:cubicBezTo>
                    <a:close/>
                    <a:moveTo>
                      <a:pt x="49054" y="58484"/>
                    </a:moveTo>
                    <a:lnTo>
                      <a:pt x="892683" y="58484"/>
                    </a:lnTo>
                    <a:lnTo>
                      <a:pt x="892683" y="52673"/>
                    </a:lnTo>
                    <a:cubicBezTo>
                      <a:pt x="892683" y="36004"/>
                      <a:pt x="902589" y="21527"/>
                      <a:pt x="916877" y="14954"/>
                    </a:cubicBezTo>
                    <a:lnTo>
                      <a:pt x="24955" y="14954"/>
                    </a:lnTo>
                    <a:cubicBezTo>
                      <a:pt x="29337" y="16954"/>
                      <a:pt x="33338" y="19812"/>
                      <a:pt x="36862" y="23336"/>
                    </a:cubicBezTo>
                    <a:cubicBezTo>
                      <a:pt x="44768" y="31242"/>
                      <a:pt x="49054" y="41720"/>
                      <a:pt x="49054" y="52673"/>
                    </a:cubicBezTo>
                    <a:lnTo>
                      <a:pt x="49054" y="584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540;p45">
                <a:extLst>
                  <a:ext uri="{FF2B5EF4-FFF2-40B4-BE49-F238E27FC236}">
                    <a16:creationId xmlns:a16="http://schemas.microsoft.com/office/drawing/2014/main" id="{CA407A70-D540-8EF1-5293-1783BA7E59C1}"/>
                  </a:ext>
                </a:extLst>
              </p:cNvPr>
              <p:cNvSpPr/>
              <p:nvPr/>
            </p:nvSpPr>
            <p:spPr>
              <a:xfrm>
                <a:off x="-4307910" y="3140335"/>
                <a:ext cx="1047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47625" extrusionOk="0">
                    <a:moveTo>
                      <a:pt x="106585" y="48197"/>
                    </a:moveTo>
                    <a:lnTo>
                      <a:pt x="7525" y="48197"/>
                    </a:lnTo>
                    <a:cubicBezTo>
                      <a:pt x="3334" y="48197"/>
                      <a:pt x="0" y="44768"/>
                      <a:pt x="0" y="4067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06585" y="0"/>
                    </a:lnTo>
                    <a:cubicBezTo>
                      <a:pt x="110776" y="0"/>
                      <a:pt x="114109" y="3429"/>
                      <a:pt x="114109" y="7525"/>
                    </a:cubicBezTo>
                    <a:lnTo>
                      <a:pt x="114109" y="40672"/>
                    </a:lnTo>
                    <a:cubicBezTo>
                      <a:pt x="114109" y="44863"/>
                      <a:pt x="110680" y="48197"/>
                      <a:pt x="106585" y="48197"/>
                    </a:cubicBezTo>
                    <a:close/>
                    <a:moveTo>
                      <a:pt x="15049" y="33052"/>
                    </a:moveTo>
                    <a:lnTo>
                      <a:pt x="99060" y="33052"/>
                    </a:lnTo>
                    <a:lnTo>
                      <a:pt x="99060" y="15050"/>
                    </a:lnTo>
                    <a:lnTo>
                      <a:pt x="15049" y="15050"/>
                    </a:lnTo>
                    <a:lnTo>
                      <a:pt x="15049" y="330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541;p45">
                <a:extLst>
                  <a:ext uri="{FF2B5EF4-FFF2-40B4-BE49-F238E27FC236}">
                    <a16:creationId xmlns:a16="http://schemas.microsoft.com/office/drawing/2014/main" id="{C1BC1E21-7B5D-4917-3BA0-AB59EE18A82C}"/>
                  </a:ext>
                </a:extLst>
              </p:cNvPr>
              <p:cNvSpPr/>
              <p:nvPr/>
            </p:nvSpPr>
            <p:spPr>
              <a:xfrm>
                <a:off x="-4283128" y="3173578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 extrusionOk="0">
                    <a:moveTo>
                      <a:pt x="20938" y="88868"/>
                    </a:moveTo>
                    <a:cubicBezTo>
                      <a:pt x="17985" y="88868"/>
                      <a:pt x="15222" y="87154"/>
                      <a:pt x="13985" y="84391"/>
                    </a:cubicBezTo>
                    <a:lnTo>
                      <a:pt x="649" y="54197"/>
                    </a:lnTo>
                    <a:cubicBezTo>
                      <a:pt x="-303" y="52006"/>
                      <a:pt x="-208" y="49530"/>
                      <a:pt x="935" y="47530"/>
                    </a:cubicBezTo>
                    <a:cubicBezTo>
                      <a:pt x="2078" y="45434"/>
                      <a:pt x="4078" y="44005"/>
                      <a:pt x="6460" y="43720"/>
                    </a:cubicBezTo>
                    <a:lnTo>
                      <a:pt x="11508" y="42958"/>
                    </a:lnTo>
                    <a:lnTo>
                      <a:pt x="11508" y="7525"/>
                    </a:lnTo>
                    <a:cubicBezTo>
                      <a:pt x="11508" y="3334"/>
                      <a:pt x="14937" y="0"/>
                      <a:pt x="19033" y="0"/>
                    </a:cubicBezTo>
                    <a:lnTo>
                      <a:pt x="52275" y="0"/>
                    </a:lnTo>
                    <a:cubicBezTo>
                      <a:pt x="56466" y="0"/>
                      <a:pt x="59800" y="3429"/>
                      <a:pt x="59800" y="7525"/>
                    </a:cubicBezTo>
                    <a:lnTo>
                      <a:pt x="59800" y="75724"/>
                    </a:lnTo>
                    <a:cubicBezTo>
                      <a:pt x="59800" y="79343"/>
                      <a:pt x="57228" y="82487"/>
                      <a:pt x="53608" y="83153"/>
                    </a:cubicBezTo>
                    <a:lnTo>
                      <a:pt x="22271" y="88963"/>
                    </a:lnTo>
                    <a:cubicBezTo>
                      <a:pt x="22271" y="88963"/>
                      <a:pt x="21319" y="89059"/>
                      <a:pt x="20938" y="89059"/>
                    </a:cubicBezTo>
                    <a:close/>
                    <a:moveTo>
                      <a:pt x="18461" y="57055"/>
                    </a:moveTo>
                    <a:lnTo>
                      <a:pt x="25414" y="72771"/>
                    </a:lnTo>
                    <a:lnTo>
                      <a:pt x="44750" y="69247"/>
                    </a:lnTo>
                    <a:lnTo>
                      <a:pt x="44750" y="14954"/>
                    </a:lnTo>
                    <a:lnTo>
                      <a:pt x="26557" y="14954"/>
                    </a:lnTo>
                    <a:lnTo>
                      <a:pt x="26557" y="49339"/>
                    </a:lnTo>
                    <a:cubicBezTo>
                      <a:pt x="26557" y="53054"/>
                      <a:pt x="23795" y="56293"/>
                      <a:pt x="20080" y="56769"/>
                    </a:cubicBezTo>
                    <a:lnTo>
                      <a:pt x="18366" y="570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542;p45">
                <a:extLst>
                  <a:ext uri="{FF2B5EF4-FFF2-40B4-BE49-F238E27FC236}">
                    <a16:creationId xmlns:a16="http://schemas.microsoft.com/office/drawing/2014/main" id="{28177B2D-1F2E-7EAB-5E27-062F7049D973}"/>
                  </a:ext>
                </a:extLst>
              </p:cNvPr>
              <p:cNvSpPr/>
              <p:nvPr/>
            </p:nvSpPr>
            <p:spPr>
              <a:xfrm>
                <a:off x="-4608043" y="3196889"/>
                <a:ext cx="3524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352425" h="104775" extrusionOk="0">
                    <a:moveTo>
                      <a:pt x="179642" y="112801"/>
                    </a:moveTo>
                    <a:cubicBezTo>
                      <a:pt x="121635" y="112801"/>
                      <a:pt x="63627" y="101276"/>
                      <a:pt x="4763" y="78225"/>
                    </a:cubicBezTo>
                    <a:cubicBezTo>
                      <a:pt x="2858" y="77463"/>
                      <a:pt x="1334" y="75939"/>
                      <a:pt x="572" y="74034"/>
                    </a:cubicBezTo>
                    <a:cubicBezTo>
                      <a:pt x="-191" y="72129"/>
                      <a:pt x="-191" y="69939"/>
                      <a:pt x="572" y="68129"/>
                    </a:cubicBezTo>
                    <a:lnTo>
                      <a:pt x="28861" y="4502"/>
                    </a:lnTo>
                    <a:cubicBezTo>
                      <a:pt x="30480" y="787"/>
                      <a:pt x="34671" y="-927"/>
                      <a:pt x="38481" y="501"/>
                    </a:cubicBezTo>
                    <a:cubicBezTo>
                      <a:pt x="134779" y="37268"/>
                      <a:pt x="224504" y="37268"/>
                      <a:pt x="320802" y="501"/>
                    </a:cubicBezTo>
                    <a:cubicBezTo>
                      <a:pt x="324517" y="-927"/>
                      <a:pt x="328803" y="787"/>
                      <a:pt x="330422" y="4502"/>
                    </a:cubicBezTo>
                    <a:lnTo>
                      <a:pt x="353568" y="56699"/>
                    </a:lnTo>
                    <a:cubicBezTo>
                      <a:pt x="355187" y="60223"/>
                      <a:pt x="356902" y="64033"/>
                      <a:pt x="358711" y="68224"/>
                    </a:cubicBezTo>
                    <a:cubicBezTo>
                      <a:pt x="359569" y="70129"/>
                      <a:pt x="359569" y="72225"/>
                      <a:pt x="358711" y="74129"/>
                    </a:cubicBezTo>
                    <a:cubicBezTo>
                      <a:pt x="357950" y="76035"/>
                      <a:pt x="356425" y="77559"/>
                      <a:pt x="354520" y="78320"/>
                    </a:cubicBezTo>
                    <a:cubicBezTo>
                      <a:pt x="295656" y="101371"/>
                      <a:pt x="237649" y="112896"/>
                      <a:pt x="179642" y="112896"/>
                    </a:cubicBezTo>
                    <a:close/>
                    <a:moveTo>
                      <a:pt x="17621" y="66986"/>
                    </a:moveTo>
                    <a:cubicBezTo>
                      <a:pt x="127921" y="108515"/>
                      <a:pt x="231362" y="108515"/>
                      <a:pt x="341662" y="66986"/>
                    </a:cubicBezTo>
                    <a:cubicBezTo>
                      <a:pt x="340995" y="65557"/>
                      <a:pt x="340424" y="64224"/>
                      <a:pt x="339852" y="62890"/>
                    </a:cubicBezTo>
                    <a:lnTo>
                      <a:pt x="319564" y="17075"/>
                    </a:lnTo>
                    <a:cubicBezTo>
                      <a:pt x="224314" y="51936"/>
                      <a:pt x="135065" y="51841"/>
                      <a:pt x="39910" y="17075"/>
                    </a:cubicBezTo>
                    <a:lnTo>
                      <a:pt x="17717" y="669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543;p45">
                <a:extLst>
                  <a:ext uri="{FF2B5EF4-FFF2-40B4-BE49-F238E27FC236}">
                    <a16:creationId xmlns:a16="http://schemas.microsoft.com/office/drawing/2014/main" id="{7D61E28C-4903-DD59-2AB7-20CA74FD6BC1}"/>
                  </a:ext>
                </a:extLst>
              </p:cNvPr>
              <p:cNvSpPr/>
              <p:nvPr/>
            </p:nvSpPr>
            <p:spPr>
              <a:xfrm>
                <a:off x="-4671098" y="3140335"/>
                <a:ext cx="1047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47625" extrusionOk="0">
                    <a:moveTo>
                      <a:pt x="106585" y="48197"/>
                    </a:moveTo>
                    <a:lnTo>
                      <a:pt x="7525" y="48197"/>
                    </a:lnTo>
                    <a:cubicBezTo>
                      <a:pt x="3334" y="48197"/>
                      <a:pt x="0" y="44768"/>
                      <a:pt x="0" y="4067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06585" y="0"/>
                    </a:lnTo>
                    <a:cubicBezTo>
                      <a:pt x="110776" y="0"/>
                      <a:pt x="114109" y="3429"/>
                      <a:pt x="114109" y="7525"/>
                    </a:cubicBezTo>
                    <a:lnTo>
                      <a:pt x="114109" y="40672"/>
                    </a:lnTo>
                    <a:cubicBezTo>
                      <a:pt x="114109" y="44863"/>
                      <a:pt x="110680" y="48197"/>
                      <a:pt x="106585" y="48197"/>
                    </a:cubicBezTo>
                    <a:close/>
                    <a:moveTo>
                      <a:pt x="15049" y="33052"/>
                    </a:moveTo>
                    <a:lnTo>
                      <a:pt x="99060" y="33052"/>
                    </a:lnTo>
                    <a:lnTo>
                      <a:pt x="99060" y="15050"/>
                    </a:lnTo>
                    <a:lnTo>
                      <a:pt x="15049" y="15050"/>
                    </a:lnTo>
                    <a:lnTo>
                      <a:pt x="15049" y="330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544;p45">
                <a:extLst>
                  <a:ext uri="{FF2B5EF4-FFF2-40B4-BE49-F238E27FC236}">
                    <a16:creationId xmlns:a16="http://schemas.microsoft.com/office/drawing/2014/main" id="{C3856265-DDAC-AFC6-9877-099C2EDE5991}"/>
                  </a:ext>
                </a:extLst>
              </p:cNvPr>
              <p:cNvSpPr/>
              <p:nvPr/>
            </p:nvSpPr>
            <p:spPr>
              <a:xfrm>
                <a:off x="-4638427" y="3173387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 extrusionOk="0">
                    <a:moveTo>
                      <a:pt x="43529" y="89535"/>
                    </a:moveTo>
                    <a:cubicBezTo>
                      <a:pt x="43529" y="89535"/>
                      <a:pt x="42576" y="89535"/>
                      <a:pt x="42196" y="89440"/>
                    </a:cubicBezTo>
                    <a:lnTo>
                      <a:pt x="6191" y="82772"/>
                    </a:lnTo>
                    <a:cubicBezTo>
                      <a:pt x="2572" y="82106"/>
                      <a:pt x="0" y="78962"/>
                      <a:pt x="0" y="75343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40767" y="0"/>
                    </a:lnTo>
                    <a:cubicBezTo>
                      <a:pt x="44958" y="0"/>
                      <a:pt x="48292" y="3429"/>
                      <a:pt x="48292" y="7525"/>
                    </a:cubicBezTo>
                    <a:lnTo>
                      <a:pt x="48292" y="42672"/>
                    </a:lnTo>
                    <a:lnTo>
                      <a:pt x="58198" y="44101"/>
                    </a:lnTo>
                    <a:cubicBezTo>
                      <a:pt x="60579" y="44482"/>
                      <a:pt x="62579" y="45911"/>
                      <a:pt x="63722" y="47911"/>
                    </a:cubicBezTo>
                    <a:cubicBezTo>
                      <a:pt x="64865" y="50006"/>
                      <a:pt x="64961" y="52483"/>
                      <a:pt x="64008" y="54674"/>
                    </a:cubicBezTo>
                    <a:lnTo>
                      <a:pt x="50482" y="84963"/>
                    </a:lnTo>
                    <a:cubicBezTo>
                      <a:pt x="49244" y="87725"/>
                      <a:pt x="46482" y="89440"/>
                      <a:pt x="43625" y="89440"/>
                    </a:cubicBezTo>
                    <a:close/>
                    <a:moveTo>
                      <a:pt x="15050" y="69056"/>
                    </a:moveTo>
                    <a:lnTo>
                      <a:pt x="39052" y="73438"/>
                    </a:lnTo>
                    <a:lnTo>
                      <a:pt x="46101" y="57626"/>
                    </a:lnTo>
                    <a:lnTo>
                      <a:pt x="39624" y="56674"/>
                    </a:lnTo>
                    <a:cubicBezTo>
                      <a:pt x="35909" y="56102"/>
                      <a:pt x="33147" y="52959"/>
                      <a:pt x="33147" y="49244"/>
                    </a:cubicBezTo>
                    <a:lnTo>
                      <a:pt x="33147" y="15145"/>
                    </a:lnTo>
                    <a:lnTo>
                      <a:pt x="15050" y="15145"/>
                    </a:lnTo>
                    <a:lnTo>
                      <a:pt x="15050" y="690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545;p45">
                <a:extLst>
                  <a:ext uri="{FF2B5EF4-FFF2-40B4-BE49-F238E27FC236}">
                    <a16:creationId xmlns:a16="http://schemas.microsoft.com/office/drawing/2014/main" id="{00C789BB-F074-A451-037D-6C32A1FCCB09}"/>
                  </a:ext>
                </a:extLst>
              </p:cNvPr>
              <p:cNvSpPr/>
              <p:nvPr/>
            </p:nvSpPr>
            <p:spPr>
              <a:xfrm>
                <a:off x="-5021333" y="3000199"/>
                <a:ext cx="1524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0" extrusionOk="0">
                    <a:moveTo>
                      <a:pt x="111443" y="96036"/>
                    </a:moveTo>
                    <a:lnTo>
                      <a:pt x="38386" y="96036"/>
                    </a:lnTo>
                    <a:cubicBezTo>
                      <a:pt x="21146" y="96036"/>
                      <a:pt x="5905" y="84987"/>
                      <a:pt x="381" y="68604"/>
                    </a:cubicBezTo>
                    <a:cubicBezTo>
                      <a:pt x="95" y="67842"/>
                      <a:pt x="0" y="66985"/>
                      <a:pt x="0" y="66223"/>
                    </a:cubicBezTo>
                    <a:lnTo>
                      <a:pt x="0" y="7549"/>
                    </a:lnTo>
                    <a:cubicBezTo>
                      <a:pt x="0" y="3834"/>
                      <a:pt x="2667" y="691"/>
                      <a:pt x="6382" y="119"/>
                    </a:cubicBezTo>
                    <a:cubicBezTo>
                      <a:pt x="10096" y="-548"/>
                      <a:pt x="13621" y="1643"/>
                      <a:pt x="14764" y="5167"/>
                    </a:cubicBezTo>
                    <a:cubicBezTo>
                      <a:pt x="18193" y="15550"/>
                      <a:pt x="27527" y="22312"/>
                      <a:pt x="38481" y="22312"/>
                    </a:cubicBezTo>
                    <a:lnTo>
                      <a:pt x="145637" y="22312"/>
                    </a:lnTo>
                    <a:cubicBezTo>
                      <a:pt x="149828" y="22312"/>
                      <a:pt x="153162" y="25742"/>
                      <a:pt x="153162" y="29837"/>
                    </a:cubicBezTo>
                    <a:lnTo>
                      <a:pt x="153162" y="41077"/>
                    </a:lnTo>
                    <a:cubicBezTo>
                      <a:pt x="153162" y="45268"/>
                      <a:pt x="149733" y="48601"/>
                      <a:pt x="145637" y="48601"/>
                    </a:cubicBezTo>
                    <a:cubicBezTo>
                      <a:pt x="130969" y="48601"/>
                      <a:pt x="119063" y="60412"/>
                      <a:pt x="119063" y="75081"/>
                    </a:cubicBezTo>
                    <a:lnTo>
                      <a:pt x="119063" y="88511"/>
                    </a:lnTo>
                    <a:cubicBezTo>
                      <a:pt x="119063" y="92702"/>
                      <a:pt x="115634" y="96036"/>
                      <a:pt x="111538" y="96036"/>
                    </a:cubicBezTo>
                    <a:close/>
                    <a:moveTo>
                      <a:pt x="15145" y="64889"/>
                    </a:moveTo>
                    <a:cubicBezTo>
                      <a:pt x="18859" y="74700"/>
                      <a:pt x="27908" y="80986"/>
                      <a:pt x="38386" y="80986"/>
                    </a:cubicBezTo>
                    <a:lnTo>
                      <a:pt x="103823" y="80986"/>
                    </a:lnTo>
                    <a:lnTo>
                      <a:pt x="103823" y="75176"/>
                    </a:lnTo>
                    <a:cubicBezTo>
                      <a:pt x="103823" y="58508"/>
                      <a:pt x="113729" y="44029"/>
                      <a:pt x="128016" y="37457"/>
                    </a:cubicBezTo>
                    <a:lnTo>
                      <a:pt x="38291" y="37457"/>
                    </a:lnTo>
                    <a:cubicBezTo>
                      <a:pt x="29718" y="37457"/>
                      <a:pt x="21622" y="34695"/>
                      <a:pt x="15050" y="30028"/>
                    </a:cubicBezTo>
                    <a:lnTo>
                      <a:pt x="15050" y="649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546;p45">
                <a:extLst>
                  <a:ext uri="{FF2B5EF4-FFF2-40B4-BE49-F238E27FC236}">
                    <a16:creationId xmlns:a16="http://schemas.microsoft.com/office/drawing/2014/main" id="{1937D589-98DD-E81F-F2A4-070672031122}"/>
                  </a:ext>
                </a:extLst>
              </p:cNvPr>
              <p:cNvSpPr/>
              <p:nvPr/>
            </p:nvSpPr>
            <p:spPr>
              <a:xfrm>
                <a:off x="-4263809" y="3312643"/>
                <a:ext cx="314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9525" extrusionOk="0">
                    <a:moveTo>
                      <a:pt x="307181" y="15049"/>
                    </a:moveTo>
                    <a:lnTo>
                      <a:pt x="7525" y="15049"/>
                    </a:lnTo>
                    <a:cubicBezTo>
                      <a:pt x="3334" y="15049"/>
                      <a:pt x="0" y="11621"/>
                      <a:pt x="0" y="7525"/>
                    </a:cubicBezTo>
                    <a:cubicBezTo>
                      <a:pt x="0" y="3429"/>
                      <a:pt x="3429" y="0"/>
                      <a:pt x="7525" y="0"/>
                    </a:cubicBezTo>
                    <a:lnTo>
                      <a:pt x="307181" y="0"/>
                    </a:lnTo>
                    <a:cubicBezTo>
                      <a:pt x="311372" y="0"/>
                      <a:pt x="314706" y="3429"/>
                      <a:pt x="314706" y="7525"/>
                    </a:cubicBezTo>
                    <a:cubicBezTo>
                      <a:pt x="314706" y="11621"/>
                      <a:pt x="311277" y="15049"/>
                      <a:pt x="307181" y="150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547;p45">
                <a:extLst>
                  <a:ext uri="{FF2B5EF4-FFF2-40B4-BE49-F238E27FC236}">
                    <a16:creationId xmlns:a16="http://schemas.microsoft.com/office/drawing/2014/main" id="{BB4A74CD-520F-947D-CB04-A9A13E50EAB8}"/>
                  </a:ext>
                </a:extLst>
              </p:cNvPr>
              <p:cNvSpPr/>
              <p:nvPr/>
            </p:nvSpPr>
            <p:spPr>
              <a:xfrm>
                <a:off x="-4944847" y="3317596"/>
                <a:ext cx="34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9525" extrusionOk="0">
                    <a:moveTo>
                      <a:pt x="338709" y="15049"/>
                    </a:moveTo>
                    <a:lnTo>
                      <a:pt x="7525" y="15049"/>
                    </a:lnTo>
                    <a:cubicBezTo>
                      <a:pt x="3334" y="15049"/>
                      <a:pt x="0" y="11621"/>
                      <a:pt x="0" y="7525"/>
                    </a:cubicBezTo>
                    <a:cubicBezTo>
                      <a:pt x="0" y="3429"/>
                      <a:pt x="3429" y="0"/>
                      <a:pt x="7525" y="0"/>
                    </a:cubicBezTo>
                    <a:lnTo>
                      <a:pt x="338709" y="0"/>
                    </a:lnTo>
                    <a:cubicBezTo>
                      <a:pt x="342900" y="0"/>
                      <a:pt x="346234" y="3429"/>
                      <a:pt x="346234" y="7525"/>
                    </a:cubicBezTo>
                    <a:cubicBezTo>
                      <a:pt x="346234" y="11621"/>
                      <a:pt x="342805" y="15049"/>
                      <a:pt x="338709" y="150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548;p45">
                <a:extLst>
                  <a:ext uri="{FF2B5EF4-FFF2-40B4-BE49-F238E27FC236}">
                    <a16:creationId xmlns:a16="http://schemas.microsoft.com/office/drawing/2014/main" id="{9BC8FB0A-B922-7058-6EA9-FC0034DB65F4}"/>
                  </a:ext>
                </a:extLst>
              </p:cNvPr>
              <p:cNvSpPr/>
              <p:nvPr/>
            </p:nvSpPr>
            <p:spPr>
              <a:xfrm>
                <a:off x="-4487552" y="310214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 extrusionOk="0">
                    <a:moveTo>
                      <a:pt x="29719" y="59341"/>
                    </a:moveTo>
                    <a:cubicBezTo>
                      <a:pt x="13335" y="59341"/>
                      <a:pt x="0" y="46006"/>
                      <a:pt x="0" y="29718"/>
                    </a:cubicBezTo>
                    <a:cubicBezTo>
                      <a:pt x="0" y="13430"/>
                      <a:pt x="13335" y="0"/>
                      <a:pt x="29719" y="0"/>
                    </a:cubicBezTo>
                    <a:cubicBezTo>
                      <a:pt x="46101" y="0"/>
                      <a:pt x="59436" y="13335"/>
                      <a:pt x="59436" y="29718"/>
                    </a:cubicBezTo>
                    <a:cubicBezTo>
                      <a:pt x="59436" y="46101"/>
                      <a:pt x="46101" y="59341"/>
                      <a:pt x="29719" y="59341"/>
                    </a:cubicBezTo>
                    <a:close/>
                    <a:moveTo>
                      <a:pt x="29719" y="15145"/>
                    </a:moveTo>
                    <a:cubicBezTo>
                      <a:pt x="21717" y="15145"/>
                      <a:pt x="15145" y="21717"/>
                      <a:pt x="15145" y="29718"/>
                    </a:cubicBezTo>
                    <a:cubicBezTo>
                      <a:pt x="15145" y="37719"/>
                      <a:pt x="21717" y="44291"/>
                      <a:pt x="29719" y="44291"/>
                    </a:cubicBezTo>
                    <a:cubicBezTo>
                      <a:pt x="37719" y="44291"/>
                      <a:pt x="44291" y="37719"/>
                      <a:pt x="44291" y="29718"/>
                    </a:cubicBezTo>
                    <a:cubicBezTo>
                      <a:pt x="44291" y="21717"/>
                      <a:pt x="37719" y="15145"/>
                      <a:pt x="29719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549;p45">
                <a:extLst>
                  <a:ext uri="{FF2B5EF4-FFF2-40B4-BE49-F238E27FC236}">
                    <a16:creationId xmlns:a16="http://schemas.microsoft.com/office/drawing/2014/main" id="{CE225F97-4757-1453-A4DC-AF1D9308F3EE}"/>
                  </a:ext>
                </a:extLst>
              </p:cNvPr>
              <p:cNvSpPr/>
              <p:nvPr/>
            </p:nvSpPr>
            <p:spPr>
              <a:xfrm>
                <a:off x="-4409065" y="3099473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 extrusionOk="0">
                    <a:moveTo>
                      <a:pt x="7525" y="59246"/>
                    </a:moveTo>
                    <a:cubicBezTo>
                      <a:pt x="3334" y="59246"/>
                      <a:pt x="0" y="55816"/>
                      <a:pt x="0" y="51721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cubicBezTo>
                      <a:pt x="11620" y="0"/>
                      <a:pt x="15049" y="3429"/>
                      <a:pt x="15049" y="7525"/>
                    </a:cubicBezTo>
                    <a:lnTo>
                      <a:pt x="15049" y="51721"/>
                    </a:lnTo>
                    <a:cubicBezTo>
                      <a:pt x="15049" y="55912"/>
                      <a:pt x="11620" y="59246"/>
                      <a:pt x="7525" y="592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550;p45">
                <a:extLst>
                  <a:ext uri="{FF2B5EF4-FFF2-40B4-BE49-F238E27FC236}">
                    <a16:creationId xmlns:a16="http://schemas.microsoft.com/office/drawing/2014/main" id="{491F5249-32BC-894A-9029-73C445C97F5D}"/>
                  </a:ext>
                </a:extLst>
              </p:cNvPr>
              <p:cNvSpPr/>
              <p:nvPr/>
            </p:nvSpPr>
            <p:spPr>
              <a:xfrm>
                <a:off x="-4896352" y="3108050"/>
                <a:ext cx="34885" cy="3488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 extrusionOk="0">
                    <a:moveTo>
                      <a:pt x="26861" y="53721"/>
                    </a:moveTo>
                    <a:cubicBezTo>
                      <a:pt x="12097" y="53721"/>
                      <a:pt x="0" y="41624"/>
                      <a:pt x="0" y="26861"/>
                    </a:cubicBezTo>
                    <a:cubicBezTo>
                      <a:pt x="0" y="12097"/>
                      <a:pt x="12002" y="0"/>
                      <a:pt x="26861" y="0"/>
                    </a:cubicBezTo>
                    <a:cubicBezTo>
                      <a:pt x="41720" y="0"/>
                      <a:pt x="53721" y="12097"/>
                      <a:pt x="53721" y="26861"/>
                    </a:cubicBezTo>
                    <a:cubicBezTo>
                      <a:pt x="53721" y="41624"/>
                      <a:pt x="41624" y="53721"/>
                      <a:pt x="26861" y="53721"/>
                    </a:cubicBezTo>
                    <a:close/>
                    <a:moveTo>
                      <a:pt x="26861" y="15145"/>
                    </a:moveTo>
                    <a:cubicBezTo>
                      <a:pt x="20384" y="15145"/>
                      <a:pt x="15144" y="20384"/>
                      <a:pt x="15144" y="26861"/>
                    </a:cubicBezTo>
                    <a:cubicBezTo>
                      <a:pt x="15144" y="33338"/>
                      <a:pt x="20384" y="38576"/>
                      <a:pt x="26861" y="38576"/>
                    </a:cubicBezTo>
                    <a:cubicBezTo>
                      <a:pt x="33338" y="38576"/>
                      <a:pt x="38576" y="33338"/>
                      <a:pt x="38576" y="26861"/>
                    </a:cubicBezTo>
                    <a:cubicBezTo>
                      <a:pt x="38576" y="20384"/>
                      <a:pt x="33338" y="15145"/>
                      <a:pt x="26861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1551;p45">
                <a:extLst>
                  <a:ext uri="{FF2B5EF4-FFF2-40B4-BE49-F238E27FC236}">
                    <a16:creationId xmlns:a16="http://schemas.microsoft.com/office/drawing/2014/main" id="{A039E32A-05F6-9021-BC04-CF0D5416F344}"/>
                  </a:ext>
                </a:extLst>
              </p:cNvPr>
              <p:cNvSpPr/>
              <p:nvPr/>
            </p:nvSpPr>
            <p:spPr>
              <a:xfrm>
                <a:off x="-3967327" y="3108050"/>
                <a:ext cx="34885" cy="3488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 extrusionOk="0">
                    <a:moveTo>
                      <a:pt x="26861" y="53721"/>
                    </a:moveTo>
                    <a:cubicBezTo>
                      <a:pt x="12097" y="53721"/>
                      <a:pt x="0" y="41624"/>
                      <a:pt x="0" y="26861"/>
                    </a:cubicBezTo>
                    <a:cubicBezTo>
                      <a:pt x="0" y="12097"/>
                      <a:pt x="12002" y="0"/>
                      <a:pt x="26861" y="0"/>
                    </a:cubicBezTo>
                    <a:cubicBezTo>
                      <a:pt x="41720" y="0"/>
                      <a:pt x="53721" y="12097"/>
                      <a:pt x="53721" y="26861"/>
                    </a:cubicBezTo>
                    <a:cubicBezTo>
                      <a:pt x="53721" y="41624"/>
                      <a:pt x="41624" y="53721"/>
                      <a:pt x="26861" y="53721"/>
                    </a:cubicBezTo>
                    <a:close/>
                    <a:moveTo>
                      <a:pt x="26861" y="15145"/>
                    </a:moveTo>
                    <a:cubicBezTo>
                      <a:pt x="20384" y="15145"/>
                      <a:pt x="15144" y="20384"/>
                      <a:pt x="15144" y="26861"/>
                    </a:cubicBezTo>
                    <a:cubicBezTo>
                      <a:pt x="15144" y="33338"/>
                      <a:pt x="20384" y="38576"/>
                      <a:pt x="26861" y="38576"/>
                    </a:cubicBezTo>
                    <a:cubicBezTo>
                      <a:pt x="33338" y="38576"/>
                      <a:pt x="38576" y="33338"/>
                      <a:pt x="38576" y="26861"/>
                    </a:cubicBezTo>
                    <a:cubicBezTo>
                      <a:pt x="38576" y="20384"/>
                      <a:pt x="33338" y="15145"/>
                      <a:pt x="26861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" name="Google Shape;1552;p45">
              <a:extLst>
                <a:ext uri="{FF2B5EF4-FFF2-40B4-BE49-F238E27FC236}">
                  <a16:creationId xmlns:a16="http://schemas.microsoft.com/office/drawing/2014/main" id="{A81DC05B-FF85-3958-5246-0485CB0D9780}"/>
                </a:ext>
              </a:extLst>
            </p:cNvPr>
            <p:cNvGrpSpPr/>
            <p:nvPr/>
          </p:nvGrpSpPr>
          <p:grpSpPr>
            <a:xfrm flipH="1">
              <a:off x="643911" y="2193047"/>
              <a:ext cx="3220959" cy="1965028"/>
              <a:chOff x="12028123" y="-6596290"/>
              <a:chExt cx="1690260" cy="1031186"/>
            </a:xfrm>
          </p:grpSpPr>
          <p:sp>
            <p:nvSpPr>
              <p:cNvPr id="84" name="Google Shape;1553;p45">
                <a:extLst>
                  <a:ext uri="{FF2B5EF4-FFF2-40B4-BE49-F238E27FC236}">
                    <a16:creationId xmlns:a16="http://schemas.microsoft.com/office/drawing/2014/main" id="{DEA41EBE-FF37-067D-2A77-E7AE9E41DD51}"/>
                  </a:ext>
                </a:extLst>
              </p:cNvPr>
              <p:cNvSpPr/>
              <p:nvPr/>
            </p:nvSpPr>
            <p:spPr>
              <a:xfrm>
                <a:off x="12141188" y="-6005957"/>
                <a:ext cx="1482290" cy="269507"/>
              </a:xfrm>
              <a:custGeom>
                <a:avLst/>
                <a:gdLst/>
                <a:ahLst/>
                <a:cxnLst/>
                <a:rect l="l" t="t" r="r" b="b"/>
                <a:pathLst>
                  <a:path w="1482290" h="269507" extrusionOk="0">
                    <a:moveTo>
                      <a:pt x="256" y="274015"/>
                    </a:moveTo>
                    <a:lnTo>
                      <a:pt x="1479595" y="272347"/>
                    </a:lnTo>
                    <a:cubicBezTo>
                      <a:pt x="1479595" y="272347"/>
                      <a:pt x="1532855" y="58666"/>
                      <a:pt x="1333869" y="27480"/>
                    </a:cubicBezTo>
                    <a:cubicBezTo>
                      <a:pt x="1169726" y="1749"/>
                      <a:pt x="237166" y="-30720"/>
                      <a:pt x="87012" y="59436"/>
                    </a:cubicBezTo>
                    <a:cubicBezTo>
                      <a:pt x="37795" y="88954"/>
                      <a:pt x="-3658" y="264711"/>
                      <a:pt x="256" y="274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1554;p45">
                <a:extLst>
                  <a:ext uri="{FF2B5EF4-FFF2-40B4-BE49-F238E27FC236}">
                    <a16:creationId xmlns:a16="http://schemas.microsoft.com/office/drawing/2014/main" id="{AC89CEC4-5609-0A7E-E5DF-8F77BD74A8F3}"/>
                  </a:ext>
                </a:extLst>
              </p:cNvPr>
              <p:cNvSpPr/>
              <p:nvPr/>
            </p:nvSpPr>
            <p:spPr>
              <a:xfrm>
                <a:off x="12067780" y="-6480274"/>
                <a:ext cx="1642711" cy="744353"/>
              </a:xfrm>
              <a:custGeom>
                <a:avLst/>
                <a:gdLst/>
                <a:ahLst/>
                <a:cxnLst/>
                <a:rect l="l" t="t" r="r" b="b"/>
                <a:pathLst>
                  <a:path w="1642711" h="744353" extrusionOk="0">
                    <a:moveTo>
                      <a:pt x="1497691" y="64"/>
                    </a:moveTo>
                    <a:lnTo>
                      <a:pt x="736654" y="64"/>
                    </a:lnTo>
                    <a:cubicBezTo>
                      <a:pt x="714644" y="64"/>
                      <a:pt x="693469" y="8406"/>
                      <a:pt x="677362" y="23421"/>
                    </a:cubicBezTo>
                    <a:lnTo>
                      <a:pt x="453350" y="318468"/>
                    </a:lnTo>
                    <a:lnTo>
                      <a:pt x="116081" y="355557"/>
                    </a:lnTo>
                    <a:cubicBezTo>
                      <a:pt x="25604" y="370508"/>
                      <a:pt x="2760" y="411320"/>
                      <a:pt x="2760" y="482226"/>
                    </a:cubicBezTo>
                    <a:cubicBezTo>
                      <a:pt x="2760" y="531507"/>
                      <a:pt x="0" y="679223"/>
                      <a:pt x="0" y="679223"/>
                    </a:cubicBezTo>
                    <a:lnTo>
                      <a:pt x="73730" y="748268"/>
                    </a:lnTo>
                    <a:lnTo>
                      <a:pt x="95162" y="748268"/>
                    </a:lnTo>
                    <a:cubicBezTo>
                      <a:pt x="95162" y="747690"/>
                      <a:pt x="95162" y="747113"/>
                      <a:pt x="95162" y="746599"/>
                    </a:cubicBezTo>
                    <a:cubicBezTo>
                      <a:pt x="95162" y="641427"/>
                      <a:pt x="180442" y="556083"/>
                      <a:pt x="285678" y="556083"/>
                    </a:cubicBezTo>
                    <a:cubicBezTo>
                      <a:pt x="390914" y="556083"/>
                      <a:pt x="476194" y="641363"/>
                      <a:pt x="476194" y="746599"/>
                    </a:cubicBezTo>
                    <a:cubicBezTo>
                      <a:pt x="476194" y="747177"/>
                      <a:pt x="476194" y="747754"/>
                      <a:pt x="476194" y="748268"/>
                    </a:cubicBezTo>
                    <a:lnTo>
                      <a:pt x="1172293" y="748268"/>
                    </a:lnTo>
                    <a:cubicBezTo>
                      <a:pt x="1172293" y="747690"/>
                      <a:pt x="1172293" y="747113"/>
                      <a:pt x="1172293" y="746599"/>
                    </a:cubicBezTo>
                    <a:cubicBezTo>
                      <a:pt x="1172293" y="641427"/>
                      <a:pt x="1257573" y="556083"/>
                      <a:pt x="1362809" y="556083"/>
                    </a:cubicBezTo>
                    <a:cubicBezTo>
                      <a:pt x="1468045" y="556083"/>
                      <a:pt x="1553325" y="641363"/>
                      <a:pt x="1553325" y="746599"/>
                    </a:cubicBezTo>
                    <a:cubicBezTo>
                      <a:pt x="1553325" y="746856"/>
                      <a:pt x="1553325" y="747113"/>
                      <a:pt x="1553325" y="747369"/>
                    </a:cubicBezTo>
                    <a:lnTo>
                      <a:pt x="1642712" y="719328"/>
                    </a:lnTo>
                    <a:lnTo>
                      <a:pt x="1642712" y="269122"/>
                    </a:lnTo>
                    <a:lnTo>
                      <a:pt x="1578159" y="53324"/>
                    </a:lnTo>
                    <a:cubicBezTo>
                      <a:pt x="1564619" y="21047"/>
                      <a:pt x="1532984" y="0"/>
                      <a:pt x="14979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1555;p45">
                <a:extLst>
                  <a:ext uri="{FF2B5EF4-FFF2-40B4-BE49-F238E27FC236}">
                    <a16:creationId xmlns:a16="http://schemas.microsoft.com/office/drawing/2014/main" id="{14BFBB75-C8D8-8F06-93AA-1D623495AB06}"/>
                  </a:ext>
                </a:extLst>
              </p:cNvPr>
              <p:cNvSpPr/>
              <p:nvPr/>
            </p:nvSpPr>
            <p:spPr>
              <a:xfrm>
                <a:off x="12150441" y="-5956286"/>
                <a:ext cx="404261" cy="224589"/>
              </a:xfrm>
              <a:custGeom>
                <a:avLst/>
                <a:gdLst/>
                <a:ahLst/>
                <a:cxnLst/>
                <a:rect l="l" t="t" r="r" b="b"/>
                <a:pathLst>
                  <a:path w="404261" h="224589" extrusionOk="0">
                    <a:moveTo>
                      <a:pt x="1848" y="222997"/>
                    </a:moveTo>
                    <a:cubicBezTo>
                      <a:pt x="1848" y="-66210"/>
                      <a:pt x="403863" y="-76862"/>
                      <a:pt x="403863" y="22120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1556;p45">
                <a:extLst>
                  <a:ext uri="{FF2B5EF4-FFF2-40B4-BE49-F238E27FC236}">
                    <a16:creationId xmlns:a16="http://schemas.microsoft.com/office/drawing/2014/main" id="{4B5C0F2B-7046-1B81-D876-A62BE1DAAAC3}"/>
                  </a:ext>
                </a:extLst>
              </p:cNvPr>
              <p:cNvSpPr/>
              <p:nvPr/>
            </p:nvSpPr>
            <p:spPr>
              <a:xfrm>
                <a:off x="13227443" y="-5957353"/>
                <a:ext cx="404261" cy="224589"/>
              </a:xfrm>
              <a:custGeom>
                <a:avLst/>
                <a:gdLst/>
                <a:ahLst/>
                <a:cxnLst/>
                <a:rect l="l" t="t" r="r" b="b"/>
                <a:pathLst>
                  <a:path w="404261" h="224589" extrusionOk="0">
                    <a:moveTo>
                      <a:pt x="1848" y="222973"/>
                    </a:moveTo>
                    <a:cubicBezTo>
                      <a:pt x="1848" y="-62961"/>
                      <a:pt x="394880" y="-76565"/>
                      <a:pt x="403735" y="21123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1557;p45">
                <a:extLst>
                  <a:ext uri="{FF2B5EF4-FFF2-40B4-BE49-F238E27FC236}">
                    <a16:creationId xmlns:a16="http://schemas.microsoft.com/office/drawing/2014/main" id="{3F73B7B3-DF14-BF32-8D4B-154823549354}"/>
                  </a:ext>
                </a:extLst>
              </p:cNvPr>
              <p:cNvSpPr/>
              <p:nvPr/>
            </p:nvSpPr>
            <p:spPr>
              <a:xfrm>
                <a:off x="13234618" y="-6091092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0" y="0"/>
                    </a:moveTo>
                    <a:lnTo>
                      <a:pt x="99525" y="0"/>
                    </a:lnTo>
                    <a:cubicBezTo>
                      <a:pt x="99525" y="12320"/>
                      <a:pt x="89579" y="22266"/>
                      <a:pt x="77258" y="22266"/>
                    </a:cubicBezTo>
                    <a:lnTo>
                      <a:pt x="22330" y="22266"/>
                    </a:lnTo>
                    <a:cubicBezTo>
                      <a:pt x="10010" y="22266"/>
                      <a:pt x="64" y="12320"/>
                      <a:pt x="64" y="0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1558;p45">
                <a:extLst>
                  <a:ext uri="{FF2B5EF4-FFF2-40B4-BE49-F238E27FC236}">
                    <a16:creationId xmlns:a16="http://schemas.microsoft.com/office/drawing/2014/main" id="{913B32EE-6A76-515F-7B87-2B7E7BD460B5}"/>
                  </a:ext>
                </a:extLst>
              </p:cNvPr>
              <p:cNvSpPr/>
              <p:nvPr/>
            </p:nvSpPr>
            <p:spPr>
              <a:xfrm>
                <a:off x="12854227" y="-6091092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0" y="0"/>
                    </a:moveTo>
                    <a:lnTo>
                      <a:pt x="99525" y="0"/>
                    </a:lnTo>
                    <a:cubicBezTo>
                      <a:pt x="99525" y="12320"/>
                      <a:pt x="89579" y="22266"/>
                      <a:pt x="77259" y="22266"/>
                    </a:cubicBezTo>
                    <a:lnTo>
                      <a:pt x="22330" y="22266"/>
                    </a:lnTo>
                    <a:cubicBezTo>
                      <a:pt x="10010" y="22266"/>
                      <a:pt x="64" y="12320"/>
                      <a:pt x="64" y="0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1559;p45">
                <a:extLst>
                  <a:ext uri="{FF2B5EF4-FFF2-40B4-BE49-F238E27FC236}">
                    <a16:creationId xmlns:a16="http://schemas.microsoft.com/office/drawing/2014/main" id="{D6A29E6F-2D56-536B-8879-1262824428D4}"/>
                  </a:ext>
                </a:extLst>
              </p:cNvPr>
              <p:cNvSpPr/>
              <p:nvPr/>
            </p:nvSpPr>
            <p:spPr>
              <a:xfrm>
                <a:off x="12854227" y="-6113038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99525" y="22266"/>
                    </a:moveTo>
                    <a:lnTo>
                      <a:pt x="0" y="22266"/>
                    </a:lnTo>
                    <a:cubicBezTo>
                      <a:pt x="0" y="9946"/>
                      <a:pt x="9946" y="0"/>
                      <a:pt x="22266" y="0"/>
                    </a:cubicBezTo>
                    <a:lnTo>
                      <a:pt x="77195" y="0"/>
                    </a:lnTo>
                    <a:cubicBezTo>
                      <a:pt x="89515" y="0"/>
                      <a:pt x="99461" y="9946"/>
                      <a:pt x="99461" y="22266"/>
                    </a:cubicBezTo>
                    <a:lnTo>
                      <a:pt x="99461" y="2226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1560;p45">
                <a:extLst>
                  <a:ext uri="{FF2B5EF4-FFF2-40B4-BE49-F238E27FC236}">
                    <a16:creationId xmlns:a16="http://schemas.microsoft.com/office/drawing/2014/main" id="{435EA01A-0E47-4FAB-D7AA-D84536FF1606}"/>
                  </a:ext>
                </a:extLst>
              </p:cNvPr>
              <p:cNvSpPr/>
              <p:nvPr/>
            </p:nvSpPr>
            <p:spPr>
              <a:xfrm>
                <a:off x="12552456" y="-6448690"/>
                <a:ext cx="1065195" cy="673768"/>
              </a:xfrm>
              <a:custGeom>
                <a:avLst/>
                <a:gdLst/>
                <a:ahLst/>
                <a:cxnLst/>
                <a:rect l="l" t="t" r="r" b="b"/>
                <a:pathLst>
                  <a:path w="1065195" h="673768" extrusionOk="0">
                    <a:moveTo>
                      <a:pt x="496138" y="674397"/>
                    </a:moveTo>
                    <a:lnTo>
                      <a:pt x="626784" y="667659"/>
                    </a:lnTo>
                    <a:cubicBezTo>
                      <a:pt x="640581" y="667082"/>
                      <a:pt x="652772" y="657713"/>
                      <a:pt x="657008" y="644366"/>
                    </a:cubicBezTo>
                    <a:cubicBezTo>
                      <a:pt x="664836" y="619726"/>
                      <a:pt x="679659" y="585588"/>
                      <a:pt x="708471" y="552349"/>
                    </a:cubicBezTo>
                    <a:cubicBezTo>
                      <a:pt x="732855" y="524243"/>
                      <a:pt x="759035" y="506276"/>
                      <a:pt x="779184" y="495111"/>
                    </a:cubicBezTo>
                    <a:cubicBezTo>
                      <a:pt x="789836" y="489207"/>
                      <a:pt x="796574" y="478042"/>
                      <a:pt x="796574" y="466107"/>
                    </a:cubicBezTo>
                    <a:lnTo>
                      <a:pt x="796574" y="33676"/>
                    </a:lnTo>
                    <a:cubicBezTo>
                      <a:pt x="796574" y="16158"/>
                      <a:pt x="782329" y="1912"/>
                      <a:pt x="764811" y="1912"/>
                    </a:cubicBezTo>
                    <a:lnTo>
                      <a:pt x="496138" y="1912"/>
                    </a:lnTo>
                    <a:cubicBezTo>
                      <a:pt x="478619" y="1912"/>
                      <a:pt x="464374" y="16158"/>
                      <a:pt x="464374" y="33676"/>
                    </a:cubicBezTo>
                    <a:lnTo>
                      <a:pt x="464374" y="642698"/>
                    </a:lnTo>
                    <a:cubicBezTo>
                      <a:pt x="464374" y="660216"/>
                      <a:pt x="478619" y="674461"/>
                      <a:pt x="496138" y="674461"/>
                    </a:cubicBezTo>
                    <a:close/>
                    <a:moveTo>
                      <a:pt x="982278" y="1848"/>
                    </a:moveTo>
                    <a:lnTo>
                      <a:pt x="861705" y="1848"/>
                    </a:lnTo>
                    <a:cubicBezTo>
                      <a:pt x="844187" y="1848"/>
                      <a:pt x="829941" y="16093"/>
                      <a:pt x="829941" y="33611"/>
                    </a:cubicBezTo>
                    <a:lnTo>
                      <a:pt x="829941" y="263719"/>
                    </a:lnTo>
                    <a:cubicBezTo>
                      <a:pt x="829941" y="281237"/>
                      <a:pt x="844187" y="295483"/>
                      <a:pt x="861705" y="295483"/>
                    </a:cubicBezTo>
                    <a:lnTo>
                      <a:pt x="1035152" y="295483"/>
                    </a:lnTo>
                    <a:cubicBezTo>
                      <a:pt x="1056584" y="295483"/>
                      <a:pt x="1071857" y="274692"/>
                      <a:pt x="1065440" y="254222"/>
                    </a:cubicBezTo>
                    <a:lnTo>
                      <a:pt x="1012629" y="24114"/>
                    </a:lnTo>
                    <a:cubicBezTo>
                      <a:pt x="1008458" y="10896"/>
                      <a:pt x="996202" y="1848"/>
                      <a:pt x="982341" y="1848"/>
                    </a:cubicBezTo>
                    <a:close/>
                    <a:moveTo>
                      <a:pt x="1848" y="306456"/>
                    </a:moveTo>
                    <a:lnTo>
                      <a:pt x="1848" y="674333"/>
                    </a:lnTo>
                    <a:lnTo>
                      <a:pt x="399179" y="674333"/>
                    </a:lnTo>
                    <a:cubicBezTo>
                      <a:pt x="416697" y="674333"/>
                      <a:pt x="430942" y="660088"/>
                      <a:pt x="430942" y="642570"/>
                    </a:cubicBezTo>
                    <a:lnTo>
                      <a:pt x="430942" y="33676"/>
                    </a:lnTo>
                    <a:cubicBezTo>
                      <a:pt x="430942" y="16158"/>
                      <a:pt x="416697" y="1912"/>
                      <a:pt x="399179" y="1912"/>
                    </a:cubicBezTo>
                    <a:lnTo>
                      <a:pt x="218801" y="1912"/>
                    </a:lnTo>
                    <a:cubicBezTo>
                      <a:pt x="210074" y="1912"/>
                      <a:pt x="201733" y="5506"/>
                      <a:pt x="195765" y="11794"/>
                    </a:cubicBezTo>
                    <a:lnTo>
                      <a:pt x="1848" y="30652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1561;p45">
                <a:extLst>
                  <a:ext uri="{FF2B5EF4-FFF2-40B4-BE49-F238E27FC236}">
                    <a16:creationId xmlns:a16="http://schemas.microsoft.com/office/drawing/2014/main" id="{D99943B2-37BF-A33A-3D5D-ED3B3AB2608D}"/>
                  </a:ext>
                </a:extLst>
              </p:cNvPr>
              <p:cNvSpPr/>
              <p:nvPr/>
            </p:nvSpPr>
            <p:spPr>
              <a:xfrm>
                <a:off x="12067663" y="-6144018"/>
                <a:ext cx="1642711" cy="173254"/>
              </a:xfrm>
              <a:custGeom>
                <a:avLst/>
                <a:gdLst/>
                <a:ahLst/>
                <a:cxnLst/>
                <a:rect l="l" t="t" r="r" b="b"/>
                <a:pathLst>
                  <a:path w="1642711" h="173254" extrusionOk="0">
                    <a:moveTo>
                      <a:pt x="1848" y="176194"/>
                    </a:moveTo>
                    <a:lnTo>
                      <a:pt x="51514" y="176194"/>
                    </a:lnTo>
                    <a:lnTo>
                      <a:pt x="51514" y="89245"/>
                    </a:lnTo>
                    <a:lnTo>
                      <a:pt x="486705" y="1848"/>
                    </a:lnTo>
                    <a:lnTo>
                      <a:pt x="1642507" y="1848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1562;p45">
                <a:extLst>
                  <a:ext uri="{FF2B5EF4-FFF2-40B4-BE49-F238E27FC236}">
                    <a16:creationId xmlns:a16="http://schemas.microsoft.com/office/drawing/2014/main" id="{EC0A250A-1518-2161-3021-C6A872CFC1AC}"/>
                  </a:ext>
                </a:extLst>
              </p:cNvPr>
              <p:cNvSpPr/>
              <p:nvPr/>
            </p:nvSpPr>
            <p:spPr>
              <a:xfrm>
                <a:off x="13234618" y="-6113038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99525" y="22266"/>
                    </a:moveTo>
                    <a:lnTo>
                      <a:pt x="0" y="22266"/>
                    </a:lnTo>
                    <a:cubicBezTo>
                      <a:pt x="0" y="9946"/>
                      <a:pt x="9946" y="0"/>
                      <a:pt x="22266" y="0"/>
                    </a:cubicBezTo>
                    <a:lnTo>
                      <a:pt x="77194" y="0"/>
                    </a:lnTo>
                    <a:cubicBezTo>
                      <a:pt x="89515" y="0"/>
                      <a:pt x="99461" y="9946"/>
                      <a:pt x="99461" y="22266"/>
                    </a:cubicBezTo>
                    <a:lnTo>
                      <a:pt x="99461" y="2226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1563;p45">
                <a:extLst>
                  <a:ext uri="{FF2B5EF4-FFF2-40B4-BE49-F238E27FC236}">
                    <a16:creationId xmlns:a16="http://schemas.microsoft.com/office/drawing/2014/main" id="{F71A04C6-DCFA-B754-9145-530E38BE9114}"/>
                  </a:ext>
                </a:extLst>
              </p:cNvPr>
              <p:cNvSpPr/>
              <p:nvPr/>
            </p:nvSpPr>
            <p:spPr>
              <a:xfrm>
                <a:off x="12619154" y="-6427399"/>
                <a:ext cx="975359" cy="250256"/>
              </a:xfrm>
              <a:custGeom>
                <a:avLst/>
                <a:gdLst/>
                <a:ahLst/>
                <a:cxnLst/>
                <a:rect l="l" t="t" r="r" b="b"/>
                <a:pathLst>
                  <a:path w="975359" h="250256" extrusionOk="0">
                    <a:moveTo>
                      <a:pt x="800782" y="254877"/>
                    </a:moveTo>
                    <a:cubicBezTo>
                      <a:pt x="790836" y="254877"/>
                      <a:pt x="782686" y="246792"/>
                      <a:pt x="782686" y="236781"/>
                    </a:cubicBezTo>
                    <a:lnTo>
                      <a:pt x="782686" y="18095"/>
                    </a:lnTo>
                    <a:cubicBezTo>
                      <a:pt x="782686" y="8149"/>
                      <a:pt x="790771" y="0"/>
                      <a:pt x="800782" y="0"/>
                    </a:cubicBezTo>
                    <a:lnTo>
                      <a:pt x="911473" y="0"/>
                    </a:lnTo>
                    <a:cubicBezTo>
                      <a:pt x="919429" y="0"/>
                      <a:pt x="926359" y="5069"/>
                      <a:pt x="928734" y="12641"/>
                    </a:cubicBezTo>
                    <a:lnTo>
                      <a:pt x="977951" y="231327"/>
                    </a:lnTo>
                    <a:cubicBezTo>
                      <a:pt x="979684" y="236910"/>
                      <a:pt x="978721" y="242749"/>
                      <a:pt x="975256" y="247433"/>
                    </a:cubicBezTo>
                    <a:cubicBezTo>
                      <a:pt x="971790" y="252118"/>
                      <a:pt x="966465" y="254813"/>
                      <a:pt x="960689" y="254813"/>
                    </a:cubicBezTo>
                    <a:lnTo>
                      <a:pt x="800782" y="254813"/>
                    </a:lnTo>
                    <a:close/>
                    <a:moveTo>
                      <a:pt x="435214" y="254877"/>
                    </a:moveTo>
                    <a:cubicBezTo>
                      <a:pt x="425268" y="254877"/>
                      <a:pt x="417119" y="246792"/>
                      <a:pt x="417119" y="236781"/>
                    </a:cubicBezTo>
                    <a:lnTo>
                      <a:pt x="417119" y="18095"/>
                    </a:lnTo>
                    <a:cubicBezTo>
                      <a:pt x="417119" y="8149"/>
                      <a:pt x="425204" y="0"/>
                      <a:pt x="435214" y="0"/>
                    </a:cubicBezTo>
                    <a:lnTo>
                      <a:pt x="692402" y="0"/>
                    </a:lnTo>
                    <a:cubicBezTo>
                      <a:pt x="702347" y="0"/>
                      <a:pt x="710497" y="8085"/>
                      <a:pt x="710497" y="18095"/>
                    </a:cubicBezTo>
                    <a:lnTo>
                      <a:pt x="710497" y="236781"/>
                    </a:lnTo>
                    <a:cubicBezTo>
                      <a:pt x="710497" y="246728"/>
                      <a:pt x="702411" y="254877"/>
                      <a:pt x="692402" y="254877"/>
                    </a:cubicBezTo>
                    <a:lnTo>
                      <a:pt x="435214" y="254877"/>
                    </a:lnTo>
                    <a:close/>
                    <a:moveTo>
                      <a:pt x="18119" y="254877"/>
                    </a:moveTo>
                    <a:cubicBezTo>
                      <a:pt x="9264" y="254877"/>
                      <a:pt x="3681" y="249166"/>
                      <a:pt x="1436" y="243840"/>
                    </a:cubicBezTo>
                    <a:cubicBezTo>
                      <a:pt x="-810" y="238514"/>
                      <a:pt x="-1003" y="230493"/>
                      <a:pt x="5158" y="224204"/>
                    </a:cubicBezTo>
                    <a:lnTo>
                      <a:pt x="141387" y="5518"/>
                    </a:lnTo>
                    <a:cubicBezTo>
                      <a:pt x="144788" y="2053"/>
                      <a:pt x="149473" y="64"/>
                      <a:pt x="154349" y="64"/>
                    </a:cubicBezTo>
                    <a:lnTo>
                      <a:pt x="326834" y="64"/>
                    </a:lnTo>
                    <a:cubicBezTo>
                      <a:pt x="336780" y="64"/>
                      <a:pt x="344929" y="8149"/>
                      <a:pt x="344929" y="18160"/>
                    </a:cubicBezTo>
                    <a:lnTo>
                      <a:pt x="344929" y="236846"/>
                    </a:lnTo>
                    <a:cubicBezTo>
                      <a:pt x="344929" y="246792"/>
                      <a:pt x="336844" y="254941"/>
                      <a:pt x="326834" y="254941"/>
                    </a:cubicBezTo>
                    <a:lnTo>
                      <a:pt x="18119" y="25494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1564;p45">
                <a:extLst>
                  <a:ext uri="{FF2B5EF4-FFF2-40B4-BE49-F238E27FC236}">
                    <a16:creationId xmlns:a16="http://schemas.microsoft.com/office/drawing/2014/main" id="{289AE816-23F5-DF7A-6A2C-1F476CCF4653}"/>
                  </a:ext>
                </a:extLst>
              </p:cNvPr>
              <p:cNvSpPr/>
              <p:nvPr/>
            </p:nvSpPr>
            <p:spPr>
              <a:xfrm>
                <a:off x="12036272" y="-5813371"/>
                <a:ext cx="1668378" cy="77002"/>
              </a:xfrm>
              <a:custGeom>
                <a:avLst/>
                <a:gdLst/>
                <a:ahLst/>
                <a:cxnLst/>
                <a:rect l="l" t="t" r="r" b="b"/>
                <a:pathLst>
                  <a:path w="1668378" h="77002" extrusionOk="0">
                    <a:moveTo>
                      <a:pt x="2887" y="0"/>
                    </a:moveTo>
                    <a:lnTo>
                      <a:pt x="0" y="12384"/>
                    </a:lnTo>
                    <a:lnTo>
                      <a:pt x="105172" y="81430"/>
                    </a:lnTo>
                    <a:lnTo>
                      <a:pt x="126604" y="81430"/>
                    </a:lnTo>
                    <a:cubicBezTo>
                      <a:pt x="126604" y="80852"/>
                      <a:pt x="126604" y="80275"/>
                      <a:pt x="126604" y="79761"/>
                    </a:cubicBezTo>
                    <a:cubicBezTo>
                      <a:pt x="126604" y="51270"/>
                      <a:pt x="132893" y="24256"/>
                      <a:pt x="144058" y="0"/>
                    </a:cubicBezTo>
                    <a:lnTo>
                      <a:pt x="2951" y="0"/>
                    </a:lnTo>
                    <a:close/>
                    <a:moveTo>
                      <a:pt x="1567057" y="0"/>
                    </a:moveTo>
                    <a:cubicBezTo>
                      <a:pt x="1578286" y="24256"/>
                      <a:pt x="1584510" y="51270"/>
                      <a:pt x="1584510" y="79761"/>
                    </a:cubicBezTo>
                    <a:cubicBezTo>
                      <a:pt x="1584510" y="80018"/>
                      <a:pt x="1584510" y="80275"/>
                      <a:pt x="1584510" y="80531"/>
                    </a:cubicBezTo>
                    <a:lnTo>
                      <a:pt x="1673897" y="52490"/>
                    </a:lnTo>
                    <a:lnTo>
                      <a:pt x="1673897" y="0"/>
                    </a:lnTo>
                    <a:lnTo>
                      <a:pt x="1567121" y="0"/>
                    </a:lnTo>
                    <a:close/>
                    <a:moveTo>
                      <a:pt x="490054" y="0"/>
                    </a:moveTo>
                    <a:cubicBezTo>
                      <a:pt x="501284" y="24256"/>
                      <a:pt x="507508" y="51270"/>
                      <a:pt x="507508" y="79761"/>
                    </a:cubicBezTo>
                    <a:cubicBezTo>
                      <a:pt x="507508" y="80339"/>
                      <a:pt x="507508" y="80916"/>
                      <a:pt x="507508" y="81430"/>
                    </a:cubicBezTo>
                    <a:lnTo>
                      <a:pt x="1203607" y="81430"/>
                    </a:lnTo>
                    <a:cubicBezTo>
                      <a:pt x="1203607" y="80852"/>
                      <a:pt x="1203607" y="80275"/>
                      <a:pt x="1203607" y="79761"/>
                    </a:cubicBezTo>
                    <a:cubicBezTo>
                      <a:pt x="1203607" y="51270"/>
                      <a:pt x="1209895" y="24256"/>
                      <a:pt x="1221060" y="0"/>
                    </a:cubicBezTo>
                    <a:lnTo>
                      <a:pt x="4901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1565;p45">
                <a:extLst>
                  <a:ext uri="{FF2B5EF4-FFF2-40B4-BE49-F238E27FC236}">
                    <a16:creationId xmlns:a16="http://schemas.microsoft.com/office/drawing/2014/main" id="{0FC88C52-E7A7-A569-9139-34BED88A09D6}"/>
                  </a:ext>
                </a:extLst>
              </p:cNvPr>
              <p:cNvSpPr/>
              <p:nvPr/>
            </p:nvSpPr>
            <p:spPr>
              <a:xfrm>
                <a:off x="12575159" y="-6131133"/>
                <a:ext cx="19250" cy="57751"/>
              </a:xfrm>
              <a:custGeom>
                <a:avLst/>
                <a:gdLst/>
                <a:ahLst/>
                <a:cxnLst/>
                <a:rect l="l" t="t" r="r" b="b"/>
                <a:pathLst>
                  <a:path w="19250" h="57751" extrusionOk="0">
                    <a:moveTo>
                      <a:pt x="10908" y="62179"/>
                    </a:moveTo>
                    <a:lnTo>
                      <a:pt x="10908" y="62179"/>
                    </a:lnTo>
                    <a:cubicBezTo>
                      <a:pt x="4877" y="62179"/>
                      <a:pt x="0" y="57302"/>
                      <a:pt x="0" y="51271"/>
                    </a:cubicBezTo>
                    <a:lnTo>
                      <a:pt x="0" y="10909"/>
                    </a:lnTo>
                    <a:cubicBezTo>
                      <a:pt x="0" y="4877"/>
                      <a:pt x="4877" y="0"/>
                      <a:pt x="10908" y="0"/>
                    </a:cubicBezTo>
                    <a:lnTo>
                      <a:pt x="10908" y="0"/>
                    </a:lnTo>
                    <a:cubicBezTo>
                      <a:pt x="16941" y="0"/>
                      <a:pt x="21817" y="4877"/>
                      <a:pt x="21817" y="10909"/>
                    </a:cubicBezTo>
                    <a:lnTo>
                      <a:pt x="21817" y="51271"/>
                    </a:lnTo>
                    <a:cubicBezTo>
                      <a:pt x="21817" y="57302"/>
                      <a:pt x="16941" y="62179"/>
                      <a:pt x="10908" y="6217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1566;p45">
                <a:extLst>
                  <a:ext uri="{FF2B5EF4-FFF2-40B4-BE49-F238E27FC236}">
                    <a16:creationId xmlns:a16="http://schemas.microsoft.com/office/drawing/2014/main" id="{0CA4D585-9A27-5EA0-AD55-0D76DED13660}"/>
                  </a:ext>
                </a:extLst>
              </p:cNvPr>
              <p:cNvSpPr/>
              <p:nvPr/>
            </p:nvSpPr>
            <p:spPr>
              <a:xfrm>
                <a:off x="12586003" y="-6148395"/>
                <a:ext cx="32084" cy="57751"/>
              </a:xfrm>
              <a:custGeom>
                <a:avLst/>
                <a:gdLst/>
                <a:ahLst/>
                <a:cxnLst/>
                <a:rect l="l" t="t" r="r" b="b"/>
                <a:pathLst>
                  <a:path w="32084" h="57751" extrusionOk="0">
                    <a:moveTo>
                      <a:pt x="37860" y="8599"/>
                    </a:moveTo>
                    <a:lnTo>
                      <a:pt x="8406" y="59292"/>
                    </a:lnTo>
                    <a:cubicBezTo>
                      <a:pt x="5647" y="62757"/>
                      <a:pt x="0" y="60832"/>
                      <a:pt x="0" y="56340"/>
                    </a:cubicBezTo>
                    <a:lnTo>
                      <a:pt x="0" y="33175"/>
                    </a:lnTo>
                    <a:cubicBezTo>
                      <a:pt x="0" y="31892"/>
                      <a:pt x="514" y="30608"/>
                      <a:pt x="1477" y="29710"/>
                    </a:cubicBezTo>
                    <a:lnTo>
                      <a:pt x="33111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1567;p45">
                <a:extLst>
                  <a:ext uri="{FF2B5EF4-FFF2-40B4-BE49-F238E27FC236}">
                    <a16:creationId xmlns:a16="http://schemas.microsoft.com/office/drawing/2014/main" id="{861E186D-2308-C15A-872E-B10E06C3F04B}"/>
                  </a:ext>
                </a:extLst>
              </p:cNvPr>
              <p:cNvSpPr/>
              <p:nvPr/>
            </p:nvSpPr>
            <p:spPr>
              <a:xfrm>
                <a:off x="12619114" y="-6230530"/>
                <a:ext cx="19250" cy="115503"/>
              </a:xfrm>
              <a:custGeom>
                <a:avLst/>
                <a:gdLst/>
                <a:ahLst/>
                <a:cxnLst/>
                <a:rect l="l" t="t" r="r" b="b"/>
                <a:pathLst>
                  <a:path w="19250" h="115503" extrusionOk="0">
                    <a:moveTo>
                      <a:pt x="16555" y="64"/>
                    </a:moveTo>
                    <a:lnTo>
                      <a:pt x="23357" y="64"/>
                    </a:lnTo>
                    <a:lnTo>
                      <a:pt x="23357" y="115888"/>
                    </a:lnTo>
                    <a:lnTo>
                      <a:pt x="16555" y="115888"/>
                    </a:lnTo>
                    <a:cubicBezTo>
                      <a:pt x="7444" y="115888"/>
                      <a:pt x="0" y="108509"/>
                      <a:pt x="0" y="99333"/>
                    </a:cubicBezTo>
                    <a:lnTo>
                      <a:pt x="0" y="16555"/>
                    </a:lnTo>
                    <a:cubicBezTo>
                      <a:pt x="0" y="7444"/>
                      <a:pt x="7380" y="0"/>
                      <a:pt x="165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1568;p45">
                <a:extLst>
                  <a:ext uri="{FF2B5EF4-FFF2-40B4-BE49-F238E27FC236}">
                    <a16:creationId xmlns:a16="http://schemas.microsoft.com/office/drawing/2014/main" id="{9C618145-5DDF-A0CF-0910-B3B6B83C4E46}"/>
                  </a:ext>
                </a:extLst>
              </p:cNvPr>
              <p:cNvSpPr/>
              <p:nvPr/>
            </p:nvSpPr>
            <p:spPr>
              <a:xfrm>
                <a:off x="12638381" y="-6232314"/>
                <a:ext cx="6300" cy="1155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15503" extrusionOk="0">
                    <a:moveTo>
                      <a:pt x="34558" y="1848"/>
                    </a:moveTo>
                    <a:lnTo>
                      <a:pt x="34558" y="117672"/>
                    </a:ln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569;p45">
                <a:extLst>
                  <a:ext uri="{FF2B5EF4-FFF2-40B4-BE49-F238E27FC236}">
                    <a16:creationId xmlns:a16="http://schemas.microsoft.com/office/drawing/2014/main" id="{B4EBB954-1013-EE29-A5B1-38B548B4CF23}"/>
                  </a:ext>
                </a:extLst>
              </p:cNvPr>
              <p:cNvSpPr/>
              <p:nvPr/>
            </p:nvSpPr>
            <p:spPr>
              <a:xfrm>
                <a:off x="12181742" y="-5905196"/>
                <a:ext cx="340092" cy="340092"/>
              </a:xfrm>
              <a:custGeom>
                <a:avLst/>
                <a:gdLst/>
                <a:ahLst/>
                <a:cxnLst/>
                <a:rect l="l" t="t" r="r" b="b"/>
                <a:pathLst>
                  <a:path w="340092" h="340092" extrusionOk="0">
                    <a:moveTo>
                      <a:pt x="171586" y="343173"/>
                    </a:moveTo>
                    <a:cubicBezTo>
                      <a:pt x="77002" y="343173"/>
                      <a:pt x="0" y="266171"/>
                      <a:pt x="0" y="171586"/>
                    </a:cubicBezTo>
                    <a:cubicBezTo>
                      <a:pt x="0" y="77002"/>
                      <a:pt x="77002" y="0"/>
                      <a:pt x="171586" y="0"/>
                    </a:cubicBezTo>
                    <a:cubicBezTo>
                      <a:pt x="266171" y="0"/>
                      <a:pt x="343173" y="77002"/>
                      <a:pt x="343173" y="171586"/>
                    </a:cubicBezTo>
                    <a:cubicBezTo>
                      <a:pt x="343173" y="266171"/>
                      <a:pt x="266171" y="343173"/>
                      <a:pt x="171586" y="3431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570;p45">
                <a:extLst>
                  <a:ext uri="{FF2B5EF4-FFF2-40B4-BE49-F238E27FC236}">
                    <a16:creationId xmlns:a16="http://schemas.microsoft.com/office/drawing/2014/main" id="{F9B1398F-5298-2F60-221F-2A980A8F2C51}"/>
                  </a:ext>
                </a:extLst>
              </p:cNvPr>
              <p:cNvSpPr/>
              <p:nvPr/>
            </p:nvSpPr>
            <p:spPr>
              <a:xfrm>
                <a:off x="12205561" y="-5881377"/>
                <a:ext cx="295174" cy="295174"/>
              </a:xfrm>
              <a:custGeom>
                <a:avLst/>
                <a:gdLst/>
                <a:ahLst/>
                <a:cxnLst/>
                <a:rect l="l" t="t" r="r" b="b"/>
                <a:pathLst>
                  <a:path w="295174" h="295174" extrusionOk="0">
                    <a:moveTo>
                      <a:pt x="293686" y="147767"/>
                    </a:moveTo>
                    <a:cubicBezTo>
                      <a:pt x="293686" y="228356"/>
                      <a:pt x="228356" y="293686"/>
                      <a:pt x="147767" y="293686"/>
                    </a:cubicBezTo>
                    <a:cubicBezTo>
                      <a:pt x="67179" y="293686"/>
                      <a:pt x="1849" y="228356"/>
                      <a:pt x="1849" y="147767"/>
                    </a:cubicBezTo>
                    <a:cubicBezTo>
                      <a:pt x="1849" y="67178"/>
                      <a:pt x="67179" y="1848"/>
                      <a:pt x="147767" y="1848"/>
                    </a:cubicBezTo>
                    <a:cubicBezTo>
                      <a:pt x="228356" y="1848"/>
                      <a:pt x="293686" y="67178"/>
                      <a:pt x="293686" y="14776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571;p45">
                <a:extLst>
                  <a:ext uri="{FF2B5EF4-FFF2-40B4-BE49-F238E27FC236}">
                    <a16:creationId xmlns:a16="http://schemas.microsoft.com/office/drawing/2014/main" id="{C5715546-D10E-2058-8A97-940365CCA17F}"/>
                  </a:ext>
                </a:extLst>
              </p:cNvPr>
              <p:cNvSpPr/>
              <p:nvPr/>
            </p:nvSpPr>
            <p:spPr>
              <a:xfrm>
                <a:off x="12238386" y="-5848618"/>
                <a:ext cx="224589" cy="224589"/>
              </a:xfrm>
              <a:custGeom>
                <a:avLst/>
                <a:gdLst/>
                <a:ahLst/>
                <a:cxnLst/>
                <a:rect l="l" t="t" r="r" b="b"/>
                <a:pathLst>
                  <a:path w="224589" h="224589" extrusionOk="0">
                    <a:moveTo>
                      <a:pt x="172466" y="57489"/>
                    </a:moveTo>
                    <a:cubicBezTo>
                      <a:pt x="204216" y="89239"/>
                      <a:pt x="204216" y="140716"/>
                      <a:pt x="172466" y="172466"/>
                    </a:cubicBezTo>
                    <a:cubicBezTo>
                      <a:pt x="140716" y="204217"/>
                      <a:pt x="89238" y="204217"/>
                      <a:pt x="57488" y="172467"/>
                    </a:cubicBezTo>
                    <a:cubicBezTo>
                      <a:pt x="25738" y="140717"/>
                      <a:pt x="25738" y="89239"/>
                      <a:pt x="57489" y="57489"/>
                    </a:cubicBezTo>
                    <a:cubicBezTo>
                      <a:pt x="89239" y="25739"/>
                      <a:pt x="140716" y="25739"/>
                      <a:pt x="172466" y="574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572;p45">
                <a:extLst>
                  <a:ext uri="{FF2B5EF4-FFF2-40B4-BE49-F238E27FC236}">
                    <a16:creationId xmlns:a16="http://schemas.microsoft.com/office/drawing/2014/main" id="{A7213D2F-FA2A-D2F9-6C99-9CC81EEB6DE2}"/>
                  </a:ext>
                </a:extLst>
              </p:cNvPr>
              <p:cNvSpPr/>
              <p:nvPr/>
            </p:nvSpPr>
            <p:spPr>
              <a:xfrm>
                <a:off x="13258745" y="-5905196"/>
                <a:ext cx="340092" cy="340092"/>
              </a:xfrm>
              <a:custGeom>
                <a:avLst/>
                <a:gdLst/>
                <a:ahLst/>
                <a:cxnLst/>
                <a:rect l="l" t="t" r="r" b="b"/>
                <a:pathLst>
                  <a:path w="340092" h="340092" extrusionOk="0">
                    <a:moveTo>
                      <a:pt x="171586" y="343173"/>
                    </a:moveTo>
                    <a:cubicBezTo>
                      <a:pt x="77002" y="343173"/>
                      <a:pt x="0" y="266171"/>
                      <a:pt x="0" y="171586"/>
                    </a:cubicBezTo>
                    <a:cubicBezTo>
                      <a:pt x="0" y="77002"/>
                      <a:pt x="77002" y="0"/>
                      <a:pt x="171586" y="0"/>
                    </a:cubicBezTo>
                    <a:cubicBezTo>
                      <a:pt x="266171" y="0"/>
                      <a:pt x="343173" y="77002"/>
                      <a:pt x="343173" y="171586"/>
                    </a:cubicBezTo>
                    <a:cubicBezTo>
                      <a:pt x="343173" y="266171"/>
                      <a:pt x="266171" y="343173"/>
                      <a:pt x="171586" y="3431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573;p45">
                <a:extLst>
                  <a:ext uri="{FF2B5EF4-FFF2-40B4-BE49-F238E27FC236}">
                    <a16:creationId xmlns:a16="http://schemas.microsoft.com/office/drawing/2014/main" id="{1C3D36EE-511D-4624-5DAD-B7D4F289D354}"/>
                  </a:ext>
                </a:extLst>
              </p:cNvPr>
              <p:cNvSpPr/>
              <p:nvPr/>
            </p:nvSpPr>
            <p:spPr>
              <a:xfrm>
                <a:off x="13282564" y="-5881377"/>
                <a:ext cx="295174" cy="295174"/>
              </a:xfrm>
              <a:custGeom>
                <a:avLst/>
                <a:gdLst/>
                <a:ahLst/>
                <a:cxnLst/>
                <a:rect l="l" t="t" r="r" b="b"/>
                <a:pathLst>
                  <a:path w="295174" h="295174" extrusionOk="0">
                    <a:moveTo>
                      <a:pt x="293686" y="147767"/>
                    </a:moveTo>
                    <a:cubicBezTo>
                      <a:pt x="293686" y="228356"/>
                      <a:pt x="228356" y="293686"/>
                      <a:pt x="147767" y="293686"/>
                    </a:cubicBezTo>
                    <a:cubicBezTo>
                      <a:pt x="67178" y="293686"/>
                      <a:pt x="1848" y="228356"/>
                      <a:pt x="1848" y="147767"/>
                    </a:cubicBezTo>
                    <a:cubicBezTo>
                      <a:pt x="1848" y="67178"/>
                      <a:pt x="67178" y="1848"/>
                      <a:pt x="147767" y="1848"/>
                    </a:cubicBezTo>
                    <a:cubicBezTo>
                      <a:pt x="228356" y="1848"/>
                      <a:pt x="293686" y="67178"/>
                      <a:pt x="293686" y="14776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574;p45">
                <a:extLst>
                  <a:ext uri="{FF2B5EF4-FFF2-40B4-BE49-F238E27FC236}">
                    <a16:creationId xmlns:a16="http://schemas.microsoft.com/office/drawing/2014/main" id="{5B3CE957-C8AA-E235-5425-9267E4D36498}"/>
                  </a:ext>
                </a:extLst>
              </p:cNvPr>
              <p:cNvSpPr/>
              <p:nvPr/>
            </p:nvSpPr>
            <p:spPr>
              <a:xfrm>
                <a:off x="13332779" y="-5831849"/>
                <a:ext cx="192505" cy="192505"/>
              </a:xfrm>
              <a:custGeom>
                <a:avLst/>
                <a:gdLst/>
                <a:ahLst/>
                <a:cxnLst/>
                <a:rect l="l" t="t" r="r" b="b"/>
                <a:pathLst>
                  <a:path w="192505" h="192505" extrusionOk="0">
                    <a:moveTo>
                      <a:pt x="118175" y="19641"/>
                    </a:moveTo>
                    <a:cubicBezTo>
                      <a:pt x="161747" y="30489"/>
                      <a:pt x="188275" y="74604"/>
                      <a:pt x="177427" y="118176"/>
                    </a:cubicBezTo>
                    <a:cubicBezTo>
                      <a:pt x="166580" y="161747"/>
                      <a:pt x="122465" y="188276"/>
                      <a:pt x="78893" y="177428"/>
                    </a:cubicBezTo>
                    <a:cubicBezTo>
                      <a:pt x="35321" y="166581"/>
                      <a:pt x="8793" y="122465"/>
                      <a:pt x="19641" y="78894"/>
                    </a:cubicBezTo>
                    <a:cubicBezTo>
                      <a:pt x="30488" y="35322"/>
                      <a:pt x="74604" y="8794"/>
                      <a:pt x="118175" y="1964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575;p45">
                <a:extLst>
                  <a:ext uri="{FF2B5EF4-FFF2-40B4-BE49-F238E27FC236}">
                    <a16:creationId xmlns:a16="http://schemas.microsoft.com/office/drawing/2014/main" id="{E78448DA-3415-CF06-77F4-B2416EA204EB}"/>
                  </a:ext>
                </a:extLst>
              </p:cNvPr>
              <p:cNvSpPr/>
              <p:nvPr/>
            </p:nvSpPr>
            <p:spPr>
              <a:xfrm>
                <a:off x="12995333" y="-6534881"/>
                <a:ext cx="32084" cy="77002"/>
              </a:xfrm>
              <a:custGeom>
                <a:avLst/>
                <a:gdLst/>
                <a:ahLst/>
                <a:cxnLst/>
                <a:rect l="l" t="t" r="r" b="b"/>
                <a:pathLst>
                  <a:path w="32084" h="77002" extrusionOk="0">
                    <a:moveTo>
                      <a:pt x="0" y="0"/>
                    </a:moveTo>
                    <a:lnTo>
                      <a:pt x="35678" y="0"/>
                    </a:lnTo>
                    <a:lnTo>
                      <a:pt x="35678" y="78029"/>
                    </a:lnTo>
                    <a:lnTo>
                      <a:pt x="0" y="7802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576;p45">
                <a:extLst>
                  <a:ext uri="{FF2B5EF4-FFF2-40B4-BE49-F238E27FC236}">
                    <a16:creationId xmlns:a16="http://schemas.microsoft.com/office/drawing/2014/main" id="{5DC99B31-4F38-F138-3351-E1E9E69A818E}"/>
                  </a:ext>
                </a:extLst>
              </p:cNvPr>
              <p:cNvSpPr/>
              <p:nvPr/>
            </p:nvSpPr>
            <p:spPr>
              <a:xfrm>
                <a:off x="13360965" y="-6534881"/>
                <a:ext cx="32084" cy="77002"/>
              </a:xfrm>
              <a:custGeom>
                <a:avLst/>
                <a:gdLst/>
                <a:ahLst/>
                <a:cxnLst/>
                <a:rect l="l" t="t" r="r" b="b"/>
                <a:pathLst>
                  <a:path w="32084" h="77002" extrusionOk="0">
                    <a:moveTo>
                      <a:pt x="0" y="0"/>
                    </a:moveTo>
                    <a:lnTo>
                      <a:pt x="35678" y="0"/>
                    </a:lnTo>
                    <a:lnTo>
                      <a:pt x="35678" y="78029"/>
                    </a:lnTo>
                    <a:lnTo>
                      <a:pt x="0" y="7802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577;p45">
                <a:extLst>
                  <a:ext uri="{FF2B5EF4-FFF2-40B4-BE49-F238E27FC236}">
                    <a16:creationId xmlns:a16="http://schemas.microsoft.com/office/drawing/2014/main" id="{46E9DE8C-771C-9ADA-154C-4968FA86C69E}"/>
                  </a:ext>
                </a:extLst>
              </p:cNvPr>
              <p:cNvSpPr/>
              <p:nvPr/>
            </p:nvSpPr>
            <p:spPr>
              <a:xfrm>
                <a:off x="12850826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578;p45">
                <a:extLst>
                  <a:ext uri="{FF2B5EF4-FFF2-40B4-BE49-F238E27FC236}">
                    <a16:creationId xmlns:a16="http://schemas.microsoft.com/office/drawing/2014/main" id="{E9315FC5-9722-E83D-A9AF-9977DD11423A}"/>
                  </a:ext>
                </a:extLst>
              </p:cNvPr>
              <p:cNvSpPr/>
              <p:nvPr/>
            </p:nvSpPr>
            <p:spPr>
              <a:xfrm>
                <a:off x="13085811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579;p45">
                <a:extLst>
                  <a:ext uri="{FF2B5EF4-FFF2-40B4-BE49-F238E27FC236}">
                    <a16:creationId xmlns:a16="http://schemas.microsoft.com/office/drawing/2014/main" id="{0DEAE29E-C78F-1A07-FD6B-63A40B003425}"/>
                  </a:ext>
                </a:extLst>
              </p:cNvPr>
              <p:cNvSpPr/>
              <p:nvPr/>
            </p:nvSpPr>
            <p:spPr>
              <a:xfrm>
                <a:off x="13293267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580;p45">
                <a:extLst>
                  <a:ext uri="{FF2B5EF4-FFF2-40B4-BE49-F238E27FC236}">
                    <a16:creationId xmlns:a16="http://schemas.microsoft.com/office/drawing/2014/main" id="{8B646094-1683-1FB8-C513-E98DB3C3CE19}"/>
                  </a:ext>
                </a:extLst>
              </p:cNvPr>
              <p:cNvSpPr/>
              <p:nvPr/>
            </p:nvSpPr>
            <p:spPr>
              <a:xfrm>
                <a:off x="13500788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581;p45">
                <a:extLst>
                  <a:ext uri="{FF2B5EF4-FFF2-40B4-BE49-F238E27FC236}">
                    <a16:creationId xmlns:a16="http://schemas.microsoft.com/office/drawing/2014/main" id="{EE51EF83-B01D-026C-8592-EA48D6936247}"/>
                  </a:ext>
                </a:extLst>
              </p:cNvPr>
              <p:cNvSpPr/>
              <p:nvPr/>
            </p:nvSpPr>
            <p:spPr>
              <a:xfrm>
                <a:off x="12826507" y="-6542838"/>
                <a:ext cx="705852" cy="12833"/>
              </a:xfrm>
              <a:custGeom>
                <a:avLst/>
                <a:gdLst/>
                <a:ahLst/>
                <a:cxnLst/>
                <a:rect l="l" t="t" r="r" b="b"/>
                <a:pathLst>
                  <a:path w="705852" h="12833" extrusionOk="0">
                    <a:moveTo>
                      <a:pt x="702516" y="17839"/>
                    </a:moveTo>
                    <a:lnTo>
                      <a:pt x="8919" y="17839"/>
                    </a:lnTo>
                    <a:cubicBezTo>
                      <a:pt x="3978" y="17839"/>
                      <a:pt x="0" y="13860"/>
                      <a:pt x="0" y="8919"/>
                    </a:cubicBezTo>
                    <a:lnTo>
                      <a:pt x="0" y="8919"/>
                    </a:lnTo>
                    <a:cubicBezTo>
                      <a:pt x="0" y="3978"/>
                      <a:pt x="3978" y="0"/>
                      <a:pt x="8919" y="0"/>
                    </a:cubicBezTo>
                    <a:lnTo>
                      <a:pt x="702516" y="0"/>
                    </a:lnTo>
                    <a:cubicBezTo>
                      <a:pt x="707457" y="0"/>
                      <a:pt x="711435" y="3978"/>
                      <a:pt x="711435" y="8919"/>
                    </a:cubicBezTo>
                    <a:lnTo>
                      <a:pt x="711435" y="8919"/>
                    </a:lnTo>
                    <a:cubicBezTo>
                      <a:pt x="711435" y="13860"/>
                      <a:pt x="707457" y="17839"/>
                      <a:pt x="702516" y="178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582;p45">
                <a:extLst>
                  <a:ext uri="{FF2B5EF4-FFF2-40B4-BE49-F238E27FC236}">
                    <a16:creationId xmlns:a16="http://schemas.microsoft.com/office/drawing/2014/main" id="{C7F24E3E-A569-A8E5-8A5A-FBA9466FE117}"/>
                  </a:ext>
                </a:extLst>
              </p:cNvPr>
              <p:cNvSpPr/>
              <p:nvPr/>
            </p:nvSpPr>
            <p:spPr>
              <a:xfrm>
                <a:off x="12826507" y="-6596290"/>
                <a:ext cx="705852" cy="12833"/>
              </a:xfrm>
              <a:custGeom>
                <a:avLst/>
                <a:gdLst/>
                <a:ahLst/>
                <a:cxnLst/>
                <a:rect l="l" t="t" r="r" b="b"/>
                <a:pathLst>
                  <a:path w="705852" h="12833" extrusionOk="0">
                    <a:moveTo>
                      <a:pt x="702516" y="17839"/>
                    </a:moveTo>
                    <a:lnTo>
                      <a:pt x="8919" y="17839"/>
                    </a:lnTo>
                    <a:cubicBezTo>
                      <a:pt x="3978" y="17839"/>
                      <a:pt x="0" y="13860"/>
                      <a:pt x="0" y="8919"/>
                    </a:cubicBezTo>
                    <a:lnTo>
                      <a:pt x="0" y="8919"/>
                    </a:lnTo>
                    <a:cubicBezTo>
                      <a:pt x="0" y="3978"/>
                      <a:pt x="3978" y="0"/>
                      <a:pt x="8919" y="0"/>
                    </a:cubicBezTo>
                    <a:lnTo>
                      <a:pt x="702516" y="0"/>
                    </a:lnTo>
                    <a:cubicBezTo>
                      <a:pt x="707457" y="0"/>
                      <a:pt x="711435" y="3978"/>
                      <a:pt x="711435" y="8919"/>
                    </a:cubicBezTo>
                    <a:lnTo>
                      <a:pt x="711435" y="8919"/>
                    </a:lnTo>
                    <a:cubicBezTo>
                      <a:pt x="711435" y="13860"/>
                      <a:pt x="707457" y="17839"/>
                      <a:pt x="702516" y="178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583;p45">
                <a:extLst>
                  <a:ext uri="{FF2B5EF4-FFF2-40B4-BE49-F238E27FC236}">
                    <a16:creationId xmlns:a16="http://schemas.microsoft.com/office/drawing/2014/main" id="{B92365D2-FF51-C937-CEB3-FB429E12666E}"/>
                  </a:ext>
                </a:extLst>
              </p:cNvPr>
              <p:cNvSpPr/>
              <p:nvPr/>
            </p:nvSpPr>
            <p:spPr>
              <a:xfrm>
                <a:off x="12093318" y="-6060676"/>
                <a:ext cx="64168" cy="160421"/>
              </a:xfrm>
              <a:custGeom>
                <a:avLst/>
                <a:gdLst/>
                <a:ahLst/>
                <a:cxnLst/>
                <a:rect l="l" t="t" r="r" b="b"/>
                <a:pathLst>
                  <a:path w="64168" h="160421" extrusionOk="0">
                    <a:moveTo>
                      <a:pt x="17132" y="64"/>
                    </a:moveTo>
                    <a:lnTo>
                      <a:pt x="36190" y="64"/>
                    </a:lnTo>
                    <a:cubicBezTo>
                      <a:pt x="53388" y="64"/>
                      <a:pt x="67377" y="14053"/>
                      <a:pt x="67377" y="31250"/>
                    </a:cubicBezTo>
                    <a:lnTo>
                      <a:pt x="67377" y="129428"/>
                    </a:lnTo>
                    <a:cubicBezTo>
                      <a:pt x="67377" y="146625"/>
                      <a:pt x="53388" y="160613"/>
                      <a:pt x="36190" y="160613"/>
                    </a:cubicBezTo>
                    <a:lnTo>
                      <a:pt x="17132" y="160613"/>
                    </a:lnTo>
                    <a:cubicBezTo>
                      <a:pt x="7700" y="160613"/>
                      <a:pt x="0" y="152978"/>
                      <a:pt x="0" y="143481"/>
                    </a:cubicBezTo>
                    <a:lnTo>
                      <a:pt x="0" y="17133"/>
                    </a:lnTo>
                    <a:cubicBezTo>
                      <a:pt x="0" y="7700"/>
                      <a:pt x="7636" y="0"/>
                      <a:pt x="17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584;p45">
                <a:extLst>
                  <a:ext uri="{FF2B5EF4-FFF2-40B4-BE49-F238E27FC236}">
                    <a16:creationId xmlns:a16="http://schemas.microsoft.com/office/drawing/2014/main" id="{B4F89C4D-C46C-6020-646F-A8B9BC43B17D}"/>
                  </a:ext>
                </a:extLst>
              </p:cNvPr>
              <p:cNvSpPr/>
              <p:nvPr/>
            </p:nvSpPr>
            <p:spPr>
              <a:xfrm>
                <a:off x="12093382" y="-6044763"/>
                <a:ext cx="44917" cy="128336"/>
              </a:xfrm>
              <a:custGeom>
                <a:avLst/>
                <a:gdLst/>
                <a:ahLst/>
                <a:cxnLst/>
                <a:rect l="l" t="t" r="r" b="b"/>
                <a:pathLst>
                  <a:path w="44917" h="128336" extrusionOk="0">
                    <a:moveTo>
                      <a:pt x="0" y="0"/>
                    </a:moveTo>
                    <a:lnTo>
                      <a:pt x="36511" y="0"/>
                    </a:lnTo>
                    <a:cubicBezTo>
                      <a:pt x="44340" y="0"/>
                      <a:pt x="50628" y="6353"/>
                      <a:pt x="50628" y="14117"/>
                    </a:cubicBezTo>
                    <a:lnTo>
                      <a:pt x="50628" y="114733"/>
                    </a:lnTo>
                    <a:cubicBezTo>
                      <a:pt x="50628" y="122562"/>
                      <a:pt x="44276" y="128850"/>
                      <a:pt x="36511" y="128850"/>
                    </a:cubicBezTo>
                    <a:lnTo>
                      <a:pt x="0" y="12885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585;p45">
                <a:extLst>
                  <a:ext uri="{FF2B5EF4-FFF2-40B4-BE49-F238E27FC236}">
                    <a16:creationId xmlns:a16="http://schemas.microsoft.com/office/drawing/2014/main" id="{0D48CAC3-6866-0880-55F4-1A9194972BD5}"/>
                  </a:ext>
                </a:extLst>
              </p:cNvPr>
              <p:cNvSpPr/>
              <p:nvPr/>
            </p:nvSpPr>
            <p:spPr>
              <a:xfrm>
                <a:off x="12124760" y="-6044763"/>
                <a:ext cx="12833" cy="128336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128336" extrusionOk="0">
                    <a:moveTo>
                      <a:pt x="0" y="0"/>
                    </a:moveTo>
                    <a:lnTo>
                      <a:pt x="5070" y="0"/>
                    </a:lnTo>
                    <a:cubicBezTo>
                      <a:pt x="12898" y="0"/>
                      <a:pt x="19186" y="6353"/>
                      <a:pt x="19186" y="14117"/>
                    </a:cubicBezTo>
                    <a:lnTo>
                      <a:pt x="19186" y="114733"/>
                    </a:lnTo>
                    <a:cubicBezTo>
                      <a:pt x="19186" y="122562"/>
                      <a:pt x="12834" y="128850"/>
                      <a:pt x="5070" y="128850"/>
                    </a:cubicBezTo>
                    <a:lnTo>
                      <a:pt x="0" y="12885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586;p45">
                <a:extLst>
                  <a:ext uri="{FF2B5EF4-FFF2-40B4-BE49-F238E27FC236}">
                    <a16:creationId xmlns:a16="http://schemas.microsoft.com/office/drawing/2014/main" id="{12EFEFDA-DB93-C095-0440-0ECB832000D2}"/>
                  </a:ext>
                </a:extLst>
              </p:cNvPr>
              <p:cNvSpPr/>
              <p:nvPr/>
            </p:nvSpPr>
            <p:spPr>
              <a:xfrm>
                <a:off x="12054625" y="-5959162"/>
                <a:ext cx="25667" cy="109086"/>
              </a:xfrm>
              <a:custGeom>
                <a:avLst/>
                <a:gdLst/>
                <a:ahLst/>
                <a:cxnLst/>
                <a:rect l="l" t="t" r="r" b="b"/>
                <a:pathLst>
                  <a:path w="25667" h="109086" extrusionOk="0">
                    <a:moveTo>
                      <a:pt x="26245" y="113578"/>
                    </a:moveTo>
                    <a:lnTo>
                      <a:pt x="0" y="113578"/>
                    </a:lnTo>
                    <a:lnTo>
                      <a:pt x="9176" y="0"/>
                    </a:lnTo>
                    <a:lnTo>
                      <a:pt x="26245" y="0"/>
                    </a:lnTo>
                    <a:lnTo>
                      <a:pt x="26245" y="1135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587;p45">
                <a:extLst>
                  <a:ext uri="{FF2B5EF4-FFF2-40B4-BE49-F238E27FC236}">
                    <a16:creationId xmlns:a16="http://schemas.microsoft.com/office/drawing/2014/main" id="{87235D58-ECF1-ED45-462F-B021ACFD3E72}"/>
                  </a:ext>
                </a:extLst>
              </p:cNvPr>
              <p:cNvSpPr/>
              <p:nvPr/>
            </p:nvSpPr>
            <p:spPr>
              <a:xfrm>
                <a:off x="12028123" y="-5851552"/>
                <a:ext cx="115503" cy="89835"/>
              </a:xfrm>
              <a:custGeom>
                <a:avLst/>
                <a:gdLst/>
                <a:ahLst/>
                <a:cxnLst/>
                <a:rect l="l" t="t" r="r" b="b"/>
                <a:pathLst>
                  <a:path w="115503" h="89835" extrusionOk="0">
                    <a:moveTo>
                      <a:pt x="17582" y="64"/>
                    </a:moveTo>
                    <a:lnTo>
                      <a:pt x="115888" y="64"/>
                    </a:lnTo>
                    <a:lnTo>
                      <a:pt x="115888" y="92146"/>
                    </a:lnTo>
                    <a:lnTo>
                      <a:pt x="17582" y="92146"/>
                    </a:lnTo>
                    <a:cubicBezTo>
                      <a:pt x="7893" y="92146"/>
                      <a:pt x="0" y="84253"/>
                      <a:pt x="0" y="74564"/>
                    </a:cubicBezTo>
                    <a:lnTo>
                      <a:pt x="0" y="17582"/>
                    </a:lnTo>
                    <a:cubicBezTo>
                      <a:pt x="0" y="7893"/>
                      <a:pt x="7893" y="0"/>
                      <a:pt x="175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588;p45">
                <a:extLst>
                  <a:ext uri="{FF2B5EF4-FFF2-40B4-BE49-F238E27FC236}">
                    <a16:creationId xmlns:a16="http://schemas.microsoft.com/office/drawing/2014/main" id="{CF8ECD28-B557-7B87-DB65-73EC9C76959D}"/>
                  </a:ext>
                </a:extLst>
              </p:cNvPr>
              <p:cNvSpPr/>
              <p:nvPr/>
            </p:nvSpPr>
            <p:spPr>
              <a:xfrm>
                <a:off x="13641381" y="-5851487"/>
                <a:ext cx="77002" cy="89835"/>
              </a:xfrm>
              <a:custGeom>
                <a:avLst/>
                <a:gdLst/>
                <a:ahLst/>
                <a:cxnLst/>
                <a:rect l="l" t="t" r="r" b="b"/>
                <a:pathLst>
                  <a:path w="77002" h="89835" extrusionOk="0">
                    <a:moveTo>
                      <a:pt x="65323" y="92082"/>
                    </a:moveTo>
                    <a:lnTo>
                      <a:pt x="0" y="92082"/>
                    </a:lnTo>
                    <a:lnTo>
                      <a:pt x="0" y="0"/>
                    </a:lnTo>
                    <a:lnTo>
                      <a:pt x="65323" y="0"/>
                    </a:lnTo>
                    <a:cubicBezTo>
                      <a:pt x="75013" y="0"/>
                      <a:pt x="82905" y="7893"/>
                      <a:pt x="82905" y="17582"/>
                    </a:cubicBezTo>
                    <a:lnTo>
                      <a:pt x="82905" y="74564"/>
                    </a:lnTo>
                    <a:cubicBezTo>
                      <a:pt x="82905" y="84253"/>
                      <a:pt x="75013" y="92146"/>
                      <a:pt x="65323" y="9214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D220E09-F611-D933-E69C-EEF4E35809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572" y="219919"/>
            <a:ext cx="1836907" cy="1963590"/>
          </a:xfrm>
          <a:prstGeom prst="rect">
            <a:avLst/>
          </a:prstGeom>
        </p:spPr>
      </p:pic>
      <p:grpSp>
        <p:nvGrpSpPr>
          <p:cNvPr id="207" name="Group 206">
            <a:extLst>
              <a:ext uri="{FF2B5EF4-FFF2-40B4-BE49-F238E27FC236}">
                <a16:creationId xmlns:a16="http://schemas.microsoft.com/office/drawing/2014/main" id="{2724EF76-865F-D2EA-EE00-25865D419999}"/>
              </a:ext>
            </a:extLst>
          </p:cNvPr>
          <p:cNvGrpSpPr/>
          <p:nvPr/>
        </p:nvGrpSpPr>
        <p:grpSpPr>
          <a:xfrm>
            <a:off x="19902507" y="1667032"/>
            <a:ext cx="5587097" cy="3491839"/>
            <a:chOff x="13615302" y="1670938"/>
            <a:chExt cx="5587097" cy="3491839"/>
          </a:xfrm>
        </p:grpSpPr>
        <p:sp>
          <p:nvSpPr>
            <p:cNvPr id="208" name="Rectangle: Rounded Corners 207">
              <a:extLst>
                <a:ext uri="{FF2B5EF4-FFF2-40B4-BE49-F238E27FC236}">
                  <a16:creationId xmlns:a16="http://schemas.microsoft.com/office/drawing/2014/main" id="{8C67FEE0-13BB-D3BF-AC99-72931638F0B4}"/>
                </a:ext>
              </a:extLst>
            </p:cNvPr>
            <p:cNvSpPr/>
            <p:nvPr/>
          </p:nvSpPr>
          <p:spPr>
            <a:xfrm>
              <a:off x="13615302" y="16709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F7F9AD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55E42420-5810-91EA-AEF1-4A24C1695E4A}"/>
                </a:ext>
              </a:extLst>
            </p:cNvPr>
            <p:cNvSpPr txBox="1"/>
            <p:nvPr/>
          </p:nvSpPr>
          <p:spPr>
            <a:xfrm>
              <a:off x="14012710" y="2725191"/>
              <a:ext cx="4994579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Пътуването между големи растояния: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Струва много пари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Допринася за глобалното затопляне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Струпват се огромно количество от хора  по известните забележителностите</a:t>
              </a:r>
              <a:endParaRPr lang="en-US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45A552E2-CBE3-5339-3D28-81532E8BB45E}"/>
                </a:ext>
              </a:extLst>
            </p:cNvPr>
            <p:cNvSpPr txBox="1"/>
            <p:nvPr/>
          </p:nvSpPr>
          <p:spPr>
            <a:xfrm>
              <a:off x="14762710" y="2026900"/>
              <a:ext cx="3106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Основен проблем</a:t>
              </a:r>
              <a:endParaRPr lang="en-US" sz="28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pic>
        <p:nvPicPr>
          <p:cNvPr id="211" name="Picture 210">
            <a:extLst>
              <a:ext uri="{FF2B5EF4-FFF2-40B4-BE49-F238E27FC236}">
                <a16:creationId xmlns:a16="http://schemas.microsoft.com/office/drawing/2014/main" id="{89190B6C-60F4-97E2-9664-85DBA25591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573" y="6858000"/>
            <a:ext cx="1914525" cy="2638425"/>
          </a:xfrm>
          <a:prstGeom prst="rect">
            <a:avLst/>
          </a:prstGeom>
        </p:spPr>
      </p:pic>
      <p:grpSp>
        <p:nvGrpSpPr>
          <p:cNvPr id="212" name="Group 211">
            <a:extLst>
              <a:ext uri="{FF2B5EF4-FFF2-40B4-BE49-F238E27FC236}">
                <a16:creationId xmlns:a16="http://schemas.microsoft.com/office/drawing/2014/main" id="{4E107434-679B-4DAE-3CD4-C662240A03FA}"/>
              </a:ext>
            </a:extLst>
          </p:cNvPr>
          <p:cNvGrpSpPr/>
          <p:nvPr/>
        </p:nvGrpSpPr>
        <p:grpSpPr>
          <a:xfrm>
            <a:off x="19707397" y="1867917"/>
            <a:ext cx="5587097" cy="3491839"/>
            <a:chOff x="13615302" y="1670938"/>
            <a:chExt cx="5587097" cy="3491839"/>
          </a:xfrm>
        </p:grpSpPr>
        <p:sp>
          <p:nvSpPr>
            <p:cNvPr id="213" name="Rectangle: Rounded Corners 212">
              <a:extLst>
                <a:ext uri="{FF2B5EF4-FFF2-40B4-BE49-F238E27FC236}">
                  <a16:creationId xmlns:a16="http://schemas.microsoft.com/office/drawing/2014/main" id="{AB7DCBA4-DBD4-2FFF-28AA-054403E0342C}"/>
                </a:ext>
              </a:extLst>
            </p:cNvPr>
            <p:cNvSpPr/>
            <p:nvPr/>
          </p:nvSpPr>
          <p:spPr>
            <a:xfrm>
              <a:off x="13615302" y="16709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F7F9AD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B5BD2227-9DA0-5E0F-8A88-D2D921913839}"/>
                </a:ext>
              </a:extLst>
            </p:cNvPr>
            <p:cNvSpPr txBox="1"/>
            <p:nvPr/>
          </p:nvSpPr>
          <p:spPr>
            <a:xfrm>
              <a:off x="13972053" y="2939247"/>
              <a:ext cx="4994579" cy="1813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1429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Струва много пари</a:t>
              </a:r>
            </a:p>
            <a:p>
              <a:pPr marL="342900" indent="-342900">
                <a:lnSpc>
                  <a:spcPct val="131429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Допринася за глобалното затопляне</a:t>
              </a:r>
            </a:p>
            <a:p>
              <a:pPr marL="342900" indent="-342900">
                <a:lnSpc>
                  <a:spcPct val="131429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Струпват се огромно количество от хора  по известните забележителностите</a:t>
              </a:r>
              <a:endParaRPr lang="en-US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D7122EA3-027C-9119-4855-EA312C6CD20A}"/>
                </a:ext>
              </a:extLst>
            </p:cNvPr>
            <p:cNvSpPr txBox="1"/>
            <p:nvPr/>
          </p:nvSpPr>
          <p:spPr>
            <a:xfrm>
              <a:off x="14416972" y="1828519"/>
              <a:ext cx="3983755" cy="1071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Пътуването между големи растояния: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3EB57-FC32-37E7-E8D3-EE134C6FC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10C561-7F4E-8DAF-B46E-613F4CDFF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85" y="-24284"/>
            <a:ext cx="12235169" cy="688228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2A5D635-D60F-6C2C-EE10-90702AD94A05}"/>
              </a:ext>
            </a:extLst>
          </p:cNvPr>
          <p:cNvSpPr txBox="1"/>
          <p:nvPr/>
        </p:nvSpPr>
        <p:spPr>
          <a:xfrm>
            <a:off x="10403840" y="436880"/>
            <a:ext cx="10566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DAY 1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930C03-52A5-0780-B894-6D0E45F214A9}"/>
              </a:ext>
            </a:extLst>
          </p:cNvPr>
          <p:cNvGrpSpPr/>
          <p:nvPr/>
        </p:nvGrpSpPr>
        <p:grpSpPr>
          <a:xfrm>
            <a:off x="23044429" y="1167086"/>
            <a:ext cx="5587097" cy="4639273"/>
            <a:chOff x="5875982" y="1670938"/>
            <a:chExt cx="5587097" cy="463927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C192297-2CD7-2EBF-BAC5-F3DDA4B33A89}"/>
                </a:ext>
              </a:extLst>
            </p:cNvPr>
            <p:cNvGrpSpPr/>
            <p:nvPr/>
          </p:nvGrpSpPr>
          <p:grpSpPr>
            <a:xfrm>
              <a:off x="5875982" y="1670938"/>
              <a:ext cx="5587097" cy="4639273"/>
              <a:chOff x="6200962" y="1810238"/>
              <a:chExt cx="5587097" cy="4639273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9C546BD3-93EE-ADE1-D848-B0AF1504CFDF}"/>
                  </a:ext>
                </a:extLst>
              </p:cNvPr>
              <p:cNvSpPr/>
              <p:nvPr/>
            </p:nvSpPr>
            <p:spPr>
              <a:xfrm>
                <a:off x="6200962" y="1810238"/>
                <a:ext cx="5587097" cy="3491839"/>
              </a:xfrm>
              <a:prstGeom prst="roundRect">
                <a:avLst>
                  <a:gd name="adj" fmla="val 18328"/>
                </a:avLst>
              </a:prstGeom>
              <a:solidFill>
                <a:srgbClr val="AEF8CF">
                  <a:alpha val="50000"/>
                </a:srgbClr>
              </a:solidFill>
              <a:ln>
                <a:gradFill>
                  <a:gsLst>
                    <a:gs pos="35000">
                      <a:schemeClr val="accent3">
                        <a:lumMod val="40000"/>
                        <a:lumOff val="60000"/>
                      </a:schemeClr>
                    </a:gs>
                    <a:gs pos="10000">
                      <a:schemeClr val="accent6">
                        <a:lumMod val="20000"/>
                        <a:lumOff val="80000"/>
                      </a:schemeClr>
                    </a:gs>
                    <a:gs pos="66000">
                      <a:schemeClr val="accent6">
                        <a:lumMod val="60000"/>
                        <a:lumOff val="40000"/>
                      </a:schemeClr>
                    </a:gs>
                    <a:gs pos="89000">
                      <a:schemeClr val="accent3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54F552-4084-18EA-197A-891F2EB2D8BD}"/>
                  </a:ext>
                </a:extLst>
              </p:cNvPr>
              <p:cNvSpPr txBox="1"/>
              <p:nvPr/>
            </p:nvSpPr>
            <p:spPr>
              <a:xfrm>
                <a:off x="7682861" y="2027719"/>
                <a:ext cx="31065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         CopyCity</a:t>
                </a:r>
                <a:endParaRPr lang="en-US" sz="28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FADA1B-3CAA-6F29-5313-DD9A8A470395}"/>
                  </a:ext>
                </a:extLst>
              </p:cNvPr>
              <p:cNvSpPr txBox="1"/>
              <p:nvPr/>
            </p:nvSpPr>
            <p:spPr>
              <a:xfrm>
                <a:off x="6625195" y="2666937"/>
                <a:ext cx="4994579" cy="3782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Проекта помага с: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Развномерно разпределяне на трафика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Откриване на нови дестинации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Подобряване на икономиката в </a:t>
                </a:r>
              </a:p>
              <a:p>
                <a:pPr>
                  <a:lnSpc>
                    <a:spcPct val="115000"/>
                  </a:lnSpc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       по-малко населени места</a:t>
                </a:r>
              </a:p>
              <a:p>
                <a:pPr>
                  <a:lnSpc>
                    <a:spcPct val="115000"/>
                  </a:lnSpc>
                </a:pPr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A1CF94B-B7F1-1EB5-CDCC-AD920DA24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4030" y="1866278"/>
              <a:ext cx="812700" cy="868748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9B700E3-83FA-E3D2-29D7-D890DA6CD6D9}"/>
              </a:ext>
            </a:extLst>
          </p:cNvPr>
          <p:cNvSpPr txBox="1"/>
          <p:nvPr/>
        </p:nvSpPr>
        <p:spPr>
          <a:xfrm>
            <a:off x="14591" y="3984797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5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IDEA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924FB-7576-2C67-9E62-D62FB9D45052}"/>
              </a:ext>
            </a:extLst>
          </p:cNvPr>
          <p:cNvSpPr txBox="1"/>
          <p:nvPr/>
        </p:nvSpPr>
        <p:spPr>
          <a:xfrm>
            <a:off x="1016541" y="3064006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PROBLEM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05D2D7-887D-A825-51FD-34FB847D0306}"/>
              </a:ext>
            </a:extLst>
          </p:cNvPr>
          <p:cNvSpPr txBox="1"/>
          <p:nvPr/>
        </p:nvSpPr>
        <p:spPr>
          <a:xfrm>
            <a:off x="14591" y="5911859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EXECUTION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2FCA05-0D2C-F225-B5FC-7234E0577446}"/>
              </a:ext>
            </a:extLst>
          </p:cNvPr>
          <p:cNvSpPr txBox="1"/>
          <p:nvPr/>
        </p:nvSpPr>
        <p:spPr>
          <a:xfrm>
            <a:off x="14591" y="8009000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EXPRIRIENCE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AEFF2C-77A0-EB2F-2FF9-072A1210BBF4}"/>
              </a:ext>
            </a:extLst>
          </p:cNvPr>
          <p:cNvSpPr txBox="1"/>
          <p:nvPr/>
        </p:nvSpPr>
        <p:spPr>
          <a:xfrm>
            <a:off x="14591" y="7058381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DEMO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595A5C-2322-B86E-F94E-A2F260AD0912}"/>
              </a:ext>
            </a:extLst>
          </p:cNvPr>
          <p:cNvSpPr txBox="1"/>
          <p:nvPr/>
        </p:nvSpPr>
        <p:spPr>
          <a:xfrm>
            <a:off x="14591" y="4948328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SOLUTION</a:t>
            </a:r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EDC5599-4A91-6389-A1CD-E4986F716CDA}"/>
              </a:ext>
            </a:extLst>
          </p:cNvPr>
          <p:cNvSpPr/>
          <p:nvPr/>
        </p:nvSpPr>
        <p:spPr>
          <a:xfrm rot="5400000">
            <a:off x="155643" y="2928026"/>
            <a:ext cx="719846" cy="100194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3F9E1F7C-D685-24CE-17C0-CD782D83A228}"/>
              </a:ext>
            </a:extLst>
          </p:cNvPr>
          <p:cNvGrpSpPr/>
          <p:nvPr/>
        </p:nvGrpSpPr>
        <p:grpSpPr>
          <a:xfrm>
            <a:off x="5873383" y="1670938"/>
            <a:ext cx="5587097" cy="3491839"/>
            <a:chOff x="13615302" y="1670938"/>
            <a:chExt cx="5587097" cy="3491839"/>
          </a:xfrm>
        </p:grpSpPr>
        <p:sp>
          <p:nvSpPr>
            <p:cNvPr id="332" name="Rectangle: Rounded Corners 331">
              <a:extLst>
                <a:ext uri="{FF2B5EF4-FFF2-40B4-BE49-F238E27FC236}">
                  <a16:creationId xmlns:a16="http://schemas.microsoft.com/office/drawing/2014/main" id="{EF8F715A-2780-5E15-12EA-E59F37E3155D}"/>
                </a:ext>
              </a:extLst>
            </p:cNvPr>
            <p:cNvSpPr/>
            <p:nvPr/>
          </p:nvSpPr>
          <p:spPr>
            <a:xfrm>
              <a:off x="13615302" y="16709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F7F9AD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2C2AAA37-D2C4-BCEC-2846-BC7F26AE0B66}"/>
                </a:ext>
              </a:extLst>
            </p:cNvPr>
            <p:cNvSpPr txBox="1"/>
            <p:nvPr/>
          </p:nvSpPr>
          <p:spPr>
            <a:xfrm>
              <a:off x="13972053" y="2939247"/>
              <a:ext cx="4994579" cy="1813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1429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Струва много пари</a:t>
              </a:r>
            </a:p>
            <a:p>
              <a:pPr marL="342900" indent="-342900">
                <a:lnSpc>
                  <a:spcPct val="131429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Допринася за глобалното затопляне</a:t>
              </a:r>
            </a:p>
            <a:p>
              <a:pPr marL="342900" indent="-342900">
                <a:lnSpc>
                  <a:spcPct val="131429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Струпват се огромно количество от хора  по известните забележителностите</a:t>
              </a:r>
              <a:endParaRPr lang="en-US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2957B633-FC9E-E5D2-0DFE-D8EE354C2D34}"/>
                </a:ext>
              </a:extLst>
            </p:cNvPr>
            <p:cNvSpPr txBox="1"/>
            <p:nvPr/>
          </p:nvSpPr>
          <p:spPr>
            <a:xfrm>
              <a:off x="14416972" y="1828519"/>
              <a:ext cx="3983755" cy="1071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Пътуването между големи растояния: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7671CDF-9D06-90A5-28AA-20AE01E882B5}"/>
              </a:ext>
            </a:extLst>
          </p:cNvPr>
          <p:cNvGrpSpPr/>
          <p:nvPr/>
        </p:nvGrpSpPr>
        <p:grpSpPr>
          <a:xfrm>
            <a:off x="23035402" y="2141603"/>
            <a:ext cx="5587097" cy="4639273"/>
            <a:chOff x="5875982" y="1670938"/>
            <a:chExt cx="5587097" cy="463927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4F967EB-3AF3-8E52-C9DD-0C817380ADF1}"/>
                </a:ext>
              </a:extLst>
            </p:cNvPr>
            <p:cNvGrpSpPr/>
            <p:nvPr/>
          </p:nvGrpSpPr>
          <p:grpSpPr>
            <a:xfrm>
              <a:off x="5875982" y="1670938"/>
              <a:ext cx="5587097" cy="4639273"/>
              <a:chOff x="6200962" y="1810238"/>
              <a:chExt cx="5587097" cy="4639273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82EF5AA-FD6B-FC36-21B5-94D69FFD4FBA}"/>
                  </a:ext>
                </a:extLst>
              </p:cNvPr>
              <p:cNvSpPr/>
              <p:nvPr/>
            </p:nvSpPr>
            <p:spPr>
              <a:xfrm>
                <a:off x="6200962" y="1810238"/>
                <a:ext cx="5587097" cy="3491839"/>
              </a:xfrm>
              <a:prstGeom prst="roundRect">
                <a:avLst>
                  <a:gd name="adj" fmla="val 18328"/>
                </a:avLst>
              </a:prstGeom>
              <a:solidFill>
                <a:srgbClr val="AEF8CF">
                  <a:alpha val="50000"/>
                </a:srgbClr>
              </a:solidFill>
              <a:ln>
                <a:gradFill>
                  <a:gsLst>
                    <a:gs pos="35000">
                      <a:schemeClr val="accent3">
                        <a:lumMod val="40000"/>
                        <a:lumOff val="60000"/>
                      </a:schemeClr>
                    </a:gs>
                    <a:gs pos="10000">
                      <a:schemeClr val="accent6">
                        <a:lumMod val="20000"/>
                        <a:lumOff val="80000"/>
                      </a:schemeClr>
                    </a:gs>
                    <a:gs pos="66000">
                      <a:schemeClr val="accent6">
                        <a:lumMod val="60000"/>
                        <a:lumOff val="40000"/>
                      </a:schemeClr>
                    </a:gs>
                    <a:gs pos="89000">
                      <a:schemeClr val="accent3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8EE3F2-FD60-9A79-F62E-8E4C257F0F6B}"/>
                  </a:ext>
                </a:extLst>
              </p:cNvPr>
              <p:cNvSpPr txBox="1"/>
              <p:nvPr/>
            </p:nvSpPr>
            <p:spPr>
              <a:xfrm>
                <a:off x="7682861" y="2027719"/>
                <a:ext cx="31065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         CopyCity</a:t>
                </a:r>
                <a:endParaRPr lang="en-US" sz="28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8B621ED-EAD8-F51C-0ACA-53637119CF39}"/>
                  </a:ext>
                </a:extLst>
              </p:cNvPr>
              <p:cNvSpPr txBox="1"/>
              <p:nvPr/>
            </p:nvSpPr>
            <p:spPr>
              <a:xfrm>
                <a:off x="6625195" y="2666937"/>
                <a:ext cx="4994579" cy="3782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Website </a:t>
                </a: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който помага с: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Развномерно разпределяне на трафика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Откриване на нови дестинации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Подобряване на икономиката в </a:t>
                </a:r>
              </a:p>
              <a:p>
                <a:pPr>
                  <a:lnSpc>
                    <a:spcPct val="115000"/>
                  </a:lnSpc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       по-малко населени места</a:t>
                </a:r>
              </a:p>
              <a:p>
                <a:pPr>
                  <a:lnSpc>
                    <a:spcPct val="115000"/>
                  </a:lnSpc>
                </a:pPr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7273E77-F000-7E68-3C43-B9BF606F3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4030" y="1866278"/>
              <a:ext cx="812700" cy="868748"/>
            </a:xfrm>
            <a:prstGeom prst="rect">
              <a:avLst/>
            </a:prstGeom>
          </p:spPr>
        </p:pic>
      </p:grpSp>
      <p:pic>
        <p:nvPicPr>
          <p:cNvPr id="377" name="Picture 376">
            <a:extLst>
              <a:ext uri="{FF2B5EF4-FFF2-40B4-BE49-F238E27FC236}">
                <a16:creationId xmlns:a16="http://schemas.microsoft.com/office/drawing/2014/main" id="{7B7008CA-B651-AE2B-2EBF-2B1D4FE994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638" y="-1839355"/>
            <a:ext cx="1565149" cy="16834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FD95FE3-E4F5-43FF-075D-077D59ACAC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438" y="1765971"/>
            <a:ext cx="870380" cy="930406"/>
          </a:xfrm>
          <a:prstGeom prst="rect">
            <a:avLst/>
          </a:prstGeom>
        </p:spPr>
      </p:pic>
      <p:pic>
        <p:nvPicPr>
          <p:cNvPr id="381" name="Picture 380">
            <a:extLst>
              <a:ext uri="{FF2B5EF4-FFF2-40B4-BE49-F238E27FC236}">
                <a16:creationId xmlns:a16="http://schemas.microsoft.com/office/drawing/2014/main" id="{B5ACA387-2A79-FAFA-8A4D-AF2B9F1B1A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865" y="0"/>
            <a:ext cx="1914525" cy="2638425"/>
          </a:xfrm>
          <a:prstGeom prst="rect">
            <a:avLst/>
          </a:prstGeom>
        </p:spPr>
      </p:pic>
      <p:grpSp>
        <p:nvGrpSpPr>
          <p:cNvPr id="382" name="Group 381">
            <a:extLst>
              <a:ext uri="{FF2B5EF4-FFF2-40B4-BE49-F238E27FC236}">
                <a16:creationId xmlns:a16="http://schemas.microsoft.com/office/drawing/2014/main" id="{5DE5564A-BB80-9E93-7C0F-763579CCD2E2}"/>
              </a:ext>
            </a:extLst>
          </p:cNvPr>
          <p:cNvGrpSpPr/>
          <p:nvPr/>
        </p:nvGrpSpPr>
        <p:grpSpPr>
          <a:xfrm>
            <a:off x="22757112" y="1707552"/>
            <a:ext cx="5587097" cy="5520171"/>
            <a:chOff x="5875982" y="1670938"/>
            <a:chExt cx="5587097" cy="5520171"/>
          </a:xfrm>
        </p:grpSpPr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362DC80E-F37D-9485-D78C-86D9F89D7EBF}"/>
                </a:ext>
              </a:extLst>
            </p:cNvPr>
            <p:cNvGrpSpPr/>
            <p:nvPr/>
          </p:nvGrpSpPr>
          <p:grpSpPr>
            <a:xfrm>
              <a:off x="5875982" y="1670938"/>
              <a:ext cx="5587097" cy="5520171"/>
              <a:chOff x="6200962" y="1810238"/>
              <a:chExt cx="5587097" cy="5520171"/>
            </a:xfrm>
          </p:grpSpPr>
          <p:sp>
            <p:nvSpPr>
              <p:cNvPr id="385" name="Rectangle: Rounded Corners 384">
                <a:extLst>
                  <a:ext uri="{FF2B5EF4-FFF2-40B4-BE49-F238E27FC236}">
                    <a16:creationId xmlns:a16="http://schemas.microsoft.com/office/drawing/2014/main" id="{EA78F309-4062-E0D8-7F3F-C2A9AAC367C5}"/>
                  </a:ext>
                </a:extLst>
              </p:cNvPr>
              <p:cNvSpPr/>
              <p:nvPr/>
            </p:nvSpPr>
            <p:spPr>
              <a:xfrm>
                <a:off x="6200962" y="1810238"/>
                <a:ext cx="5587097" cy="3491839"/>
              </a:xfrm>
              <a:prstGeom prst="roundRect">
                <a:avLst>
                  <a:gd name="adj" fmla="val 18328"/>
                </a:avLst>
              </a:prstGeom>
              <a:solidFill>
                <a:srgbClr val="AEF8CF">
                  <a:alpha val="50000"/>
                </a:srgbClr>
              </a:solidFill>
              <a:ln>
                <a:gradFill>
                  <a:gsLst>
                    <a:gs pos="35000">
                      <a:schemeClr val="accent3">
                        <a:lumMod val="40000"/>
                        <a:lumOff val="60000"/>
                      </a:schemeClr>
                    </a:gs>
                    <a:gs pos="10000">
                      <a:schemeClr val="accent6">
                        <a:lumMod val="20000"/>
                        <a:lumOff val="80000"/>
                      </a:schemeClr>
                    </a:gs>
                    <a:gs pos="66000">
                      <a:schemeClr val="accent6">
                        <a:lumMod val="60000"/>
                        <a:lumOff val="40000"/>
                      </a:schemeClr>
                    </a:gs>
                    <a:gs pos="89000">
                      <a:schemeClr val="accent3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6" name="TextBox 385">
                <a:extLst>
                  <a:ext uri="{FF2B5EF4-FFF2-40B4-BE49-F238E27FC236}">
                    <a16:creationId xmlns:a16="http://schemas.microsoft.com/office/drawing/2014/main" id="{E732A4C0-E891-F18C-B1C5-7A616A298FDE}"/>
                  </a:ext>
                </a:extLst>
              </p:cNvPr>
              <p:cNvSpPr txBox="1"/>
              <p:nvPr/>
            </p:nvSpPr>
            <p:spPr>
              <a:xfrm>
                <a:off x="7682861" y="2027719"/>
                <a:ext cx="31065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         CopyCity</a:t>
                </a:r>
                <a:endParaRPr lang="en-US" sz="32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387" name="TextBox 386">
                <a:extLst>
                  <a:ext uri="{FF2B5EF4-FFF2-40B4-BE49-F238E27FC236}">
                    <a16:creationId xmlns:a16="http://schemas.microsoft.com/office/drawing/2014/main" id="{F9264C95-220F-6895-D688-A0C0A951C21A}"/>
                  </a:ext>
                </a:extLst>
              </p:cNvPr>
              <p:cNvSpPr txBox="1"/>
              <p:nvPr/>
            </p:nvSpPr>
            <p:spPr>
              <a:xfrm>
                <a:off x="6631640" y="2647589"/>
                <a:ext cx="4834209" cy="4682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Според предпочитанията и бюджетът на потребителят: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Оригиналното място се заменя с  подобно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Новата дестинация е по-евтина и не е толкова населена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endParaRPr lang="bg-BG" sz="24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endParaRPr lang="bg-BG" sz="24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>
                  <a:lnSpc>
                    <a:spcPct val="115000"/>
                  </a:lnSpc>
                </a:pPr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p:grpSp>
        <p:pic>
          <p:nvPicPr>
            <p:cNvPr id="384" name="Picture 383">
              <a:extLst>
                <a:ext uri="{FF2B5EF4-FFF2-40B4-BE49-F238E27FC236}">
                  <a16:creationId xmlns:a16="http://schemas.microsoft.com/office/drawing/2014/main" id="{7ABEE073-3A2E-9382-C3E3-8F0D86CD9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25108" y="1769313"/>
              <a:ext cx="812700" cy="8687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6632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3825B-FDE2-1B88-BFC7-1FF5D4D18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E338D6-0254-E749-1BED-30E8B17E8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24283"/>
            <a:ext cx="12235169" cy="6882283"/>
          </a:xfrm>
          <a:prstGeom prst="rect">
            <a:avLst/>
          </a:prstGeom>
        </p:spPr>
      </p:pic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8F1C9710-2278-4EBF-50F7-49A8FF1A3F24}"/>
              </a:ext>
            </a:extLst>
          </p:cNvPr>
          <p:cNvSpPr/>
          <p:nvPr/>
        </p:nvSpPr>
        <p:spPr>
          <a:xfrm rot="5400000">
            <a:off x="155643" y="2928026"/>
            <a:ext cx="719846" cy="100194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32512-2C9D-3E6C-4AFA-4F3D4E64C84D}"/>
              </a:ext>
            </a:extLst>
          </p:cNvPr>
          <p:cNvSpPr txBox="1"/>
          <p:nvPr/>
        </p:nvSpPr>
        <p:spPr>
          <a:xfrm>
            <a:off x="10403840" y="436880"/>
            <a:ext cx="10566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DAY 1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9D941E89-191B-AD77-3BA8-07118EF9D28A}"/>
              </a:ext>
            </a:extLst>
          </p:cNvPr>
          <p:cNvGrpSpPr/>
          <p:nvPr/>
        </p:nvGrpSpPr>
        <p:grpSpPr>
          <a:xfrm>
            <a:off x="6119002" y="2065014"/>
            <a:ext cx="5587097" cy="5520171"/>
            <a:chOff x="5875982" y="1670938"/>
            <a:chExt cx="5587097" cy="5520171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AF54D5C4-2183-2C4F-B340-81126644261E}"/>
                </a:ext>
              </a:extLst>
            </p:cNvPr>
            <p:cNvGrpSpPr/>
            <p:nvPr/>
          </p:nvGrpSpPr>
          <p:grpSpPr>
            <a:xfrm>
              <a:off x="5875982" y="1670938"/>
              <a:ext cx="5587097" cy="5520171"/>
              <a:chOff x="6200962" y="1810238"/>
              <a:chExt cx="5587097" cy="5520171"/>
            </a:xfrm>
          </p:grpSpPr>
          <p:sp>
            <p:nvSpPr>
              <p:cNvPr id="145" name="Rectangle: Rounded Corners 144">
                <a:extLst>
                  <a:ext uri="{FF2B5EF4-FFF2-40B4-BE49-F238E27FC236}">
                    <a16:creationId xmlns:a16="http://schemas.microsoft.com/office/drawing/2014/main" id="{DC08F3E2-E727-31C1-D14D-D37CEB167174}"/>
                  </a:ext>
                </a:extLst>
              </p:cNvPr>
              <p:cNvSpPr/>
              <p:nvPr/>
            </p:nvSpPr>
            <p:spPr>
              <a:xfrm>
                <a:off x="6200962" y="1810238"/>
                <a:ext cx="5587097" cy="3491839"/>
              </a:xfrm>
              <a:prstGeom prst="roundRect">
                <a:avLst>
                  <a:gd name="adj" fmla="val 18328"/>
                </a:avLst>
              </a:prstGeom>
              <a:solidFill>
                <a:srgbClr val="AEF8CF">
                  <a:alpha val="50000"/>
                </a:srgbClr>
              </a:solidFill>
              <a:ln>
                <a:gradFill>
                  <a:gsLst>
                    <a:gs pos="35000">
                      <a:schemeClr val="accent3">
                        <a:lumMod val="40000"/>
                        <a:lumOff val="60000"/>
                      </a:schemeClr>
                    </a:gs>
                    <a:gs pos="10000">
                      <a:schemeClr val="accent6">
                        <a:lumMod val="20000"/>
                        <a:lumOff val="80000"/>
                      </a:schemeClr>
                    </a:gs>
                    <a:gs pos="66000">
                      <a:schemeClr val="accent6">
                        <a:lumMod val="60000"/>
                        <a:lumOff val="40000"/>
                      </a:schemeClr>
                    </a:gs>
                    <a:gs pos="89000">
                      <a:schemeClr val="accent3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10F3C068-E5AE-E8EC-AC6A-63225A42A1F7}"/>
                  </a:ext>
                </a:extLst>
              </p:cNvPr>
              <p:cNvSpPr txBox="1"/>
              <p:nvPr/>
            </p:nvSpPr>
            <p:spPr>
              <a:xfrm>
                <a:off x="7682861" y="2027719"/>
                <a:ext cx="31065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         CopyCity</a:t>
                </a:r>
                <a:endParaRPr lang="en-US" sz="32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9992843E-5555-9DCE-7598-24743FFABF57}"/>
                  </a:ext>
                </a:extLst>
              </p:cNvPr>
              <p:cNvSpPr txBox="1"/>
              <p:nvPr/>
            </p:nvSpPr>
            <p:spPr>
              <a:xfrm>
                <a:off x="6631640" y="2647589"/>
                <a:ext cx="4834209" cy="4682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Според предпочитанията и бюджетът на потребителят: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Оригиналното място се заменя с  подобно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Новата дестинация е по-евтина и не е толкова населена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endParaRPr lang="bg-BG" sz="24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endParaRPr lang="bg-BG" sz="24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>
                  <a:lnSpc>
                    <a:spcPct val="115000"/>
                  </a:lnSpc>
                </a:pPr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p:grpSp>
        <p:pic>
          <p:nvPicPr>
            <p:cNvPr id="164" name="Picture 163">
              <a:extLst>
                <a:ext uri="{FF2B5EF4-FFF2-40B4-BE49-F238E27FC236}">
                  <a16:creationId xmlns:a16="http://schemas.microsoft.com/office/drawing/2014/main" id="{D75EAF13-BE78-588A-4BD8-D46D35041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25108" y="1769313"/>
              <a:ext cx="812700" cy="868748"/>
            </a:xfrm>
            <a:prstGeom prst="rect">
              <a:avLst/>
            </a:prstGeom>
          </p:spPr>
        </p:pic>
      </p:grpSp>
      <p:pic>
        <p:nvPicPr>
          <p:cNvPr id="170" name="Picture 169">
            <a:extLst>
              <a:ext uri="{FF2B5EF4-FFF2-40B4-BE49-F238E27FC236}">
                <a16:creationId xmlns:a16="http://schemas.microsoft.com/office/drawing/2014/main" id="{80010A66-25DC-3E00-79E6-74C6A583D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4000" y1="56548" x2="54000" y2="56548"/>
                        <a14:foregroundMark x1="30667" y1="44643" x2="59667" y2="46429"/>
                        <a14:foregroundMark x1="59667" y1="46429" x2="61667" y2="315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65068">
            <a:off x="4729683" y="-2379432"/>
            <a:ext cx="2292599" cy="1283856"/>
          </a:xfrm>
          <a:prstGeom prst="rect">
            <a:avLst/>
          </a:prstGeom>
        </p:spPr>
      </p:pic>
      <p:pic>
        <p:nvPicPr>
          <p:cNvPr id="171" name="Picture 170">
            <a:extLst>
              <a:ext uri="{FF2B5EF4-FFF2-40B4-BE49-F238E27FC236}">
                <a16:creationId xmlns:a16="http://schemas.microsoft.com/office/drawing/2014/main" id="{4BAB63E8-0587-8DC3-A071-B34DC2D256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881" y="-2622704"/>
            <a:ext cx="1349803" cy="1349803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68767C90-F8E6-ABCD-823B-89A3B036EF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6588">
            <a:off x="9448286" y="-2212868"/>
            <a:ext cx="1591487" cy="994679"/>
          </a:xfrm>
          <a:prstGeom prst="rect">
            <a:avLst/>
          </a:prstGeom>
        </p:spPr>
      </p:pic>
      <p:pic>
        <p:nvPicPr>
          <p:cNvPr id="173" name="Picture 172">
            <a:extLst>
              <a:ext uri="{FF2B5EF4-FFF2-40B4-BE49-F238E27FC236}">
                <a16:creationId xmlns:a16="http://schemas.microsoft.com/office/drawing/2014/main" id="{0D70AB0A-CEAC-F1D1-F34C-25D114D268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13408">
            <a:off x="10048588" y="7923520"/>
            <a:ext cx="1259401" cy="1259401"/>
          </a:xfrm>
          <a:prstGeom prst="rect">
            <a:avLst/>
          </a:prstGeom>
        </p:spPr>
      </p:pic>
      <p:pic>
        <p:nvPicPr>
          <p:cNvPr id="174" name="Picture 4" descr="Ollama Logo PNG HD Download With Transparent Background | PNGHDPro">
            <a:extLst>
              <a:ext uri="{FF2B5EF4-FFF2-40B4-BE49-F238E27FC236}">
                <a16:creationId xmlns:a16="http://schemas.microsoft.com/office/drawing/2014/main" id="{267F96D5-D1C6-81C4-A82F-4A9CFCE25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2442">
            <a:off x="4237746" y="6914986"/>
            <a:ext cx="3276470" cy="327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BD91E54E-102A-8F71-12B0-25F28DA458A2}"/>
              </a:ext>
            </a:extLst>
          </p:cNvPr>
          <p:cNvSpPr txBox="1"/>
          <p:nvPr/>
        </p:nvSpPr>
        <p:spPr>
          <a:xfrm>
            <a:off x="1016541" y="3032137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IDEA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E6E4D9C-F8D3-5EB8-58E3-D7E366CB33F5}"/>
              </a:ext>
            </a:extLst>
          </p:cNvPr>
          <p:cNvSpPr txBox="1"/>
          <p:nvPr/>
        </p:nvSpPr>
        <p:spPr>
          <a:xfrm>
            <a:off x="0" y="2132924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5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PROBLEM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32C3FAB-1174-71F1-09CC-D4F6F1BE7AB9}"/>
              </a:ext>
            </a:extLst>
          </p:cNvPr>
          <p:cNvSpPr txBox="1"/>
          <p:nvPr/>
        </p:nvSpPr>
        <p:spPr>
          <a:xfrm>
            <a:off x="36179" y="5029809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EXECUTION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5EEAC40-2E11-ED6B-0DCB-E373B9568F29}"/>
              </a:ext>
            </a:extLst>
          </p:cNvPr>
          <p:cNvSpPr txBox="1"/>
          <p:nvPr/>
        </p:nvSpPr>
        <p:spPr>
          <a:xfrm>
            <a:off x="36179" y="7126950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EXPRIRIENCE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8506EDA-7BF6-A0D3-2A98-4AD12877E73A}"/>
              </a:ext>
            </a:extLst>
          </p:cNvPr>
          <p:cNvSpPr txBox="1"/>
          <p:nvPr/>
        </p:nvSpPr>
        <p:spPr>
          <a:xfrm>
            <a:off x="36179" y="6024314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DEMO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44296E1-EC45-028B-3E6C-D16EAA50678D}"/>
              </a:ext>
            </a:extLst>
          </p:cNvPr>
          <p:cNvSpPr txBox="1"/>
          <p:nvPr/>
        </p:nvSpPr>
        <p:spPr>
          <a:xfrm>
            <a:off x="36179" y="4066278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5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SOLUTION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1DB5AB4-874D-74EF-B958-A36587690C49}"/>
              </a:ext>
            </a:extLst>
          </p:cNvPr>
          <p:cNvGrpSpPr/>
          <p:nvPr/>
        </p:nvGrpSpPr>
        <p:grpSpPr>
          <a:xfrm>
            <a:off x="17844622" y="1499108"/>
            <a:ext cx="5587097" cy="3491839"/>
            <a:chOff x="13615302" y="1670938"/>
            <a:chExt cx="5587097" cy="3491839"/>
          </a:xfrm>
        </p:grpSpPr>
        <p:sp>
          <p:nvSpPr>
            <p:cNvPr id="137" name="Rectangle: Rounded Corners 136">
              <a:extLst>
                <a:ext uri="{FF2B5EF4-FFF2-40B4-BE49-F238E27FC236}">
                  <a16:creationId xmlns:a16="http://schemas.microsoft.com/office/drawing/2014/main" id="{4F93D742-8399-3DC7-0384-E1EEC1620EA7}"/>
                </a:ext>
              </a:extLst>
            </p:cNvPr>
            <p:cNvSpPr/>
            <p:nvPr/>
          </p:nvSpPr>
          <p:spPr>
            <a:xfrm>
              <a:off x="13615302" y="16709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FFFFC3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273DBDF2-98C4-7F0B-3E75-EC966A98A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28608" y="1829616"/>
              <a:ext cx="812700" cy="868748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27B5D4C5-48C5-4EED-2513-742330659F90}"/>
                </a:ext>
              </a:extLst>
            </p:cNvPr>
            <p:cNvSpPr txBox="1"/>
            <p:nvPr/>
          </p:nvSpPr>
          <p:spPr>
            <a:xfrm>
              <a:off x="14012710" y="2725191"/>
              <a:ext cx="4994579" cy="1999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Frontend :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Прост </a:t>
              </a: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Wizard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и информационнна страницан с карта</a:t>
              </a:r>
            </a:p>
            <a:p>
              <a:pPr>
                <a:lnSpc>
                  <a:spcPct val="115000"/>
                </a:lnSpc>
              </a:pPr>
              <a:endParaRPr lang="bg-BG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Backend: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Връзка с </a:t>
              </a: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AI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, който препоръчва град, спрямо желанията на потребителя</a:t>
              </a:r>
              <a:endParaRPr lang="en-US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9D81B57-6629-5FBB-430C-2250A0600B52}"/>
                </a:ext>
              </a:extLst>
            </p:cNvPr>
            <p:cNvSpPr txBox="1"/>
            <p:nvPr/>
          </p:nvSpPr>
          <p:spPr>
            <a:xfrm>
              <a:off x="14762710" y="2026900"/>
              <a:ext cx="33513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Как го реализирахме?</a:t>
              </a:r>
              <a:endPara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pic>
        <p:nvPicPr>
          <p:cNvPr id="258" name="Picture 257">
            <a:extLst>
              <a:ext uri="{FF2B5EF4-FFF2-40B4-BE49-F238E27FC236}">
                <a16:creationId xmlns:a16="http://schemas.microsoft.com/office/drawing/2014/main" id="{F5C82365-60F5-A050-48C7-9C091F27D40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270" y="544498"/>
            <a:ext cx="1565149" cy="1683405"/>
          </a:xfrm>
          <a:prstGeom prst="rect">
            <a:avLst/>
          </a:prstGeom>
        </p:spPr>
      </p:pic>
      <p:grpSp>
        <p:nvGrpSpPr>
          <p:cNvPr id="259" name="Group 258">
            <a:extLst>
              <a:ext uri="{FF2B5EF4-FFF2-40B4-BE49-F238E27FC236}">
                <a16:creationId xmlns:a16="http://schemas.microsoft.com/office/drawing/2014/main" id="{1C4EFC9E-C092-9ABE-5B98-17F5B82D4A15}"/>
              </a:ext>
            </a:extLst>
          </p:cNvPr>
          <p:cNvGrpSpPr/>
          <p:nvPr/>
        </p:nvGrpSpPr>
        <p:grpSpPr>
          <a:xfrm>
            <a:off x="18581198" y="1553839"/>
            <a:ext cx="5587097" cy="3491839"/>
            <a:chOff x="13615302" y="1670938"/>
            <a:chExt cx="5587097" cy="3491839"/>
          </a:xfrm>
        </p:grpSpPr>
        <p:sp>
          <p:nvSpPr>
            <p:cNvPr id="260" name="Rectangle: Rounded Corners 259">
              <a:extLst>
                <a:ext uri="{FF2B5EF4-FFF2-40B4-BE49-F238E27FC236}">
                  <a16:creationId xmlns:a16="http://schemas.microsoft.com/office/drawing/2014/main" id="{F567FDAB-C423-223D-3C6E-942119670A5C}"/>
                </a:ext>
              </a:extLst>
            </p:cNvPr>
            <p:cNvSpPr/>
            <p:nvPr/>
          </p:nvSpPr>
          <p:spPr>
            <a:xfrm>
              <a:off x="13615302" y="16709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F7F9AD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92E8EED-8B3E-BC48-5260-4D685B1103CB}"/>
                </a:ext>
              </a:extLst>
            </p:cNvPr>
            <p:cNvSpPr txBox="1"/>
            <p:nvPr/>
          </p:nvSpPr>
          <p:spPr>
            <a:xfrm>
              <a:off x="14012710" y="2725191"/>
              <a:ext cx="4994579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Пътуването между големи растояния: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Струва много пари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Допринася за глобалното затопляне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Струпват се огромно количество от хора  по известните забележителностите</a:t>
              </a:r>
              <a:endParaRPr lang="en-US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BE5DDBE6-3B23-8E3D-BD0A-CB5B67655C09}"/>
                </a:ext>
              </a:extLst>
            </p:cNvPr>
            <p:cNvSpPr txBox="1"/>
            <p:nvPr/>
          </p:nvSpPr>
          <p:spPr>
            <a:xfrm>
              <a:off x="14762710" y="2026900"/>
              <a:ext cx="3106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Основен проблем</a:t>
              </a:r>
              <a:endParaRPr lang="en-US" sz="28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pic>
        <p:nvPicPr>
          <p:cNvPr id="263" name="Picture 262">
            <a:extLst>
              <a:ext uri="{FF2B5EF4-FFF2-40B4-BE49-F238E27FC236}">
                <a16:creationId xmlns:a16="http://schemas.microsoft.com/office/drawing/2014/main" id="{A6220E8B-4EB2-90DC-566A-9F699A91B7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3351" y="1677686"/>
            <a:ext cx="870380" cy="930406"/>
          </a:xfrm>
          <a:prstGeom prst="rect">
            <a:avLst/>
          </a:prstGeom>
        </p:spPr>
      </p:pic>
      <p:grpSp>
        <p:nvGrpSpPr>
          <p:cNvPr id="269" name="Google Shape;1946;p47">
            <a:extLst>
              <a:ext uri="{FF2B5EF4-FFF2-40B4-BE49-F238E27FC236}">
                <a16:creationId xmlns:a16="http://schemas.microsoft.com/office/drawing/2014/main" id="{349057E9-5EB6-B045-6EC2-1B6C194C7F77}"/>
              </a:ext>
            </a:extLst>
          </p:cNvPr>
          <p:cNvGrpSpPr/>
          <p:nvPr/>
        </p:nvGrpSpPr>
        <p:grpSpPr>
          <a:xfrm rot="4769715">
            <a:off x="-6961598" y="-1664659"/>
            <a:ext cx="1927300" cy="2119534"/>
            <a:chOff x="-11234829" y="-8025664"/>
            <a:chExt cx="1455271" cy="1453123"/>
          </a:xfrm>
        </p:grpSpPr>
        <p:sp>
          <p:nvSpPr>
            <p:cNvPr id="270" name="Google Shape;1947;p47">
              <a:extLst>
                <a:ext uri="{FF2B5EF4-FFF2-40B4-BE49-F238E27FC236}">
                  <a16:creationId xmlns:a16="http://schemas.microsoft.com/office/drawing/2014/main" id="{AF73C4C2-FB34-418B-7D3C-E450DCA1795D}"/>
                </a:ext>
              </a:extLst>
            </p:cNvPr>
            <p:cNvSpPr/>
            <p:nvPr/>
          </p:nvSpPr>
          <p:spPr>
            <a:xfrm>
              <a:off x="-10936135" y="-8016134"/>
              <a:ext cx="1149414" cy="1149414"/>
            </a:xfrm>
            <a:custGeom>
              <a:avLst/>
              <a:gdLst/>
              <a:ahLst/>
              <a:cxnLst/>
              <a:rect l="l" t="t" r="r" b="b"/>
              <a:pathLst>
                <a:path w="1149414" h="1149414" extrusionOk="0">
                  <a:moveTo>
                    <a:pt x="662390" y="296250"/>
                  </a:moveTo>
                  <a:lnTo>
                    <a:pt x="732258" y="229091"/>
                  </a:lnTo>
                  <a:lnTo>
                    <a:pt x="885624" y="81884"/>
                  </a:lnTo>
                  <a:cubicBezTo>
                    <a:pt x="910254" y="58157"/>
                    <a:pt x="938250" y="38124"/>
                    <a:pt x="969202" y="23510"/>
                  </a:cubicBezTo>
                  <a:cubicBezTo>
                    <a:pt x="1076098" y="-26982"/>
                    <a:pt x="1131187" y="19569"/>
                    <a:pt x="1131187" y="19569"/>
                  </a:cubicBezTo>
                  <a:cubicBezTo>
                    <a:pt x="1131187" y="19569"/>
                    <a:pt x="1177739" y="74577"/>
                    <a:pt x="1127329" y="181473"/>
                  </a:cubicBezTo>
                  <a:cubicBezTo>
                    <a:pt x="1112714" y="212425"/>
                    <a:pt x="1092600" y="240421"/>
                    <a:pt x="1068873" y="265133"/>
                  </a:cubicBezTo>
                  <a:lnTo>
                    <a:pt x="921665" y="418498"/>
                  </a:lnTo>
                  <a:lnTo>
                    <a:pt x="854507" y="488366"/>
                  </a:lnTo>
                  <a:lnTo>
                    <a:pt x="629140" y="723093"/>
                  </a:lnTo>
                  <a:lnTo>
                    <a:pt x="596381" y="757165"/>
                  </a:lnTo>
                  <a:cubicBezTo>
                    <a:pt x="534969" y="821204"/>
                    <a:pt x="467647" y="879413"/>
                    <a:pt x="395398" y="931055"/>
                  </a:cubicBezTo>
                  <a:lnTo>
                    <a:pt x="300325" y="999034"/>
                  </a:lnTo>
                  <a:lnTo>
                    <a:pt x="242279" y="1040495"/>
                  </a:lnTo>
                  <a:lnTo>
                    <a:pt x="152790" y="1104452"/>
                  </a:lnTo>
                  <a:lnTo>
                    <a:pt x="88176" y="1150675"/>
                  </a:lnTo>
                  <a:lnTo>
                    <a:pt x="68472" y="1130971"/>
                  </a:lnTo>
                  <a:lnTo>
                    <a:pt x="66666" y="1128754"/>
                  </a:lnTo>
                  <a:lnTo>
                    <a:pt x="111493" y="1092712"/>
                  </a:lnTo>
                  <a:lnTo>
                    <a:pt x="116830" y="1033845"/>
                  </a:lnTo>
                  <a:lnTo>
                    <a:pt x="58045" y="1039182"/>
                  </a:lnTo>
                  <a:lnTo>
                    <a:pt x="21920" y="1084009"/>
                  </a:lnTo>
                  <a:lnTo>
                    <a:pt x="19703" y="1082203"/>
                  </a:lnTo>
                  <a:lnTo>
                    <a:pt x="0" y="1062498"/>
                  </a:lnTo>
                  <a:lnTo>
                    <a:pt x="46223" y="997803"/>
                  </a:lnTo>
                  <a:lnTo>
                    <a:pt x="110179" y="908313"/>
                  </a:lnTo>
                  <a:lnTo>
                    <a:pt x="151723" y="850267"/>
                  </a:lnTo>
                  <a:lnTo>
                    <a:pt x="219701" y="755194"/>
                  </a:lnTo>
                  <a:cubicBezTo>
                    <a:pt x="271343" y="683028"/>
                    <a:pt x="329553" y="615787"/>
                    <a:pt x="393592" y="554211"/>
                  </a:cubicBezTo>
                  <a:lnTo>
                    <a:pt x="427664" y="521453"/>
                  </a:lnTo>
                  <a:lnTo>
                    <a:pt x="662390" y="296085"/>
                  </a:lnTo>
                  <a:close/>
                  <a:moveTo>
                    <a:pt x="1057707" y="213903"/>
                  </a:moveTo>
                  <a:cubicBezTo>
                    <a:pt x="1072239" y="174576"/>
                    <a:pt x="1036771" y="113985"/>
                    <a:pt x="1036771" y="113985"/>
                  </a:cubicBezTo>
                  <a:cubicBezTo>
                    <a:pt x="1036771" y="113985"/>
                    <a:pt x="976180" y="78600"/>
                    <a:pt x="936937" y="93050"/>
                  </a:cubicBezTo>
                  <a:cubicBezTo>
                    <a:pt x="897610" y="107582"/>
                    <a:pt x="879219" y="128353"/>
                    <a:pt x="879219" y="128353"/>
                  </a:cubicBezTo>
                  <a:lnTo>
                    <a:pt x="890056" y="139191"/>
                  </a:lnTo>
                  <a:cubicBezTo>
                    <a:pt x="890056" y="139191"/>
                    <a:pt x="949415" y="91818"/>
                    <a:pt x="1004259" y="146580"/>
                  </a:cubicBezTo>
                  <a:cubicBezTo>
                    <a:pt x="1059021" y="201341"/>
                    <a:pt x="1011566" y="260782"/>
                    <a:pt x="1011566" y="260782"/>
                  </a:cubicBezTo>
                  <a:lnTo>
                    <a:pt x="1022403" y="271620"/>
                  </a:lnTo>
                  <a:cubicBezTo>
                    <a:pt x="1022403" y="271620"/>
                    <a:pt x="1043093" y="253229"/>
                    <a:pt x="1057625" y="2139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1948;p47">
              <a:extLst>
                <a:ext uri="{FF2B5EF4-FFF2-40B4-BE49-F238E27FC236}">
                  <a16:creationId xmlns:a16="http://schemas.microsoft.com/office/drawing/2014/main" id="{87FB35B3-4733-5EEF-34C2-4AC36791CFD5}"/>
                </a:ext>
              </a:extLst>
            </p:cNvPr>
            <p:cNvSpPr/>
            <p:nvPr/>
          </p:nvSpPr>
          <p:spPr>
            <a:xfrm>
              <a:off x="-9909253" y="-7138218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209" y="24814"/>
                  </a:moveTo>
                  <a:cubicBezTo>
                    <a:pt x="75652" y="45174"/>
                    <a:pt x="85340" y="68573"/>
                    <a:pt x="76883" y="77030"/>
                  </a:cubicBezTo>
                  <a:lnTo>
                    <a:pt x="75324" y="78261"/>
                  </a:lnTo>
                  <a:lnTo>
                    <a:pt x="75242" y="78261"/>
                  </a:lnTo>
                  <a:cubicBezTo>
                    <a:pt x="75242" y="78261"/>
                    <a:pt x="75242" y="78343"/>
                    <a:pt x="75242" y="78343"/>
                  </a:cubicBezTo>
                  <a:cubicBezTo>
                    <a:pt x="65635" y="84172"/>
                    <a:pt x="43879" y="74403"/>
                    <a:pt x="24749" y="55273"/>
                  </a:cubicBezTo>
                  <a:cubicBezTo>
                    <a:pt x="5045" y="35569"/>
                    <a:pt x="-4643" y="13073"/>
                    <a:pt x="2172" y="3960"/>
                  </a:cubicBezTo>
                  <a:lnTo>
                    <a:pt x="2336" y="3796"/>
                  </a:lnTo>
                  <a:lnTo>
                    <a:pt x="2664" y="3467"/>
                  </a:lnTo>
                  <a:lnTo>
                    <a:pt x="3075" y="3057"/>
                  </a:lnTo>
                  <a:cubicBezTo>
                    <a:pt x="11449" y="-5400"/>
                    <a:pt x="34848" y="4288"/>
                    <a:pt x="55291" y="24731"/>
                  </a:cubicBezTo>
                  <a:close/>
                  <a:moveTo>
                    <a:pt x="66046" y="67095"/>
                  </a:moveTo>
                  <a:cubicBezTo>
                    <a:pt x="69330" y="63729"/>
                    <a:pt x="60134" y="49198"/>
                    <a:pt x="45521" y="34501"/>
                  </a:cubicBezTo>
                  <a:cubicBezTo>
                    <a:pt x="30907" y="19805"/>
                    <a:pt x="16293" y="10610"/>
                    <a:pt x="12926" y="13976"/>
                  </a:cubicBezTo>
                  <a:cubicBezTo>
                    <a:pt x="9561" y="17342"/>
                    <a:pt x="18838" y="31792"/>
                    <a:pt x="33452" y="46570"/>
                  </a:cubicBezTo>
                  <a:cubicBezTo>
                    <a:pt x="48066" y="61184"/>
                    <a:pt x="62680" y="70462"/>
                    <a:pt x="66046" y="670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1949;p47">
              <a:extLst>
                <a:ext uri="{FF2B5EF4-FFF2-40B4-BE49-F238E27FC236}">
                  <a16:creationId xmlns:a16="http://schemas.microsoft.com/office/drawing/2014/main" id="{E7960781-7497-71B7-44B2-F0DB14BFA55E}"/>
                </a:ext>
              </a:extLst>
            </p:cNvPr>
            <p:cNvSpPr/>
            <p:nvPr/>
          </p:nvSpPr>
          <p:spPr>
            <a:xfrm>
              <a:off x="-9962828" y="-7134176"/>
              <a:ext cx="123151" cy="139571"/>
            </a:xfrm>
            <a:custGeom>
              <a:avLst/>
              <a:gdLst/>
              <a:ahLst/>
              <a:cxnLst/>
              <a:rect l="l" t="t" r="r" b="b"/>
              <a:pathLst>
                <a:path w="123151" h="139571" extrusionOk="0">
                  <a:moveTo>
                    <a:pt x="128653" y="74383"/>
                  </a:moveTo>
                  <a:lnTo>
                    <a:pt x="54186" y="131936"/>
                  </a:lnTo>
                  <a:cubicBezTo>
                    <a:pt x="42364" y="141132"/>
                    <a:pt x="27094" y="144252"/>
                    <a:pt x="12726" y="140721"/>
                  </a:cubicBezTo>
                  <a:lnTo>
                    <a:pt x="0" y="72002"/>
                  </a:lnTo>
                  <a:lnTo>
                    <a:pt x="55583" y="0"/>
                  </a:lnTo>
                  <a:cubicBezTo>
                    <a:pt x="48769" y="9195"/>
                    <a:pt x="58456" y="31609"/>
                    <a:pt x="78160" y="51313"/>
                  </a:cubicBezTo>
                  <a:cubicBezTo>
                    <a:pt x="97207" y="70443"/>
                    <a:pt x="119046" y="80213"/>
                    <a:pt x="128653" y="743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1950;p47">
              <a:extLst>
                <a:ext uri="{FF2B5EF4-FFF2-40B4-BE49-F238E27FC236}">
                  <a16:creationId xmlns:a16="http://schemas.microsoft.com/office/drawing/2014/main" id="{BDADA7D9-4703-7256-917D-FFAB33A0F18B}"/>
                </a:ext>
              </a:extLst>
            </p:cNvPr>
            <p:cNvSpPr/>
            <p:nvPr/>
          </p:nvSpPr>
          <p:spPr>
            <a:xfrm>
              <a:off x="-10056834" y="-7926552"/>
              <a:ext cx="180622" cy="180622"/>
            </a:xfrm>
            <a:custGeom>
              <a:avLst/>
              <a:gdLst/>
              <a:ahLst/>
              <a:cxnLst/>
              <a:rect l="l" t="t" r="r" b="b"/>
              <a:pathLst>
                <a:path w="180622" h="180622" extrusionOk="0">
                  <a:moveTo>
                    <a:pt x="157469" y="24485"/>
                  </a:moveTo>
                  <a:cubicBezTo>
                    <a:pt x="157469" y="24485"/>
                    <a:pt x="192937" y="85076"/>
                    <a:pt x="178405" y="124402"/>
                  </a:cubicBezTo>
                  <a:cubicBezTo>
                    <a:pt x="163873" y="163728"/>
                    <a:pt x="143184" y="182037"/>
                    <a:pt x="143184" y="182037"/>
                  </a:cubicBezTo>
                  <a:lnTo>
                    <a:pt x="132347" y="171200"/>
                  </a:lnTo>
                  <a:cubicBezTo>
                    <a:pt x="132347" y="171200"/>
                    <a:pt x="179801" y="111759"/>
                    <a:pt x="125040" y="56997"/>
                  </a:cubicBezTo>
                  <a:cubicBezTo>
                    <a:pt x="70196" y="2236"/>
                    <a:pt x="10837" y="49608"/>
                    <a:pt x="10837" y="49608"/>
                  </a:cubicBezTo>
                  <a:lnTo>
                    <a:pt x="0" y="38771"/>
                  </a:lnTo>
                  <a:cubicBezTo>
                    <a:pt x="0" y="38771"/>
                    <a:pt x="18391" y="17999"/>
                    <a:pt x="57717" y="3467"/>
                  </a:cubicBezTo>
                  <a:cubicBezTo>
                    <a:pt x="97043" y="-10982"/>
                    <a:pt x="157551" y="24403"/>
                    <a:pt x="157551" y="244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1951;p47">
              <a:extLst>
                <a:ext uri="{FF2B5EF4-FFF2-40B4-BE49-F238E27FC236}">
                  <a16:creationId xmlns:a16="http://schemas.microsoft.com/office/drawing/2014/main" id="{75F1F3ED-AEA8-D25D-E876-2DA6018832B9}"/>
                </a:ext>
              </a:extLst>
            </p:cNvPr>
            <p:cNvSpPr/>
            <p:nvPr/>
          </p:nvSpPr>
          <p:spPr>
            <a:xfrm>
              <a:off x="-9968737" y="-7417608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251" y="24731"/>
                  </a:moveTo>
                  <a:cubicBezTo>
                    <a:pt x="75694" y="45174"/>
                    <a:pt x="85383" y="68573"/>
                    <a:pt x="76926" y="76948"/>
                  </a:cubicBezTo>
                  <a:lnTo>
                    <a:pt x="75366" y="78261"/>
                  </a:lnTo>
                  <a:lnTo>
                    <a:pt x="75202" y="78261"/>
                  </a:lnTo>
                  <a:cubicBezTo>
                    <a:pt x="65596" y="84172"/>
                    <a:pt x="43839" y="74403"/>
                    <a:pt x="24710" y="55273"/>
                  </a:cubicBezTo>
                  <a:cubicBezTo>
                    <a:pt x="5005" y="35569"/>
                    <a:pt x="-4683" y="13237"/>
                    <a:pt x="2214" y="4042"/>
                  </a:cubicBezTo>
                  <a:lnTo>
                    <a:pt x="2706" y="3385"/>
                  </a:lnTo>
                  <a:lnTo>
                    <a:pt x="3035" y="3057"/>
                  </a:lnTo>
                  <a:cubicBezTo>
                    <a:pt x="11492" y="-5400"/>
                    <a:pt x="34890" y="4288"/>
                    <a:pt x="55333" y="24731"/>
                  </a:cubicBezTo>
                  <a:close/>
                  <a:moveTo>
                    <a:pt x="66089" y="66931"/>
                  </a:moveTo>
                  <a:cubicBezTo>
                    <a:pt x="69372" y="63647"/>
                    <a:pt x="60259" y="49115"/>
                    <a:pt x="45564" y="34337"/>
                  </a:cubicBezTo>
                  <a:cubicBezTo>
                    <a:pt x="30867" y="19559"/>
                    <a:pt x="16335" y="10446"/>
                    <a:pt x="12969" y="13812"/>
                  </a:cubicBezTo>
                  <a:cubicBezTo>
                    <a:pt x="9604" y="17178"/>
                    <a:pt x="18881" y="31628"/>
                    <a:pt x="33494" y="46406"/>
                  </a:cubicBezTo>
                  <a:cubicBezTo>
                    <a:pt x="48191" y="61020"/>
                    <a:pt x="62723" y="70215"/>
                    <a:pt x="66089" y="669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1952;p47">
              <a:extLst>
                <a:ext uri="{FF2B5EF4-FFF2-40B4-BE49-F238E27FC236}">
                  <a16:creationId xmlns:a16="http://schemas.microsoft.com/office/drawing/2014/main" id="{0A729331-7097-C4C4-38B8-27BF5ED48AF2}"/>
                </a:ext>
              </a:extLst>
            </p:cNvPr>
            <p:cNvSpPr/>
            <p:nvPr/>
          </p:nvSpPr>
          <p:spPr>
            <a:xfrm>
              <a:off x="-10016112" y="-7413566"/>
              <a:ext cx="114941" cy="139571"/>
            </a:xfrm>
            <a:custGeom>
              <a:avLst/>
              <a:gdLst/>
              <a:ahLst/>
              <a:cxnLst/>
              <a:rect l="l" t="t" r="r" b="b"/>
              <a:pathLst>
                <a:path w="114941" h="139571" extrusionOk="0">
                  <a:moveTo>
                    <a:pt x="122495" y="74301"/>
                  </a:moveTo>
                  <a:lnTo>
                    <a:pt x="48029" y="131854"/>
                  </a:lnTo>
                  <a:cubicBezTo>
                    <a:pt x="38424" y="139325"/>
                    <a:pt x="26436" y="142856"/>
                    <a:pt x="14450" y="141952"/>
                  </a:cubicBezTo>
                  <a:lnTo>
                    <a:pt x="0" y="63875"/>
                  </a:lnTo>
                  <a:lnTo>
                    <a:pt x="49425" y="0"/>
                  </a:lnTo>
                  <a:cubicBezTo>
                    <a:pt x="42611" y="9195"/>
                    <a:pt x="52298" y="31527"/>
                    <a:pt x="71921" y="51231"/>
                  </a:cubicBezTo>
                  <a:cubicBezTo>
                    <a:pt x="91050" y="70361"/>
                    <a:pt x="112889" y="80130"/>
                    <a:pt x="122413" y="743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1953;p47">
              <a:extLst>
                <a:ext uri="{FF2B5EF4-FFF2-40B4-BE49-F238E27FC236}">
                  <a16:creationId xmlns:a16="http://schemas.microsoft.com/office/drawing/2014/main" id="{289B824D-7DBE-BCCD-C368-B474026620DE}"/>
                </a:ext>
              </a:extLst>
            </p:cNvPr>
            <p:cNvSpPr/>
            <p:nvPr/>
          </p:nvSpPr>
          <p:spPr>
            <a:xfrm>
              <a:off x="-10045997" y="-7334420"/>
              <a:ext cx="139571" cy="755329"/>
            </a:xfrm>
            <a:custGeom>
              <a:avLst/>
              <a:gdLst/>
              <a:ahLst/>
              <a:cxnLst/>
              <a:rect l="l" t="t" r="r" b="b"/>
              <a:pathLst>
                <a:path w="139571" h="755329" extrusionOk="0">
                  <a:moveTo>
                    <a:pt x="146961" y="616743"/>
                  </a:moveTo>
                  <a:cubicBezTo>
                    <a:pt x="147043" y="619206"/>
                    <a:pt x="149178" y="688745"/>
                    <a:pt x="74958" y="758367"/>
                  </a:cubicBezTo>
                  <a:lnTo>
                    <a:pt x="69129" y="708450"/>
                  </a:lnTo>
                  <a:lnTo>
                    <a:pt x="0" y="0"/>
                  </a:lnTo>
                  <a:lnTo>
                    <a:pt x="119046" y="644575"/>
                  </a:lnTo>
                  <a:lnTo>
                    <a:pt x="146879" y="6167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1954;p47">
              <a:extLst>
                <a:ext uri="{FF2B5EF4-FFF2-40B4-BE49-F238E27FC236}">
                  <a16:creationId xmlns:a16="http://schemas.microsoft.com/office/drawing/2014/main" id="{C61BCB41-4433-4FCF-A43B-0B53D365CE9D}"/>
                </a:ext>
              </a:extLst>
            </p:cNvPr>
            <p:cNvSpPr/>
            <p:nvPr/>
          </p:nvSpPr>
          <p:spPr>
            <a:xfrm>
              <a:off x="-10081628" y="-7597554"/>
              <a:ext cx="180622" cy="903111"/>
            </a:xfrm>
            <a:custGeom>
              <a:avLst/>
              <a:gdLst/>
              <a:ahLst/>
              <a:cxnLst/>
              <a:rect l="l" t="t" r="r" b="b"/>
              <a:pathLst>
                <a:path w="180622" h="903111" extrusionOk="0">
                  <a:moveTo>
                    <a:pt x="182593" y="879794"/>
                  </a:moveTo>
                  <a:lnTo>
                    <a:pt x="182593" y="879794"/>
                  </a:lnTo>
                  <a:cubicBezTo>
                    <a:pt x="182593" y="879794"/>
                    <a:pt x="154760" y="907709"/>
                    <a:pt x="154760" y="907709"/>
                  </a:cubicBezTo>
                  <a:lnTo>
                    <a:pt x="35714" y="263134"/>
                  </a:lnTo>
                  <a:lnTo>
                    <a:pt x="0" y="69868"/>
                  </a:lnTo>
                  <a:lnTo>
                    <a:pt x="67158" y="0"/>
                  </a:lnTo>
                  <a:lnTo>
                    <a:pt x="37438" y="95812"/>
                  </a:lnTo>
                  <a:lnTo>
                    <a:pt x="65599" y="247863"/>
                  </a:lnTo>
                  <a:lnTo>
                    <a:pt x="80048" y="325941"/>
                  </a:lnTo>
                  <a:lnTo>
                    <a:pt x="118882" y="535381"/>
                  </a:lnTo>
                  <a:lnTo>
                    <a:pt x="131608" y="604099"/>
                  </a:lnTo>
                  <a:lnTo>
                    <a:pt x="182675" y="8797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1955;p47">
              <a:extLst>
                <a:ext uri="{FF2B5EF4-FFF2-40B4-BE49-F238E27FC236}">
                  <a16:creationId xmlns:a16="http://schemas.microsoft.com/office/drawing/2014/main" id="{617015BC-4CBA-2C24-8BC3-5526E05557C3}"/>
                </a:ext>
              </a:extLst>
            </p:cNvPr>
            <p:cNvSpPr/>
            <p:nvPr/>
          </p:nvSpPr>
          <p:spPr>
            <a:xfrm>
              <a:off x="-10306995" y="-7527686"/>
              <a:ext cx="328404" cy="894900"/>
            </a:xfrm>
            <a:custGeom>
              <a:avLst/>
              <a:gdLst/>
              <a:ahLst/>
              <a:cxnLst/>
              <a:rect l="l" t="t" r="r" b="b"/>
              <a:pathLst>
                <a:path w="328404" h="894900" extrusionOk="0">
                  <a:moveTo>
                    <a:pt x="127749" y="492113"/>
                  </a:moveTo>
                  <a:lnTo>
                    <a:pt x="86698" y="409109"/>
                  </a:lnTo>
                  <a:lnTo>
                    <a:pt x="67076" y="369455"/>
                  </a:lnTo>
                  <a:lnTo>
                    <a:pt x="29145" y="292526"/>
                  </a:lnTo>
                  <a:lnTo>
                    <a:pt x="9687" y="253364"/>
                  </a:lnTo>
                  <a:lnTo>
                    <a:pt x="985" y="235630"/>
                  </a:lnTo>
                  <a:lnTo>
                    <a:pt x="0" y="234727"/>
                  </a:lnTo>
                  <a:lnTo>
                    <a:pt x="225367" y="0"/>
                  </a:lnTo>
                  <a:lnTo>
                    <a:pt x="261081" y="193266"/>
                  </a:lnTo>
                  <a:lnTo>
                    <a:pt x="330210" y="901715"/>
                  </a:lnTo>
                  <a:lnTo>
                    <a:pt x="204759" y="647941"/>
                  </a:lnTo>
                  <a:lnTo>
                    <a:pt x="185137" y="608204"/>
                  </a:lnTo>
                  <a:lnTo>
                    <a:pt x="147124" y="531193"/>
                  </a:lnTo>
                  <a:lnTo>
                    <a:pt x="127749" y="49211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1956;p47">
              <a:extLst>
                <a:ext uri="{FF2B5EF4-FFF2-40B4-BE49-F238E27FC236}">
                  <a16:creationId xmlns:a16="http://schemas.microsoft.com/office/drawing/2014/main" id="{FDAD2400-E806-C87B-4BF9-E7C4E56B8C26}"/>
                </a:ext>
              </a:extLst>
            </p:cNvPr>
            <p:cNvSpPr/>
            <p:nvPr/>
          </p:nvSpPr>
          <p:spPr>
            <a:xfrm>
              <a:off x="-11111504" y="-7902477"/>
              <a:ext cx="903111" cy="180622"/>
            </a:xfrm>
            <a:custGeom>
              <a:avLst/>
              <a:gdLst/>
              <a:ahLst/>
              <a:cxnLst/>
              <a:rect l="l" t="t" r="r" b="b"/>
              <a:pathLst>
                <a:path w="903111" h="180622" extrusionOk="0">
                  <a:moveTo>
                    <a:pt x="907627" y="115516"/>
                  </a:moveTo>
                  <a:lnTo>
                    <a:pt x="837759" y="182593"/>
                  </a:lnTo>
                  <a:lnTo>
                    <a:pt x="644575" y="146879"/>
                  </a:lnTo>
                  <a:lnTo>
                    <a:pt x="0" y="27915"/>
                  </a:lnTo>
                  <a:lnTo>
                    <a:pt x="27832" y="0"/>
                  </a:lnTo>
                  <a:lnTo>
                    <a:pt x="303528" y="51067"/>
                  </a:lnTo>
                  <a:lnTo>
                    <a:pt x="372247" y="63875"/>
                  </a:lnTo>
                  <a:lnTo>
                    <a:pt x="581769" y="102626"/>
                  </a:lnTo>
                  <a:lnTo>
                    <a:pt x="659682" y="117076"/>
                  </a:lnTo>
                  <a:lnTo>
                    <a:pt x="811815" y="145237"/>
                  </a:lnTo>
                  <a:lnTo>
                    <a:pt x="907627" y="11551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1957;p47">
              <a:extLst>
                <a:ext uri="{FF2B5EF4-FFF2-40B4-BE49-F238E27FC236}">
                  <a16:creationId xmlns:a16="http://schemas.microsoft.com/office/drawing/2014/main" id="{EEF9E3F3-93AF-EFE2-C608-1ED0E7B49E22}"/>
                </a:ext>
              </a:extLst>
            </p:cNvPr>
            <p:cNvSpPr/>
            <p:nvPr/>
          </p:nvSpPr>
          <p:spPr>
            <a:xfrm>
              <a:off x="-11175378" y="-7824645"/>
              <a:ext cx="894901" cy="328404"/>
            </a:xfrm>
            <a:custGeom>
              <a:avLst/>
              <a:gdLst/>
              <a:ahLst/>
              <a:cxnLst/>
              <a:rect l="l" t="t" r="r" b="b"/>
              <a:pathLst>
                <a:path w="894901" h="328404" extrusionOk="0">
                  <a:moveTo>
                    <a:pt x="370358" y="183085"/>
                  </a:moveTo>
                  <a:lnTo>
                    <a:pt x="293429" y="145073"/>
                  </a:lnTo>
                  <a:lnTo>
                    <a:pt x="253774" y="125450"/>
                  </a:lnTo>
                  <a:lnTo>
                    <a:pt x="0" y="0"/>
                  </a:lnTo>
                  <a:lnTo>
                    <a:pt x="708449" y="69047"/>
                  </a:lnTo>
                  <a:lnTo>
                    <a:pt x="901633" y="104761"/>
                  </a:lnTo>
                  <a:lnTo>
                    <a:pt x="666906" y="330128"/>
                  </a:lnTo>
                  <a:lnTo>
                    <a:pt x="666003" y="329225"/>
                  </a:lnTo>
                  <a:lnTo>
                    <a:pt x="648187" y="320440"/>
                  </a:lnTo>
                  <a:lnTo>
                    <a:pt x="609107" y="301146"/>
                  </a:lnTo>
                  <a:lnTo>
                    <a:pt x="532178" y="263052"/>
                  </a:lnTo>
                  <a:lnTo>
                    <a:pt x="492442" y="243429"/>
                  </a:lnTo>
                  <a:lnTo>
                    <a:pt x="409520" y="202461"/>
                  </a:lnTo>
                  <a:lnTo>
                    <a:pt x="370358" y="1830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1958;p47">
              <a:extLst>
                <a:ext uri="{FF2B5EF4-FFF2-40B4-BE49-F238E27FC236}">
                  <a16:creationId xmlns:a16="http://schemas.microsoft.com/office/drawing/2014/main" id="{68097A52-9353-2F9B-CEE2-55115231139E}"/>
                </a:ext>
              </a:extLst>
            </p:cNvPr>
            <p:cNvSpPr/>
            <p:nvPr/>
          </p:nvSpPr>
          <p:spPr>
            <a:xfrm>
              <a:off x="-10463979" y="-7912549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424" y="24604"/>
                  </a:moveTo>
                  <a:cubicBezTo>
                    <a:pt x="75786" y="45047"/>
                    <a:pt x="85474" y="68446"/>
                    <a:pt x="77099" y="76902"/>
                  </a:cubicBezTo>
                  <a:lnTo>
                    <a:pt x="76689" y="77231"/>
                  </a:lnTo>
                  <a:lnTo>
                    <a:pt x="76114" y="77723"/>
                  </a:lnTo>
                  <a:cubicBezTo>
                    <a:pt x="66919" y="84620"/>
                    <a:pt x="44505" y="74850"/>
                    <a:pt x="24801" y="55227"/>
                  </a:cubicBezTo>
                  <a:cubicBezTo>
                    <a:pt x="5097" y="35605"/>
                    <a:pt x="-4099" y="14341"/>
                    <a:pt x="1731" y="4735"/>
                  </a:cubicBezTo>
                  <a:lnTo>
                    <a:pt x="1731" y="4571"/>
                  </a:lnTo>
                  <a:cubicBezTo>
                    <a:pt x="1731" y="4571"/>
                    <a:pt x="3126" y="3011"/>
                    <a:pt x="3126" y="3011"/>
                  </a:cubicBezTo>
                  <a:cubicBezTo>
                    <a:pt x="11583" y="-5363"/>
                    <a:pt x="34981" y="4325"/>
                    <a:pt x="55424" y="24686"/>
                  </a:cubicBezTo>
                  <a:close/>
                  <a:moveTo>
                    <a:pt x="66262" y="66886"/>
                  </a:moveTo>
                  <a:cubicBezTo>
                    <a:pt x="69546" y="63602"/>
                    <a:pt x="60351" y="48988"/>
                    <a:pt x="45737" y="34292"/>
                  </a:cubicBezTo>
                  <a:cubicBezTo>
                    <a:pt x="31123" y="19678"/>
                    <a:pt x="16509" y="10400"/>
                    <a:pt x="13143" y="13766"/>
                  </a:cubicBezTo>
                  <a:cubicBezTo>
                    <a:pt x="9777" y="17133"/>
                    <a:pt x="19054" y="31664"/>
                    <a:pt x="33668" y="46361"/>
                  </a:cubicBezTo>
                  <a:cubicBezTo>
                    <a:pt x="48282" y="61057"/>
                    <a:pt x="62896" y="70252"/>
                    <a:pt x="66262" y="66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1959;p47">
              <a:extLst>
                <a:ext uri="{FF2B5EF4-FFF2-40B4-BE49-F238E27FC236}">
                  <a16:creationId xmlns:a16="http://schemas.microsoft.com/office/drawing/2014/main" id="{E474EB21-D1C6-BBE8-A097-91B590C91B2B}"/>
                </a:ext>
              </a:extLst>
            </p:cNvPr>
            <p:cNvSpPr/>
            <p:nvPr/>
          </p:nvSpPr>
          <p:spPr>
            <a:xfrm>
              <a:off x="-10529958" y="-7907896"/>
              <a:ext cx="139571" cy="114941"/>
            </a:xfrm>
            <a:custGeom>
              <a:avLst/>
              <a:gdLst/>
              <a:ahLst/>
              <a:cxnLst/>
              <a:rect l="l" t="t" r="r" b="b"/>
              <a:pathLst>
                <a:path w="139571" h="114941" extrusionOk="0">
                  <a:moveTo>
                    <a:pt x="142093" y="73070"/>
                  </a:moveTo>
                  <a:lnTo>
                    <a:pt x="78137" y="122495"/>
                  </a:lnTo>
                  <a:lnTo>
                    <a:pt x="141" y="108045"/>
                  </a:lnTo>
                  <a:cubicBezTo>
                    <a:pt x="-762" y="96140"/>
                    <a:pt x="2686" y="84154"/>
                    <a:pt x="10157" y="74466"/>
                  </a:cubicBezTo>
                  <a:lnTo>
                    <a:pt x="67710" y="0"/>
                  </a:lnTo>
                  <a:cubicBezTo>
                    <a:pt x="61880" y="9606"/>
                    <a:pt x="71568" y="31363"/>
                    <a:pt x="90780" y="50492"/>
                  </a:cubicBezTo>
                  <a:cubicBezTo>
                    <a:pt x="109992" y="69622"/>
                    <a:pt x="132898" y="79884"/>
                    <a:pt x="142093" y="729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1960;p47">
              <a:extLst>
                <a:ext uri="{FF2B5EF4-FFF2-40B4-BE49-F238E27FC236}">
                  <a16:creationId xmlns:a16="http://schemas.microsoft.com/office/drawing/2014/main" id="{B545BB9E-652B-EC5B-9772-1CCBDE4BB313}"/>
                </a:ext>
              </a:extLst>
            </p:cNvPr>
            <p:cNvSpPr/>
            <p:nvPr/>
          </p:nvSpPr>
          <p:spPr>
            <a:xfrm>
              <a:off x="-11225296" y="-7902501"/>
              <a:ext cx="755329" cy="139571"/>
            </a:xfrm>
            <a:custGeom>
              <a:avLst/>
              <a:gdLst/>
              <a:ahLst/>
              <a:cxnLst/>
              <a:rect l="l" t="t" r="r" b="b"/>
              <a:pathLst>
                <a:path w="755329" h="139571" extrusionOk="0">
                  <a:moveTo>
                    <a:pt x="758367" y="146903"/>
                  </a:moveTo>
                  <a:lnTo>
                    <a:pt x="49918" y="77856"/>
                  </a:lnTo>
                  <a:lnTo>
                    <a:pt x="0" y="72027"/>
                  </a:lnTo>
                  <a:cubicBezTo>
                    <a:pt x="70771" y="-3424"/>
                    <a:pt x="141624" y="24"/>
                    <a:pt x="141624" y="24"/>
                  </a:cubicBezTo>
                  <a:lnTo>
                    <a:pt x="113792" y="27939"/>
                  </a:lnTo>
                  <a:lnTo>
                    <a:pt x="758367" y="1469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1961;p47">
              <a:extLst>
                <a:ext uri="{FF2B5EF4-FFF2-40B4-BE49-F238E27FC236}">
                  <a16:creationId xmlns:a16="http://schemas.microsoft.com/office/drawing/2014/main" id="{A624227F-4F25-E156-3A52-64361099D27D}"/>
                </a:ext>
              </a:extLst>
            </p:cNvPr>
            <p:cNvSpPr/>
            <p:nvPr/>
          </p:nvSpPr>
          <p:spPr>
            <a:xfrm>
              <a:off x="-10693774" y="-7017018"/>
              <a:ext cx="131361" cy="385874"/>
            </a:xfrm>
            <a:custGeom>
              <a:avLst/>
              <a:gdLst/>
              <a:ahLst/>
              <a:cxnLst/>
              <a:rect l="l" t="t" r="r" b="b"/>
              <a:pathLst>
                <a:path w="131361" h="385874" extrusionOk="0">
                  <a:moveTo>
                    <a:pt x="58046" y="0"/>
                  </a:moveTo>
                  <a:lnTo>
                    <a:pt x="134318" y="351146"/>
                  </a:lnTo>
                  <a:lnTo>
                    <a:pt x="92118" y="393346"/>
                  </a:lnTo>
                  <a:lnTo>
                    <a:pt x="54351" y="333494"/>
                  </a:lnTo>
                  <a:lnTo>
                    <a:pt x="81609" y="306237"/>
                  </a:lnTo>
                  <a:lnTo>
                    <a:pt x="0" y="41543"/>
                  </a:lnTo>
                  <a:lnTo>
                    <a:pt x="580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1962;p47">
              <a:extLst>
                <a:ext uri="{FF2B5EF4-FFF2-40B4-BE49-F238E27FC236}">
                  <a16:creationId xmlns:a16="http://schemas.microsoft.com/office/drawing/2014/main" id="{EF8CCE7F-11DC-99BB-A3E2-45C64BE621B5}"/>
                </a:ext>
              </a:extLst>
            </p:cNvPr>
            <p:cNvSpPr/>
            <p:nvPr/>
          </p:nvSpPr>
          <p:spPr>
            <a:xfrm>
              <a:off x="-10783263" y="-6975475"/>
              <a:ext cx="164202" cy="287353"/>
            </a:xfrm>
            <a:custGeom>
              <a:avLst/>
              <a:gdLst/>
              <a:ahLst/>
              <a:cxnLst/>
              <a:rect l="l" t="t" r="r" b="b"/>
              <a:pathLst>
                <a:path w="164202" h="287353" extrusionOk="0">
                  <a:moveTo>
                    <a:pt x="89489" y="0"/>
                  </a:moveTo>
                  <a:lnTo>
                    <a:pt x="171098" y="264694"/>
                  </a:lnTo>
                  <a:lnTo>
                    <a:pt x="143840" y="291951"/>
                  </a:lnTo>
                  <a:lnTo>
                    <a:pt x="0" y="63957"/>
                  </a:lnTo>
                  <a:lnTo>
                    <a:pt x="894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1963;p47">
              <a:extLst>
                <a:ext uri="{FF2B5EF4-FFF2-40B4-BE49-F238E27FC236}">
                  <a16:creationId xmlns:a16="http://schemas.microsoft.com/office/drawing/2014/main" id="{FBC1E230-85B9-C11A-EBB4-36D5E4FC7DF1}"/>
                </a:ext>
              </a:extLst>
            </p:cNvPr>
            <p:cNvSpPr/>
            <p:nvPr/>
          </p:nvSpPr>
          <p:spPr>
            <a:xfrm>
              <a:off x="-10743241" y="-7972036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215" y="24649"/>
                  </a:moveTo>
                  <a:cubicBezTo>
                    <a:pt x="75658" y="45092"/>
                    <a:pt x="85345" y="68491"/>
                    <a:pt x="76890" y="76948"/>
                  </a:cubicBezTo>
                  <a:lnTo>
                    <a:pt x="76479" y="77358"/>
                  </a:lnTo>
                  <a:lnTo>
                    <a:pt x="76150" y="77604"/>
                  </a:lnTo>
                  <a:lnTo>
                    <a:pt x="75987" y="77769"/>
                  </a:lnTo>
                  <a:cubicBezTo>
                    <a:pt x="66791" y="84665"/>
                    <a:pt x="44377" y="74895"/>
                    <a:pt x="24674" y="55273"/>
                  </a:cubicBezTo>
                  <a:cubicBezTo>
                    <a:pt x="5543" y="36143"/>
                    <a:pt x="-4144" y="14305"/>
                    <a:pt x="1685" y="4781"/>
                  </a:cubicBezTo>
                  <a:lnTo>
                    <a:pt x="1685" y="4616"/>
                  </a:lnTo>
                  <a:cubicBezTo>
                    <a:pt x="1685" y="4616"/>
                    <a:pt x="2999" y="3057"/>
                    <a:pt x="2999" y="3057"/>
                  </a:cubicBezTo>
                  <a:cubicBezTo>
                    <a:pt x="11454" y="-5400"/>
                    <a:pt x="34854" y="4288"/>
                    <a:pt x="55297" y="24731"/>
                  </a:cubicBezTo>
                  <a:close/>
                  <a:moveTo>
                    <a:pt x="66052" y="66931"/>
                  </a:moveTo>
                  <a:cubicBezTo>
                    <a:pt x="69336" y="63647"/>
                    <a:pt x="60141" y="49033"/>
                    <a:pt x="45527" y="34337"/>
                  </a:cubicBezTo>
                  <a:cubicBezTo>
                    <a:pt x="30912" y="19723"/>
                    <a:pt x="16299" y="10446"/>
                    <a:pt x="12933" y="13812"/>
                  </a:cubicBezTo>
                  <a:cubicBezTo>
                    <a:pt x="9648" y="17096"/>
                    <a:pt x="18762" y="31710"/>
                    <a:pt x="33458" y="46406"/>
                  </a:cubicBezTo>
                  <a:cubicBezTo>
                    <a:pt x="48072" y="61102"/>
                    <a:pt x="62686" y="70297"/>
                    <a:pt x="66052" y="669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1964;p47">
              <a:extLst>
                <a:ext uri="{FF2B5EF4-FFF2-40B4-BE49-F238E27FC236}">
                  <a16:creationId xmlns:a16="http://schemas.microsoft.com/office/drawing/2014/main" id="{A647647E-1FDC-5ECB-32D5-A5213E2415C1}"/>
                </a:ext>
              </a:extLst>
            </p:cNvPr>
            <p:cNvSpPr/>
            <p:nvPr/>
          </p:nvSpPr>
          <p:spPr>
            <a:xfrm>
              <a:off x="-10809344" y="-7967255"/>
              <a:ext cx="139571" cy="123151"/>
            </a:xfrm>
            <a:custGeom>
              <a:avLst/>
              <a:gdLst/>
              <a:ahLst/>
              <a:cxnLst/>
              <a:rect l="l" t="t" r="r" b="b"/>
              <a:pathLst>
                <a:path w="139571" h="123151" extrusionOk="0">
                  <a:moveTo>
                    <a:pt x="142090" y="72988"/>
                  </a:moveTo>
                  <a:lnTo>
                    <a:pt x="70087" y="128652"/>
                  </a:lnTo>
                  <a:lnTo>
                    <a:pt x="1369" y="115927"/>
                  </a:lnTo>
                  <a:cubicBezTo>
                    <a:pt x="-2080" y="101559"/>
                    <a:pt x="1040" y="86288"/>
                    <a:pt x="10153" y="74466"/>
                  </a:cubicBezTo>
                  <a:lnTo>
                    <a:pt x="67788" y="0"/>
                  </a:lnTo>
                  <a:cubicBezTo>
                    <a:pt x="61959" y="9606"/>
                    <a:pt x="71646" y="31363"/>
                    <a:pt x="90777" y="50492"/>
                  </a:cubicBezTo>
                  <a:cubicBezTo>
                    <a:pt x="110480" y="70196"/>
                    <a:pt x="132976" y="79884"/>
                    <a:pt x="142090" y="729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1965;p47">
              <a:extLst>
                <a:ext uri="{FF2B5EF4-FFF2-40B4-BE49-F238E27FC236}">
                  <a16:creationId xmlns:a16="http://schemas.microsoft.com/office/drawing/2014/main" id="{0C88EBB9-BB52-1402-0A54-43CF023BD26B}"/>
                </a:ext>
              </a:extLst>
            </p:cNvPr>
            <p:cNvSpPr/>
            <p:nvPr/>
          </p:nvSpPr>
          <p:spPr>
            <a:xfrm>
              <a:off x="-10727100" y="-7954974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1966;p47">
              <a:extLst>
                <a:ext uri="{FF2B5EF4-FFF2-40B4-BE49-F238E27FC236}">
                  <a16:creationId xmlns:a16="http://schemas.microsoft.com/office/drawing/2014/main" id="{8DDF8AE1-7A45-1B8A-6FDF-48C758E6D7E8}"/>
                </a:ext>
              </a:extLst>
            </p:cNvPr>
            <p:cNvSpPr/>
            <p:nvPr/>
          </p:nvSpPr>
          <p:spPr>
            <a:xfrm>
              <a:off x="-11177759" y="-7241975"/>
              <a:ext cx="385874" cy="131361"/>
            </a:xfrm>
            <a:custGeom>
              <a:avLst/>
              <a:gdLst/>
              <a:ahLst/>
              <a:cxnLst/>
              <a:rect l="l" t="t" r="r" b="b"/>
              <a:pathLst>
                <a:path w="385874" h="131361" extrusionOk="0">
                  <a:moveTo>
                    <a:pt x="393346" y="76190"/>
                  </a:moveTo>
                  <a:lnTo>
                    <a:pt x="351803" y="134317"/>
                  </a:lnTo>
                  <a:lnTo>
                    <a:pt x="87109" y="52627"/>
                  </a:lnTo>
                  <a:lnTo>
                    <a:pt x="59852" y="79966"/>
                  </a:lnTo>
                  <a:lnTo>
                    <a:pt x="0" y="42200"/>
                  </a:lnTo>
                  <a:lnTo>
                    <a:pt x="42200" y="0"/>
                  </a:lnTo>
                  <a:lnTo>
                    <a:pt x="393346" y="761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1967;p47">
              <a:extLst>
                <a:ext uri="{FF2B5EF4-FFF2-40B4-BE49-F238E27FC236}">
                  <a16:creationId xmlns:a16="http://schemas.microsoft.com/office/drawing/2014/main" id="{2E6F2682-0B4A-AA67-CD41-9B08DC751A59}"/>
                </a:ext>
              </a:extLst>
            </p:cNvPr>
            <p:cNvSpPr/>
            <p:nvPr/>
          </p:nvSpPr>
          <p:spPr>
            <a:xfrm>
              <a:off x="-10981259" y="-6982207"/>
              <a:ext cx="155991" cy="155991"/>
            </a:xfrm>
            <a:custGeom>
              <a:avLst/>
              <a:gdLst/>
              <a:ahLst/>
              <a:cxnLst/>
              <a:rect l="l" t="t" r="r" b="b"/>
              <a:pathLst>
                <a:path w="155991" h="155991" extrusionOk="0">
                  <a:moveTo>
                    <a:pt x="161954" y="0"/>
                  </a:moveTo>
                  <a:lnTo>
                    <a:pt x="156617" y="58867"/>
                  </a:lnTo>
                  <a:lnTo>
                    <a:pt x="111790" y="94909"/>
                  </a:lnTo>
                  <a:lnTo>
                    <a:pt x="34204" y="157388"/>
                  </a:lnTo>
                  <a:cubicBezTo>
                    <a:pt x="25912" y="164120"/>
                    <a:pt x="13761" y="163463"/>
                    <a:pt x="6126" y="155828"/>
                  </a:cubicBezTo>
                  <a:cubicBezTo>
                    <a:pt x="-1428" y="148192"/>
                    <a:pt x="-2084" y="136124"/>
                    <a:pt x="4648" y="127749"/>
                  </a:cubicBezTo>
                  <a:lnTo>
                    <a:pt x="67044" y="50246"/>
                  </a:lnTo>
                  <a:lnTo>
                    <a:pt x="103169" y="5419"/>
                  </a:lnTo>
                  <a:lnTo>
                    <a:pt x="161954" y="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1968;p47">
              <a:extLst>
                <a:ext uri="{FF2B5EF4-FFF2-40B4-BE49-F238E27FC236}">
                  <a16:creationId xmlns:a16="http://schemas.microsoft.com/office/drawing/2014/main" id="{94FF86C1-FC57-651D-F2DE-121D2EE2AA71}"/>
                </a:ext>
              </a:extLst>
            </p:cNvPr>
            <p:cNvSpPr/>
            <p:nvPr/>
          </p:nvSpPr>
          <p:spPr>
            <a:xfrm>
              <a:off x="-11117907" y="-7189348"/>
              <a:ext cx="287353" cy="164202"/>
            </a:xfrm>
            <a:custGeom>
              <a:avLst/>
              <a:gdLst/>
              <a:ahLst/>
              <a:cxnLst/>
              <a:rect l="l" t="t" r="r" b="b"/>
              <a:pathLst>
                <a:path w="287353" h="164202" extrusionOk="0">
                  <a:moveTo>
                    <a:pt x="291951" y="81690"/>
                  </a:moveTo>
                  <a:lnTo>
                    <a:pt x="227912" y="171098"/>
                  </a:lnTo>
                  <a:lnTo>
                    <a:pt x="0" y="27340"/>
                  </a:lnTo>
                  <a:lnTo>
                    <a:pt x="27257" y="0"/>
                  </a:lnTo>
                  <a:lnTo>
                    <a:pt x="291951" y="8169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2" name="Google Shape;1969;p47">
              <a:extLst>
                <a:ext uri="{FF2B5EF4-FFF2-40B4-BE49-F238E27FC236}">
                  <a16:creationId xmlns:a16="http://schemas.microsoft.com/office/drawing/2014/main" id="{93FC392C-5FE3-3F26-5939-A9B5250B28C0}"/>
                </a:ext>
              </a:extLst>
            </p:cNvPr>
            <p:cNvGrpSpPr/>
            <p:nvPr/>
          </p:nvGrpSpPr>
          <p:grpSpPr>
            <a:xfrm>
              <a:off x="-10925362" y="-7699195"/>
              <a:ext cx="815932" cy="820763"/>
              <a:chOff x="-2977412" y="-3507195"/>
              <a:chExt cx="815932" cy="820763"/>
            </a:xfrm>
          </p:grpSpPr>
          <p:sp>
            <p:nvSpPr>
              <p:cNvPr id="319" name="Google Shape;1970;p47">
                <a:extLst>
                  <a:ext uri="{FF2B5EF4-FFF2-40B4-BE49-F238E27FC236}">
                    <a16:creationId xmlns:a16="http://schemas.microsoft.com/office/drawing/2014/main" id="{F95EF4B5-D376-0494-179E-8D011501423D}"/>
                  </a:ext>
                </a:extLst>
              </p:cNvPr>
              <p:cNvSpPr/>
              <p:nvPr/>
            </p:nvSpPr>
            <p:spPr>
              <a:xfrm>
                <a:off x="-2186110" y="-2727482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2202" y="0"/>
                    </a:moveTo>
                    <a:lnTo>
                      <a:pt x="31824" y="39737"/>
                    </a:lnTo>
                    <a:cubicBezTo>
                      <a:pt x="31824" y="39737"/>
                      <a:pt x="10642" y="48111"/>
                      <a:pt x="2186" y="39737"/>
                    </a:cubicBezTo>
                    <a:cubicBezTo>
                      <a:pt x="-6189" y="31280"/>
                      <a:pt x="12202" y="0"/>
                      <a:pt x="12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1971;p47">
                <a:extLst>
                  <a:ext uri="{FF2B5EF4-FFF2-40B4-BE49-F238E27FC236}">
                    <a16:creationId xmlns:a16="http://schemas.microsoft.com/office/drawing/2014/main" id="{1243A059-355D-EDE4-2A8F-E0B2F6FAD562}"/>
                  </a:ext>
                </a:extLst>
              </p:cNvPr>
              <p:cNvSpPr/>
              <p:nvPr/>
            </p:nvSpPr>
            <p:spPr>
              <a:xfrm>
                <a:off x="-2243007" y="-2843655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1711" y="82"/>
                    </a:moveTo>
                    <a:lnTo>
                      <a:pt x="31005" y="39162"/>
                    </a:lnTo>
                    <a:cubicBezTo>
                      <a:pt x="27228" y="40558"/>
                      <a:pt x="9659" y="46387"/>
                      <a:pt x="2187" y="38916"/>
                    </a:cubicBezTo>
                    <a:cubicBezTo>
                      <a:pt x="-5366" y="31280"/>
                      <a:pt x="8838" y="5090"/>
                      <a:pt x="117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1972;p47">
                <a:extLst>
                  <a:ext uri="{FF2B5EF4-FFF2-40B4-BE49-F238E27FC236}">
                    <a16:creationId xmlns:a16="http://schemas.microsoft.com/office/drawing/2014/main" id="{DD2CDE07-7D02-737F-4565-0FCA0CA31BA0}"/>
                  </a:ext>
                </a:extLst>
              </p:cNvPr>
              <p:cNvSpPr/>
              <p:nvPr/>
            </p:nvSpPr>
            <p:spPr>
              <a:xfrm>
                <a:off x="-2304201" y="-2966231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2232" y="0"/>
                    </a:moveTo>
                    <a:lnTo>
                      <a:pt x="31854" y="39737"/>
                    </a:lnTo>
                    <a:cubicBezTo>
                      <a:pt x="31854" y="39737"/>
                      <a:pt x="10673" y="48193"/>
                      <a:pt x="2216" y="39737"/>
                    </a:cubicBezTo>
                    <a:cubicBezTo>
                      <a:pt x="-6241" y="31362"/>
                      <a:pt x="12232" y="0"/>
                      <a:pt x="122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1973;p47">
                <a:extLst>
                  <a:ext uri="{FF2B5EF4-FFF2-40B4-BE49-F238E27FC236}">
                    <a16:creationId xmlns:a16="http://schemas.microsoft.com/office/drawing/2014/main" id="{CF95B625-9002-70C3-3BF5-541D10DAC222}"/>
                  </a:ext>
                </a:extLst>
              </p:cNvPr>
              <p:cNvSpPr/>
              <p:nvPr/>
            </p:nvSpPr>
            <p:spPr>
              <a:xfrm>
                <a:off x="-2361019" y="-3082405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1662" y="82"/>
                    </a:moveTo>
                    <a:lnTo>
                      <a:pt x="31037" y="39244"/>
                    </a:lnTo>
                    <a:cubicBezTo>
                      <a:pt x="27261" y="40640"/>
                      <a:pt x="9609" y="46387"/>
                      <a:pt x="2220" y="38916"/>
                    </a:cubicBezTo>
                    <a:cubicBezTo>
                      <a:pt x="-5415" y="31280"/>
                      <a:pt x="8870" y="5090"/>
                      <a:pt x="116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1974;p47">
                <a:extLst>
                  <a:ext uri="{FF2B5EF4-FFF2-40B4-BE49-F238E27FC236}">
                    <a16:creationId xmlns:a16="http://schemas.microsoft.com/office/drawing/2014/main" id="{D09EA3C7-A765-F4C6-0B4E-5FD26C73E314}"/>
                  </a:ext>
                </a:extLst>
              </p:cNvPr>
              <p:cNvSpPr/>
              <p:nvPr/>
            </p:nvSpPr>
            <p:spPr>
              <a:xfrm>
                <a:off x="-2621783" y="-3331499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463" y="0"/>
                    </a:moveTo>
                    <a:lnTo>
                      <a:pt x="42543" y="19294"/>
                    </a:lnTo>
                    <a:cubicBezTo>
                      <a:pt x="37288" y="22250"/>
                      <a:pt x="11344" y="36371"/>
                      <a:pt x="3791" y="28818"/>
                    </a:cubicBezTo>
                    <a:cubicBezTo>
                      <a:pt x="-3762" y="21264"/>
                      <a:pt x="2068" y="3859"/>
                      <a:pt x="34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1975;p47">
                <a:extLst>
                  <a:ext uri="{FF2B5EF4-FFF2-40B4-BE49-F238E27FC236}">
                    <a16:creationId xmlns:a16="http://schemas.microsoft.com/office/drawing/2014/main" id="{C5AEF29E-6F16-F8D0-4FF3-7E56359E7F4B}"/>
                  </a:ext>
                </a:extLst>
              </p:cNvPr>
              <p:cNvSpPr/>
              <p:nvPr/>
            </p:nvSpPr>
            <p:spPr>
              <a:xfrm>
                <a:off x="-2738744" y="-3389216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759" y="0"/>
                    </a:moveTo>
                    <a:lnTo>
                      <a:pt x="43495" y="19622"/>
                    </a:lnTo>
                    <a:cubicBezTo>
                      <a:pt x="43495" y="19622"/>
                      <a:pt x="12215" y="38095"/>
                      <a:pt x="3759" y="29639"/>
                    </a:cubicBezTo>
                    <a:cubicBezTo>
                      <a:pt x="-4698" y="21182"/>
                      <a:pt x="3759" y="0"/>
                      <a:pt x="37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1976;p47">
                <a:extLst>
                  <a:ext uri="{FF2B5EF4-FFF2-40B4-BE49-F238E27FC236}">
                    <a16:creationId xmlns:a16="http://schemas.microsoft.com/office/drawing/2014/main" id="{E2D630CD-0D46-FDA5-C5C6-9ADAD2775057}"/>
                  </a:ext>
                </a:extLst>
              </p:cNvPr>
              <p:cNvSpPr/>
              <p:nvPr/>
            </p:nvSpPr>
            <p:spPr>
              <a:xfrm>
                <a:off x="-2860579" y="-3449560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509" y="0"/>
                    </a:moveTo>
                    <a:lnTo>
                      <a:pt x="42589" y="19294"/>
                    </a:lnTo>
                    <a:cubicBezTo>
                      <a:pt x="37335" y="22250"/>
                      <a:pt x="11308" y="36289"/>
                      <a:pt x="3756" y="28735"/>
                    </a:cubicBezTo>
                    <a:cubicBezTo>
                      <a:pt x="-3716" y="21264"/>
                      <a:pt x="2031" y="3859"/>
                      <a:pt x="34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1977;p47">
                <a:extLst>
                  <a:ext uri="{FF2B5EF4-FFF2-40B4-BE49-F238E27FC236}">
                    <a16:creationId xmlns:a16="http://schemas.microsoft.com/office/drawing/2014/main" id="{7CA92263-D6D9-DD45-09C4-0E8FF40D3C2E}"/>
                  </a:ext>
                </a:extLst>
              </p:cNvPr>
              <p:cNvSpPr/>
              <p:nvPr/>
            </p:nvSpPr>
            <p:spPr>
              <a:xfrm>
                <a:off x="-2977412" y="-3507195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758" y="0"/>
                    </a:moveTo>
                    <a:lnTo>
                      <a:pt x="43413" y="19622"/>
                    </a:lnTo>
                    <a:cubicBezTo>
                      <a:pt x="43413" y="19622"/>
                      <a:pt x="12133" y="38095"/>
                      <a:pt x="3758" y="29639"/>
                    </a:cubicBezTo>
                    <a:cubicBezTo>
                      <a:pt x="-4698" y="21182"/>
                      <a:pt x="3758" y="0"/>
                      <a:pt x="37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3" name="Google Shape;1978;p47">
              <a:extLst>
                <a:ext uri="{FF2B5EF4-FFF2-40B4-BE49-F238E27FC236}">
                  <a16:creationId xmlns:a16="http://schemas.microsoft.com/office/drawing/2014/main" id="{BF2A7FB5-15F5-A17C-DE5E-CB50E9F03A71}"/>
                </a:ext>
              </a:extLst>
            </p:cNvPr>
            <p:cNvSpPr/>
            <p:nvPr/>
          </p:nvSpPr>
          <p:spPr>
            <a:xfrm>
              <a:off x="-9918874" y="-7147476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720" y="98849"/>
                  </a:moveTo>
                  <a:cubicBezTo>
                    <a:pt x="62202" y="98849"/>
                    <a:pt x="42580" y="86370"/>
                    <a:pt x="27555" y="71264"/>
                  </a:cubicBezTo>
                  <a:cubicBezTo>
                    <a:pt x="8016" y="51724"/>
                    <a:pt x="-7748" y="23399"/>
                    <a:pt x="4074" y="7635"/>
                  </a:cubicBezTo>
                  <a:cubicBezTo>
                    <a:pt x="4321" y="7307"/>
                    <a:pt x="4650" y="6978"/>
                    <a:pt x="4977" y="6650"/>
                  </a:cubicBezTo>
                  <a:lnTo>
                    <a:pt x="12531" y="12479"/>
                  </a:lnTo>
                  <a:lnTo>
                    <a:pt x="5799" y="5829"/>
                  </a:lnTo>
                  <a:cubicBezTo>
                    <a:pt x="8426" y="3202"/>
                    <a:pt x="13187" y="0"/>
                    <a:pt x="21070" y="0"/>
                  </a:cubicBezTo>
                  <a:lnTo>
                    <a:pt x="21070" y="0"/>
                  </a:lnTo>
                  <a:cubicBezTo>
                    <a:pt x="35109" y="0"/>
                    <a:pt x="54402" y="10509"/>
                    <a:pt x="71398" y="27504"/>
                  </a:cubicBezTo>
                  <a:cubicBezTo>
                    <a:pt x="88310" y="44417"/>
                    <a:pt x="98901" y="63628"/>
                    <a:pt x="98901" y="77750"/>
                  </a:cubicBezTo>
                  <a:cubicBezTo>
                    <a:pt x="98901" y="85631"/>
                    <a:pt x="95781" y="90475"/>
                    <a:pt x="93073" y="93103"/>
                  </a:cubicBezTo>
                  <a:cubicBezTo>
                    <a:pt x="92744" y="93349"/>
                    <a:pt x="92497" y="93677"/>
                    <a:pt x="92170" y="93924"/>
                  </a:cubicBezTo>
                  <a:lnTo>
                    <a:pt x="90691" y="95073"/>
                  </a:lnTo>
                  <a:cubicBezTo>
                    <a:pt x="90691" y="95073"/>
                    <a:pt x="89953" y="95648"/>
                    <a:pt x="89542" y="95894"/>
                  </a:cubicBezTo>
                  <a:lnTo>
                    <a:pt x="89542" y="95894"/>
                  </a:lnTo>
                  <a:cubicBezTo>
                    <a:pt x="86012" y="98029"/>
                    <a:pt x="81988" y="99014"/>
                    <a:pt x="77637" y="99014"/>
                  </a:cubicBezTo>
                  <a:close/>
                  <a:moveTo>
                    <a:pt x="86504" y="86288"/>
                  </a:moveTo>
                  <a:lnTo>
                    <a:pt x="86504" y="86288"/>
                  </a:lnTo>
                  <a:lnTo>
                    <a:pt x="86504" y="86288"/>
                  </a:lnTo>
                  <a:close/>
                  <a:moveTo>
                    <a:pt x="19099" y="19212"/>
                  </a:moveTo>
                  <a:cubicBezTo>
                    <a:pt x="17786" y="22496"/>
                    <a:pt x="21562" y="38587"/>
                    <a:pt x="40938" y="57963"/>
                  </a:cubicBezTo>
                  <a:cubicBezTo>
                    <a:pt x="59083" y="76190"/>
                    <a:pt x="75913" y="81444"/>
                    <a:pt x="79608" y="79720"/>
                  </a:cubicBezTo>
                  <a:lnTo>
                    <a:pt x="79936" y="79474"/>
                  </a:lnTo>
                  <a:cubicBezTo>
                    <a:pt x="81332" y="76436"/>
                    <a:pt x="77720" y="60262"/>
                    <a:pt x="58180" y="40722"/>
                  </a:cubicBezTo>
                  <a:cubicBezTo>
                    <a:pt x="39460" y="21921"/>
                    <a:pt x="22384" y="16995"/>
                    <a:pt x="19264" y="19047"/>
                  </a:cubicBezTo>
                  <a:lnTo>
                    <a:pt x="19099" y="192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1979;p47">
              <a:extLst>
                <a:ext uri="{FF2B5EF4-FFF2-40B4-BE49-F238E27FC236}">
                  <a16:creationId xmlns:a16="http://schemas.microsoft.com/office/drawing/2014/main" id="{A3F1CD3B-B5D1-DCED-C387-FF9F59F72614}"/>
                </a:ext>
              </a:extLst>
            </p:cNvPr>
            <p:cNvSpPr/>
            <p:nvPr/>
          </p:nvSpPr>
          <p:spPr>
            <a:xfrm>
              <a:off x="-9972265" y="-7143690"/>
              <a:ext cx="139571" cy="155991"/>
            </a:xfrm>
            <a:custGeom>
              <a:avLst/>
              <a:gdLst/>
              <a:ahLst/>
              <a:cxnLst/>
              <a:rect l="l" t="t" r="r" b="b"/>
              <a:pathLst>
                <a:path w="139571" h="155991" extrusionOk="0">
                  <a:moveTo>
                    <a:pt x="33903" y="161072"/>
                  </a:moveTo>
                  <a:cubicBezTo>
                    <a:pt x="29224" y="161072"/>
                    <a:pt x="24544" y="160498"/>
                    <a:pt x="19946" y="159348"/>
                  </a:cubicBezTo>
                  <a:cubicBezTo>
                    <a:pt x="16333" y="158445"/>
                    <a:pt x="13624" y="155572"/>
                    <a:pt x="12886" y="151877"/>
                  </a:cubicBezTo>
                  <a:lnTo>
                    <a:pt x="160" y="83159"/>
                  </a:lnTo>
                  <a:cubicBezTo>
                    <a:pt x="-332" y="80531"/>
                    <a:pt x="324" y="77822"/>
                    <a:pt x="1966" y="75687"/>
                  </a:cubicBezTo>
                  <a:lnTo>
                    <a:pt x="57548" y="3685"/>
                  </a:lnTo>
                  <a:cubicBezTo>
                    <a:pt x="60750" y="-420"/>
                    <a:pt x="66579" y="-1241"/>
                    <a:pt x="70766" y="1961"/>
                  </a:cubicBezTo>
                  <a:cubicBezTo>
                    <a:pt x="74871" y="5080"/>
                    <a:pt x="75693" y="10992"/>
                    <a:pt x="72573" y="15097"/>
                  </a:cubicBezTo>
                  <a:cubicBezTo>
                    <a:pt x="70931" y="17560"/>
                    <a:pt x="74297" y="34144"/>
                    <a:pt x="94248" y="54095"/>
                  </a:cubicBezTo>
                  <a:cubicBezTo>
                    <a:pt x="112802" y="72732"/>
                    <a:pt x="129962" y="77740"/>
                    <a:pt x="133082" y="75770"/>
                  </a:cubicBezTo>
                  <a:cubicBezTo>
                    <a:pt x="137351" y="73142"/>
                    <a:pt x="142934" y="74292"/>
                    <a:pt x="145807" y="78479"/>
                  </a:cubicBezTo>
                  <a:cubicBezTo>
                    <a:pt x="148680" y="82584"/>
                    <a:pt x="147777" y="88249"/>
                    <a:pt x="143837" y="91287"/>
                  </a:cubicBezTo>
                  <a:lnTo>
                    <a:pt x="69371" y="148839"/>
                  </a:lnTo>
                  <a:cubicBezTo>
                    <a:pt x="59027" y="156803"/>
                    <a:pt x="46629" y="161072"/>
                    <a:pt x="33821" y="161072"/>
                  </a:cubicBezTo>
                  <a:close/>
                  <a:moveTo>
                    <a:pt x="30291" y="142025"/>
                  </a:moveTo>
                  <a:cubicBezTo>
                    <a:pt x="40061" y="142928"/>
                    <a:pt x="49913" y="140137"/>
                    <a:pt x="57877" y="133979"/>
                  </a:cubicBezTo>
                  <a:lnTo>
                    <a:pt x="113624" y="90876"/>
                  </a:lnTo>
                  <a:cubicBezTo>
                    <a:pt x="102376" y="85950"/>
                    <a:pt x="90717" y="77247"/>
                    <a:pt x="80947" y="67477"/>
                  </a:cubicBezTo>
                  <a:cubicBezTo>
                    <a:pt x="71260" y="57789"/>
                    <a:pt x="62556" y="45967"/>
                    <a:pt x="57630" y="34555"/>
                  </a:cubicBezTo>
                  <a:lnTo>
                    <a:pt x="19535" y="83897"/>
                  </a:lnTo>
                  <a:lnTo>
                    <a:pt x="30291" y="1420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1980;p47">
              <a:extLst>
                <a:ext uri="{FF2B5EF4-FFF2-40B4-BE49-F238E27FC236}">
                  <a16:creationId xmlns:a16="http://schemas.microsoft.com/office/drawing/2014/main" id="{63E75DCC-7D55-B3F9-67E0-510D88129EE1}"/>
                </a:ext>
              </a:extLst>
            </p:cNvPr>
            <p:cNvSpPr/>
            <p:nvPr/>
          </p:nvSpPr>
          <p:spPr>
            <a:xfrm>
              <a:off x="-9978245" y="-7426953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731" y="98854"/>
                  </a:moveTo>
                  <a:cubicBezTo>
                    <a:pt x="62132" y="98854"/>
                    <a:pt x="42592" y="86375"/>
                    <a:pt x="27485" y="71350"/>
                  </a:cubicBezTo>
                  <a:cubicBezTo>
                    <a:pt x="7945" y="51810"/>
                    <a:pt x="-7736" y="23567"/>
                    <a:pt x="4086" y="7804"/>
                  </a:cubicBezTo>
                  <a:cubicBezTo>
                    <a:pt x="4415" y="7394"/>
                    <a:pt x="5154" y="6408"/>
                    <a:pt x="5482" y="6080"/>
                  </a:cubicBezTo>
                  <a:cubicBezTo>
                    <a:pt x="9834" y="1729"/>
                    <a:pt x="19357" y="-3854"/>
                    <a:pt x="37665" y="3781"/>
                  </a:cubicBezTo>
                  <a:cubicBezTo>
                    <a:pt x="48668" y="8297"/>
                    <a:pt x="60654" y="16753"/>
                    <a:pt x="71410" y="27508"/>
                  </a:cubicBezTo>
                  <a:cubicBezTo>
                    <a:pt x="88404" y="44503"/>
                    <a:pt x="98913" y="63797"/>
                    <a:pt x="98913" y="77836"/>
                  </a:cubicBezTo>
                  <a:cubicBezTo>
                    <a:pt x="98913" y="85718"/>
                    <a:pt x="95711" y="90480"/>
                    <a:pt x="93084" y="93107"/>
                  </a:cubicBezTo>
                  <a:cubicBezTo>
                    <a:pt x="92838" y="93353"/>
                    <a:pt x="92674" y="93517"/>
                    <a:pt x="92427" y="93764"/>
                  </a:cubicBezTo>
                  <a:lnTo>
                    <a:pt x="90868" y="95077"/>
                  </a:lnTo>
                  <a:cubicBezTo>
                    <a:pt x="90210" y="95570"/>
                    <a:pt x="89554" y="95981"/>
                    <a:pt x="88815" y="96309"/>
                  </a:cubicBezTo>
                  <a:cubicBezTo>
                    <a:pt x="85449" y="98115"/>
                    <a:pt x="81755" y="98936"/>
                    <a:pt x="77731" y="98936"/>
                  </a:cubicBezTo>
                  <a:close/>
                  <a:moveTo>
                    <a:pt x="86434" y="86293"/>
                  </a:moveTo>
                  <a:lnTo>
                    <a:pt x="86434" y="86293"/>
                  </a:lnTo>
                  <a:lnTo>
                    <a:pt x="86434" y="86293"/>
                  </a:lnTo>
                  <a:close/>
                  <a:moveTo>
                    <a:pt x="19193" y="19052"/>
                  </a:moveTo>
                  <a:lnTo>
                    <a:pt x="19193" y="19052"/>
                  </a:lnTo>
                  <a:cubicBezTo>
                    <a:pt x="17551" y="21515"/>
                    <a:pt x="20835" y="38017"/>
                    <a:pt x="40785" y="57968"/>
                  </a:cubicBezTo>
                  <a:cubicBezTo>
                    <a:pt x="59258" y="76441"/>
                    <a:pt x="76171" y="81531"/>
                    <a:pt x="79620" y="79725"/>
                  </a:cubicBezTo>
                  <a:lnTo>
                    <a:pt x="79783" y="79560"/>
                  </a:lnTo>
                  <a:cubicBezTo>
                    <a:pt x="81590" y="76112"/>
                    <a:pt x="76582" y="59281"/>
                    <a:pt x="58027" y="40809"/>
                  </a:cubicBezTo>
                  <a:cubicBezTo>
                    <a:pt x="38241" y="21022"/>
                    <a:pt x="21903" y="17574"/>
                    <a:pt x="19111" y="191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1981;p47">
              <a:extLst>
                <a:ext uri="{FF2B5EF4-FFF2-40B4-BE49-F238E27FC236}">
                  <a16:creationId xmlns:a16="http://schemas.microsoft.com/office/drawing/2014/main" id="{AEE1BAA7-755B-F9E8-4DA6-EC98E2AEBB1D}"/>
                </a:ext>
              </a:extLst>
            </p:cNvPr>
            <p:cNvSpPr/>
            <p:nvPr/>
          </p:nvSpPr>
          <p:spPr>
            <a:xfrm>
              <a:off x="-10025385" y="-7423045"/>
              <a:ext cx="139571" cy="155991"/>
            </a:xfrm>
            <a:custGeom>
              <a:avLst/>
              <a:gdLst/>
              <a:ahLst/>
              <a:cxnLst/>
              <a:rect l="l" t="t" r="r" b="b"/>
              <a:pathLst>
                <a:path w="139571" h="155991" extrusionOk="0">
                  <a:moveTo>
                    <a:pt x="27499" y="160955"/>
                  </a:moveTo>
                  <a:cubicBezTo>
                    <a:pt x="26022" y="160955"/>
                    <a:pt x="24544" y="160955"/>
                    <a:pt x="23149" y="160791"/>
                  </a:cubicBezTo>
                  <a:cubicBezTo>
                    <a:pt x="18879" y="160463"/>
                    <a:pt x="15349" y="157343"/>
                    <a:pt x="14610" y="153074"/>
                  </a:cubicBezTo>
                  <a:lnTo>
                    <a:pt x="160" y="74996"/>
                  </a:lnTo>
                  <a:cubicBezTo>
                    <a:pt x="-333" y="72369"/>
                    <a:pt x="325" y="69659"/>
                    <a:pt x="1966" y="67525"/>
                  </a:cubicBezTo>
                  <a:lnTo>
                    <a:pt x="51391" y="3650"/>
                  </a:lnTo>
                  <a:cubicBezTo>
                    <a:pt x="54593" y="-455"/>
                    <a:pt x="60422" y="-1194"/>
                    <a:pt x="64609" y="1926"/>
                  </a:cubicBezTo>
                  <a:cubicBezTo>
                    <a:pt x="68714" y="5046"/>
                    <a:pt x="69535" y="10957"/>
                    <a:pt x="66415" y="15062"/>
                  </a:cubicBezTo>
                  <a:cubicBezTo>
                    <a:pt x="64774" y="17525"/>
                    <a:pt x="68058" y="34027"/>
                    <a:pt x="88008" y="53978"/>
                  </a:cubicBezTo>
                  <a:cubicBezTo>
                    <a:pt x="106645" y="72615"/>
                    <a:pt x="123723" y="77623"/>
                    <a:pt x="126924" y="75653"/>
                  </a:cubicBezTo>
                  <a:cubicBezTo>
                    <a:pt x="131193" y="73025"/>
                    <a:pt x="136776" y="74257"/>
                    <a:pt x="139650" y="78362"/>
                  </a:cubicBezTo>
                  <a:cubicBezTo>
                    <a:pt x="142523" y="82467"/>
                    <a:pt x="141620" y="88132"/>
                    <a:pt x="137679" y="91169"/>
                  </a:cubicBezTo>
                  <a:lnTo>
                    <a:pt x="63214" y="148722"/>
                  </a:lnTo>
                  <a:cubicBezTo>
                    <a:pt x="53033" y="156686"/>
                    <a:pt x="40472" y="160955"/>
                    <a:pt x="27582" y="160955"/>
                  </a:cubicBezTo>
                  <a:close/>
                  <a:moveTo>
                    <a:pt x="19454" y="75735"/>
                  </a:moveTo>
                  <a:lnTo>
                    <a:pt x="31687" y="141826"/>
                  </a:lnTo>
                  <a:cubicBezTo>
                    <a:pt x="38912" y="141087"/>
                    <a:pt x="45808" y="138296"/>
                    <a:pt x="51638" y="133780"/>
                  </a:cubicBezTo>
                  <a:lnTo>
                    <a:pt x="107384" y="90677"/>
                  </a:lnTo>
                  <a:cubicBezTo>
                    <a:pt x="96136" y="85751"/>
                    <a:pt x="84478" y="77130"/>
                    <a:pt x="74625" y="67360"/>
                  </a:cubicBezTo>
                  <a:cubicBezTo>
                    <a:pt x="64938" y="57672"/>
                    <a:pt x="56235" y="45932"/>
                    <a:pt x="51309" y="34520"/>
                  </a:cubicBezTo>
                  <a:lnTo>
                    <a:pt x="19454" y="757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1982;p47">
              <a:extLst>
                <a:ext uri="{FF2B5EF4-FFF2-40B4-BE49-F238E27FC236}">
                  <a16:creationId xmlns:a16="http://schemas.microsoft.com/office/drawing/2014/main" id="{BF269785-55A6-6EE4-F18A-B9B52BA1DC91}"/>
                </a:ext>
              </a:extLst>
            </p:cNvPr>
            <p:cNvSpPr/>
            <p:nvPr/>
          </p:nvSpPr>
          <p:spPr>
            <a:xfrm>
              <a:off x="-10316437" y="-7607013"/>
              <a:ext cx="418715" cy="1034472"/>
            </a:xfrm>
            <a:custGeom>
              <a:avLst/>
              <a:gdLst/>
              <a:ahLst/>
              <a:cxnLst/>
              <a:rect l="l" t="t" r="r" b="b"/>
              <a:pathLst>
                <a:path w="418715" h="1034472" extrusionOk="0">
                  <a:moveTo>
                    <a:pt x="345481" y="1040401"/>
                  </a:moveTo>
                  <a:cubicBezTo>
                    <a:pt x="344413" y="1040401"/>
                    <a:pt x="343264" y="1040237"/>
                    <a:pt x="342196" y="1039826"/>
                  </a:cubicBezTo>
                  <a:cubicBezTo>
                    <a:pt x="338831" y="1038595"/>
                    <a:pt x="336450" y="1035557"/>
                    <a:pt x="336039" y="1032027"/>
                  </a:cubicBezTo>
                  <a:lnTo>
                    <a:pt x="330457" y="983751"/>
                  </a:lnTo>
                  <a:lnTo>
                    <a:pt x="2709" y="320622"/>
                  </a:lnTo>
                  <a:cubicBezTo>
                    <a:pt x="1067" y="318897"/>
                    <a:pt x="82" y="316681"/>
                    <a:pt x="0" y="314300"/>
                  </a:cubicBezTo>
                  <a:cubicBezTo>
                    <a:pt x="0" y="311755"/>
                    <a:pt x="903" y="309292"/>
                    <a:pt x="2627" y="307485"/>
                  </a:cubicBezTo>
                  <a:lnTo>
                    <a:pt x="295071" y="2891"/>
                  </a:lnTo>
                  <a:cubicBezTo>
                    <a:pt x="298108" y="-311"/>
                    <a:pt x="302871" y="-886"/>
                    <a:pt x="306647" y="1331"/>
                  </a:cubicBezTo>
                  <a:cubicBezTo>
                    <a:pt x="310423" y="3547"/>
                    <a:pt x="312148" y="8063"/>
                    <a:pt x="310834" y="12250"/>
                  </a:cubicBezTo>
                  <a:lnTo>
                    <a:pt x="281770" y="105763"/>
                  </a:lnTo>
                  <a:lnTo>
                    <a:pt x="426514" y="887529"/>
                  </a:lnTo>
                  <a:cubicBezTo>
                    <a:pt x="426597" y="888104"/>
                    <a:pt x="426679" y="888678"/>
                    <a:pt x="426679" y="889253"/>
                  </a:cubicBezTo>
                  <a:cubicBezTo>
                    <a:pt x="426843" y="891962"/>
                    <a:pt x="429388" y="964868"/>
                    <a:pt x="351720" y="1037856"/>
                  </a:cubicBezTo>
                  <a:cubicBezTo>
                    <a:pt x="349914" y="1039498"/>
                    <a:pt x="347615" y="1040401"/>
                    <a:pt x="345234" y="1040401"/>
                  </a:cubicBezTo>
                  <a:close/>
                  <a:moveTo>
                    <a:pt x="21264" y="315449"/>
                  </a:moveTo>
                  <a:lnTo>
                    <a:pt x="348190" y="976855"/>
                  </a:lnTo>
                  <a:cubicBezTo>
                    <a:pt x="348683" y="977840"/>
                    <a:pt x="349011" y="978907"/>
                    <a:pt x="349094" y="979975"/>
                  </a:cubicBezTo>
                  <a:lnTo>
                    <a:pt x="352623" y="1010434"/>
                  </a:lnTo>
                  <a:cubicBezTo>
                    <a:pt x="407303" y="951404"/>
                    <a:pt x="408124" y="895903"/>
                    <a:pt x="408042" y="890238"/>
                  </a:cubicBezTo>
                  <a:lnTo>
                    <a:pt x="262969" y="106995"/>
                  </a:lnTo>
                  <a:cubicBezTo>
                    <a:pt x="262723" y="105517"/>
                    <a:pt x="262805" y="103957"/>
                    <a:pt x="263215" y="102479"/>
                  </a:cubicBezTo>
                  <a:lnTo>
                    <a:pt x="281114" y="44844"/>
                  </a:lnTo>
                  <a:lnTo>
                    <a:pt x="21182" y="3155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1983;p47">
              <a:extLst>
                <a:ext uri="{FF2B5EF4-FFF2-40B4-BE49-F238E27FC236}">
                  <a16:creationId xmlns:a16="http://schemas.microsoft.com/office/drawing/2014/main" id="{91175A32-4A94-F65B-637E-75E46CAE3294}"/>
                </a:ext>
              </a:extLst>
            </p:cNvPr>
            <p:cNvSpPr/>
            <p:nvPr/>
          </p:nvSpPr>
          <p:spPr>
            <a:xfrm>
              <a:off x="-10473362" y="-7922015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862" y="98766"/>
                  </a:moveTo>
                  <a:cubicBezTo>
                    <a:pt x="62181" y="98766"/>
                    <a:pt x="42394" y="86204"/>
                    <a:pt x="27534" y="71344"/>
                  </a:cubicBezTo>
                  <a:cubicBezTo>
                    <a:pt x="8323" y="52132"/>
                    <a:pt x="-6702" y="25449"/>
                    <a:pt x="3068" y="9275"/>
                  </a:cubicBezTo>
                  <a:cubicBezTo>
                    <a:pt x="3232" y="8947"/>
                    <a:pt x="3561" y="8454"/>
                    <a:pt x="3807" y="8208"/>
                  </a:cubicBezTo>
                  <a:lnTo>
                    <a:pt x="5039" y="6648"/>
                  </a:lnTo>
                  <a:cubicBezTo>
                    <a:pt x="5039" y="6648"/>
                    <a:pt x="5531" y="5991"/>
                    <a:pt x="5860" y="5745"/>
                  </a:cubicBezTo>
                  <a:cubicBezTo>
                    <a:pt x="20309" y="-8541"/>
                    <a:pt x="49783" y="5745"/>
                    <a:pt x="71458" y="27420"/>
                  </a:cubicBezTo>
                  <a:cubicBezTo>
                    <a:pt x="93133" y="49094"/>
                    <a:pt x="107501" y="78651"/>
                    <a:pt x="93215" y="93018"/>
                  </a:cubicBezTo>
                  <a:cubicBezTo>
                    <a:pt x="93051" y="93183"/>
                    <a:pt x="92804" y="93429"/>
                    <a:pt x="92640" y="93593"/>
                  </a:cubicBezTo>
                  <a:lnTo>
                    <a:pt x="92230" y="93921"/>
                  </a:lnTo>
                  <a:cubicBezTo>
                    <a:pt x="92230" y="93921"/>
                    <a:pt x="91490" y="94496"/>
                    <a:pt x="91409" y="94578"/>
                  </a:cubicBezTo>
                  <a:cubicBezTo>
                    <a:pt x="87550" y="97534"/>
                    <a:pt x="82953" y="98766"/>
                    <a:pt x="77945" y="98766"/>
                  </a:cubicBezTo>
                  <a:close/>
                  <a:moveTo>
                    <a:pt x="86482" y="86368"/>
                  </a:moveTo>
                  <a:lnTo>
                    <a:pt x="86482" y="86368"/>
                  </a:lnTo>
                  <a:lnTo>
                    <a:pt x="86482" y="86368"/>
                  </a:lnTo>
                  <a:close/>
                  <a:moveTo>
                    <a:pt x="19078" y="19292"/>
                  </a:moveTo>
                  <a:cubicBezTo>
                    <a:pt x="17599" y="22822"/>
                    <a:pt x="21787" y="38914"/>
                    <a:pt x="40835" y="57961"/>
                  </a:cubicBezTo>
                  <a:cubicBezTo>
                    <a:pt x="60867" y="77912"/>
                    <a:pt x="77287" y="81278"/>
                    <a:pt x="79750" y="79636"/>
                  </a:cubicBezTo>
                  <a:lnTo>
                    <a:pt x="79750" y="79636"/>
                  </a:lnTo>
                  <a:cubicBezTo>
                    <a:pt x="81639" y="76352"/>
                    <a:pt x="76713" y="59439"/>
                    <a:pt x="58076" y="40720"/>
                  </a:cubicBezTo>
                  <a:cubicBezTo>
                    <a:pt x="39603" y="22329"/>
                    <a:pt x="22936" y="17239"/>
                    <a:pt x="19242" y="18963"/>
                  </a:cubicBezTo>
                  <a:lnTo>
                    <a:pt x="18996" y="19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1984;p47">
              <a:extLst>
                <a:ext uri="{FF2B5EF4-FFF2-40B4-BE49-F238E27FC236}">
                  <a16:creationId xmlns:a16="http://schemas.microsoft.com/office/drawing/2014/main" id="{8B232196-4ADC-7BDE-FCFF-186308C93A90}"/>
                </a:ext>
              </a:extLst>
            </p:cNvPr>
            <p:cNvSpPr/>
            <p:nvPr/>
          </p:nvSpPr>
          <p:spPr>
            <a:xfrm>
              <a:off x="-10539420" y="-7917315"/>
              <a:ext cx="155991" cy="139571"/>
            </a:xfrm>
            <a:custGeom>
              <a:avLst/>
              <a:gdLst/>
              <a:ahLst/>
              <a:cxnLst/>
              <a:rect l="l" t="t" r="r" b="b"/>
              <a:pathLst>
                <a:path w="155991" h="139571" extrusionOk="0">
                  <a:moveTo>
                    <a:pt x="87599" y="141355"/>
                  </a:moveTo>
                  <a:cubicBezTo>
                    <a:pt x="87023" y="141355"/>
                    <a:pt x="86449" y="141355"/>
                    <a:pt x="85874" y="141191"/>
                  </a:cubicBezTo>
                  <a:lnTo>
                    <a:pt x="7878" y="126741"/>
                  </a:lnTo>
                  <a:cubicBezTo>
                    <a:pt x="3691" y="125920"/>
                    <a:pt x="490" y="122472"/>
                    <a:pt x="161" y="118121"/>
                  </a:cubicBezTo>
                  <a:cubicBezTo>
                    <a:pt x="-906" y="103588"/>
                    <a:pt x="3363" y="89385"/>
                    <a:pt x="12147" y="78055"/>
                  </a:cubicBezTo>
                  <a:lnTo>
                    <a:pt x="69700" y="3672"/>
                  </a:lnTo>
                  <a:cubicBezTo>
                    <a:pt x="72738" y="-269"/>
                    <a:pt x="78403" y="-1172"/>
                    <a:pt x="82508" y="1619"/>
                  </a:cubicBezTo>
                  <a:cubicBezTo>
                    <a:pt x="86614" y="4493"/>
                    <a:pt x="87844" y="9993"/>
                    <a:pt x="85217" y="14263"/>
                  </a:cubicBezTo>
                  <a:cubicBezTo>
                    <a:pt x="83411" y="17218"/>
                    <a:pt x="87352" y="33721"/>
                    <a:pt x="106892" y="53179"/>
                  </a:cubicBezTo>
                  <a:cubicBezTo>
                    <a:pt x="126924" y="73129"/>
                    <a:pt x="143345" y="76495"/>
                    <a:pt x="145808" y="74853"/>
                  </a:cubicBezTo>
                  <a:cubicBezTo>
                    <a:pt x="150077" y="71980"/>
                    <a:pt x="155988" y="72883"/>
                    <a:pt x="158944" y="76988"/>
                  </a:cubicBezTo>
                  <a:cubicBezTo>
                    <a:pt x="161900" y="81093"/>
                    <a:pt x="161325" y="86676"/>
                    <a:pt x="157302" y="89796"/>
                  </a:cubicBezTo>
                  <a:lnTo>
                    <a:pt x="93345" y="139221"/>
                  </a:lnTo>
                  <a:cubicBezTo>
                    <a:pt x="91704" y="140534"/>
                    <a:pt x="89651" y="141191"/>
                    <a:pt x="87599" y="141191"/>
                  </a:cubicBezTo>
                  <a:close/>
                  <a:moveTo>
                    <a:pt x="19126" y="109582"/>
                  </a:moveTo>
                  <a:lnTo>
                    <a:pt x="85135" y="121815"/>
                  </a:lnTo>
                  <a:lnTo>
                    <a:pt x="126432" y="89878"/>
                  </a:lnTo>
                  <a:cubicBezTo>
                    <a:pt x="115102" y="84952"/>
                    <a:pt x="103279" y="76249"/>
                    <a:pt x="93592" y="66561"/>
                  </a:cubicBezTo>
                  <a:cubicBezTo>
                    <a:pt x="83821" y="56791"/>
                    <a:pt x="75119" y="45133"/>
                    <a:pt x="70276" y="33803"/>
                  </a:cubicBezTo>
                  <a:lnTo>
                    <a:pt x="27172" y="89549"/>
                  </a:lnTo>
                  <a:cubicBezTo>
                    <a:pt x="22657" y="95378"/>
                    <a:pt x="19948" y="102275"/>
                    <a:pt x="19208" y="1095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1985;p47">
              <a:extLst>
                <a:ext uri="{FF2B5EF4-FFF2-40B4-BE49-F238E27FC236}">
                  <a16:creationId xmlns:a16="http://schemas.microsoft.com/office/drawing/2014/main" id="{56FB1E57-07F0-9C0D-631F-380EB0432CD4}"/>
                </a:ext>
              </a:extLst>
            </p:cNvPr>
            <p:cNvSpPr/>
            <p:nvPr/>
          </p:nvSpPr>
          <p:spPr>
            <a:xfrm>
              <a:off x="-11234829" y="-7911963"/>
              <a:ext cx="1034472" cy="418715"/>
            </a:xfrm>
            <a:custGeom>
              <a:avLst/>
              <a:gdLst/>
              <a:ahLst/>
              <a:cxnLst/>
              <a:rect l="l" t="t" r="r" b="b"/>
              <a:pathLst>
                <a:path w="1034472" h="418715" extrusionOk="0">
                  <a:moveTo>
                    <a:pt x="726358" y="426887"/>
                  </a:moveTo>
                  <a:cubicBezTo>
                    <a:pt x="724059" y="426887"/>
                    <a:pt x="721678" y="426067"/>
                    <a:pt x="719872" y="424342"/>
                  </a:cubicBezTo>
                  <a:lnTo>
                    <a:pt x="56660" y="96513"/>
                  </a:lnTo>
                  <a:lnTo>
                    <a:pt x="8384" y="90848"/>
                  </a:lnTo>
                  <a:cubicBezTo>
                    <a:pt x="4854" y="90438"/>
                    <a:pt x="1817" y="88057"/>
                    <a:pt x="585" y="84691"/>
                  </a:cubicBezTo>
                  <a:cubicBezTo>
                    <a:pt x="-647" y="81324"/>
                    <a:pt x="93" y="77630"/>
                    <a:pt x="2555" y="75003"/>
                  </a:cubicBezTo>
                  <a:cubicBezTo>
                    <a:pt x="75461" y="-2747"/>
                    <a:pt x="148449" y="-120"/>
                    <a:pt x="151569" y="44"/>
                  </a:cubicBezTo>
                  <a:cubicBezTo>
                    <a:pt x="151980" y="44"/>
                    <a:pt x="152390" y="44"/>
                    <a:pt x="152801" y="209"/>
                  </a:cubicBezTo>
                  <a:lnTo>
                    <a:pt x="934566" y="144953"/>
                  </a:lnTo>
                  <a:lnTo>
                    <a:pt x="1028162" y="115889"/>
                  </a:lnTo>
                  <a:cubicBezTo>
                    <a:pt x="1032349" y="114575"/>
                    <a:pt x="1036864" y="116299"/>
                    <a:pt x="1039081" y="120076"/>
                  </a:cubicBezTo>
                  <a:cubicBezTo>
                    <a:pt x="1041298" y="123853"/>
                    <a:pt x="1040641" y="128615"/>
                    <a:pt x="1037521" y="131652"/>
                  </a:cubicBezTo>
                  <a:lnTo>
                    <a:pt x="732844" y="424178"/>
                  </a:lnTo>
                  <a:cubicBezTo>
                    <a:pt x="731037" y="425902"/>
                    <a:pt x="728657" y="426806"/>
                    <a:pt x="726276" y="426806"/>
                  </a:cubicBezTo>
                  <a:close/>
                  <a:moveTo>
                    <a:pt x="30059" y="74346"/>
                  </a:moveTo>
                  <a:lnTo>
                    <a:pt x="60519" y="77876"/>
                  </a:lnTo>
                  <a:cubicBezTo>
                    <a:pt x="61586" y="78040"/>
                    <a:pt x="62654" y="78287"/>
                    <a:pt x="63639" y="78779"/>
                  </a:cubicBezTo>
                  <a:lnTo>
                    <a:pt x="724880" y="405706"/>
                  </a:lnTo>
                  <a:lnTo>
                    <a:pt x="995649" y="145774"/>
                  </a:lnTo>
                  <a:lnTo>
                    <a:pt x="937933" y="163672"/>
                  </a:lnTo>
                  <a:cubicBezTo>
                    <a:pt x="936454" y="164082"/>
                    <a:pt x="934895" y="164246"/>
                    <a:pt x="933417" y="163918"/>
                  </a:cubicBezTo>
                  <a:lnTo>
                    <a:pt x="150173" y="18846"/>
                  </a:lnTo>
                  <a:cubicBezTo>
                    <a:pt x="144180" y="18763"/>
                    <a:pt x="88761" y="19995"/>
                    <a:pt x="30059" y="742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1986;p47">
              <a:extLst>
                <a:ext uri="{FF2B5EF4-FFF2-40B4-BE49-F238E27FC236}">
                  <a16:creationId xmlns:a16="http://schemas.microsoft.com/office/drawing/2014/main" id="{D9303F18-A0B2-FA9B-88EE-F6A21F971E9C}"/>
                </a:ext>
              </a:extLst>
            </p:cNvPr>
            <p:cNvSpPr/>
            <p:nvPr/>
          </p:nvSpPr>
          <p:spPr>
            <a:xfrm>
              <a:off x="-10792700" y="-7026421"/>
              <a:ext cx="238092" cy="410505"/>
            </a:xfrm>
            <a:custGeom>
              <a:avLst/>
              <a:gdLst/>
              <a:ahLst/>
              <a:cxnLst/>
              <a:rect l="l" t="t" r="r" b="b"/>
              <a:pathLst>
                <a:path w="238092" h="410505" extrusionOk="0">
                  <a:moveTo>
                    <a:pt x="191044" y="412191"/>
                  </a:moveTo>
                  <a:cubicBezTo>
                    <a:pt x="191044" y="412191"/>
                    <a:pt x="190387" y="412191"/>
                    <a:pt x="189977" y="412191"/>
                  </a:cubicBezTo>
                  <a:cubicBezTo>
                    <a:pt x="187102" y="411862"/>
                    <a:pt x="184558" y="410302"/>
                    <a:pt x="183080" y="407839"/>
                  </a:cubicBezTo>
                  <a:lnTo>
                    <a:pt x="1472" y="119993"/>
                  </a:lnTo>
                  <a:cubicBezTo>
                    <a:pt x="-1237" y="115806"/>
                    <a:pt x="-87" y="110223"/>
                    <a:pt x="3936" y="107268"/>
                  </a:cubicBezTo>
                  <a:lnTo>
                    <a:pt x="151471" y="1768"/>
                  </a:lnTo>
                  <a:cubicBezTo>
                    <a:pt x="154017" y="-38"/>
                    <a:pt x="157382" y="-531"/>
                    <a:pt x="160338" y="618"/>
                  </a:cubicBezTo>
                  <a:cubicBezTo>
                    <a:pt x="163294" y="1768"/>
                    <a:pt x="165511" y="4313"/>
                    <a:pt x="166167" y="7433"/>
                  </a:cubicBezTo>
                  <a:lnTo>
                    <a:pt x="242357" y="358497"/>
                  </a:lnTo>
                  <a:cubicBezTo>
                    <a:pt x="243014" y="361616"/>
                    <a:pt x="242111" y="364901"/>
                    <a:pt x="239812" y="367199"/>
                  </a:cubicBezTo>
                  <a:lnTo>
                    <a:pt x="197612" y="409399"/>
                  </a:lnTo>
                  <a:cubicBezTo>
                    <a:pt x="195806" y="411205"/>
                    <a:pt x="193424" y="412191"/>
                    <a:pt x="190962" y="412191"/>
                  </a:cubicBezTo>
                  <a:close/>
                  <a:moveTo>
                    <a:pt x="22244" y="117448"/>
                  </a:moveTo>
                  <a:lnTo>
                    <a:pt x="192768" y="387725"/>
                  </a:lnTo>
                  <a:lnTo>
                    <a:pt x="222982" y="357511"/>
                  </a:lnTo>
                  <a:lnTo>
                    <a:pt x="150897" y="25495"/>
                  </a:lnTo>
                  <a:lnTo>
                    <a:pt x="22244" y="1174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1987;p47">
              <a:extLst>
                <a:ext uri="{FF2B5EF4-FFF2-40B4-BE49-F238E27FC236}">
                  <a16:creationId xmlns:a16="http://schemas.microsoft.com/office/drawing/2014/main" id="{1B308054-1325-5768-9DAC-598D88D2402D}"/>
                </a:ext>
              </a:extLst>
            </p:cNvPr>
            <p:cNvSpPr/>
            <p:nvPr/>
          </p:nvSpPr>
          <p:spPr>
            <a:xfrm>
              <a:off x="-10752725" y="-7981610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917" y="99001"/>
                  </a:moveTo>
                  <a:cubicBezTo>
                    <a:pt x="62318" y="99001"/>
                    <a:pt x="42368" y="86358"/>
                    <a:pt x="27507" y="71497"/>
                  </a:cubicBezTo>
                  <a:cubicBezTo>
                    <a:pt x="8460" y="52450"/>
                    <a:pt x="-6401" y="26178"/>
                    <a:pt x="2794" y="9922"/>
                  </a:cubicBezTo>
                  <a:cubicBezTo>
                    <a:pt x="3123" y="9347"/>
                    <a:pt x="3451" y="8772"/>
                    <a:pt x="3780" y="8280"/>
                  </a:cubicBezTo>
                  <a:lnTo>
                    <a:pt x="5011" y="6720"/>
                  </a:lnTo>
                  <a:cubicBezTo>
                    <a:pt x="5011" y="6720"/>
                    <a:pt x="5503" y="6145"/>
                    <a:pt x="5750" y="5817"/>
                  </a:cubicBezTo>
                  <a:cubicBezTo>
                    <a:pt x="20200" y="-8633"/>
                    <a:pt x="49674" y="5817"/>
                    <a:pt x="71431" y="27491"/>
                  </a:cubicBezTo>
                  <a:cubicBezTo>
                    <a:pt x="93106" y="49166"/>
                    <a:pt x="107555" y="78722"/>
                    <a:pt x="93106" y="93172"/>
                  </a:cubicBezTo>
                  <a:lnTo>
                    <a:pt x="92696" y="93583"/>
                  </a:lnTo>
                  <a:cubicBezTo>
                    <a:pt x="92696" y="93583"/>
                    <a:pt x="91874" y="94321"/>
                    <a:pt x="91464" y="94568"/>
                  </a:cubicBezTo>
                  <a:cubicBezTo>
                    <a:pt x="91382" y="94650"/>
                    <a:pt x="91217" y="94732"/>
                    <a:pt x="91135" y="94814"/>
                  </a:cubicBezTo>
                  <a:cubicBezTo>
                    <a:pt x="87359" y="97688"/>
                    <a:pt x="82843" y="98919"/>
                    <a:pt x="77835" y="98919"/>
                  </a:cubicBezTo>
                  <a:close/>
                  <a:moveTo>
                    <a:pt x="86045" y="86932"/>
                  </a:moveTo>
                  <a:lnTo>
                    <a:pt x="86045" y="86932"/>
                  </a:lnTo>
                  <a:lnTo>
                    <a:pt x="86045" y="86932"/>
                  </a:lnTo>
                  <a:close/>
                  <a:moveTo>
                    <a:pt x="19297" y="19199"/>
                  </a:moveTo>
                  <a:cubicBezTo>
                    <a:pt x="19297" y="19199"/>
                    <a:pt x="19297" y="19199"/>
                    <a:pt x="19297" y="19199"/>
                  </a:cubicBezTo>
                  <a:cubicBezTo>
                    <a:pt x="17327" y="22401"/>
                    <a:pt x="22335" y="39560"/>
                    <a:pt x="40889" y="58115"/>
                  </a:cubicBezTo>
                  <a:cubicBezTo>
                    <a:pt x="60594" y="77819"/>
                    <a:pt x="76850" y="81350"/>
                    <a:pt x="79723" y="79872"/>
                  </a:cubicBezTo>
                  <a:cubicBezTo>
                    <a:pt x="79723" y="79872"/>
                    <a:pt x="79723" y="79872"/>
                    <a:pt x="79805" y="79872"/>
                  </a:cubicBezTo>
                  <a:cubicBezTo>
                    <a:pt x="81366" y="77162"/>
                    <a:pt x="77917" y="60824"/>
                    <a:pt x="58130" y="40956"/>
                  </a:cubicBezTo>
                  <a:cubicBezTo>
                    <a:pt x="38508" y="21334"/>
                    <a:pt x="22417" y="17803"/>
                    <a:pt x="19379" y="19199"/>
                  </a:cubicBezTo>
                  <a:lnTo>
                    <a:pt x="19379" y="191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1988;p47">
              <a:extLst>
                <a:ext uri="{FF2B5EF4-FFF2-40B4-BE49-F238E27FC236}">
                  <a16:creationId xmlns:a16="http://schemas.microsoft.com/office/drawing/2014/main" id="{1E16FF7D-EE28-351E-0DA7-ACC811561026}"/>
                </a:ext>
              </a:extLst>
            </p:cNvPr>
            <p:cNvSpPr/>
            <p:nvPr/>
          </p:nvSpPr>
          <p:spPr>
            <a:xfrm>
              <a:off x="-10818919" y="-7976737"/>
              <a:ext cx="155991" cy="139571"/>
            </a:xfrm>
            <a:custGeom>
              <a:avLst/>
              <a:gdLst/>
              <a:ahLst/>
              <a:cxnLst/>
              <a:rect l="l" t="t" r="r" b="b"/>
              <a:pathLst>
                <a:path w="155991" h="139571" extrusionOk="0">
                  <a:moveTo>
                    <a:pt x="79580" y="147577"/>
                  </a:moveTo>
                  <a:cubicBezTo>
                    <a:pt x="79005" y="147577"/>
                    <a:pt x="78431" y="147577"/>
                    <a:pt x="77855" y="147412"/>
                  </a:cubicBezTo>
                  <a:lnTo>
                    <a:pt x="9137" y="134687"/>
                  </a:lnTo>
                  <a:cubicBezTo>
                    <a:pt x="5443" y="134030"/>
                    <a:pt x="2569" y="131238"/>
                    <a:pt x="1666" y="127626"/>
                  </a:cubicBezTo>
                  <a:cubicBezTo>
                    <a:pt x="-2521" y="110220"/>
                    <a:pt x="1256" y="92158"/>
                    <a:pt x="12175" y="78119"/>
                  </a:cubicBezTo>
                  <a:lnTo>
                    <a:pt x="69810" y="3654"/>
                  </a:lnTo>
                  <a:cubicBezTo>
                    <a:pt x="72847" y="-287"/>
                    <a:pt x="78513" y="-1191"/>
                    <a:pt x="82618" y="1683"/>
                  </a:cubicBezTo>
                  <a:cubicBezTo>
                    <a:pt x="86723" y="4557"/>
                    <a:pt x="87955" y="10139"/>
                    <a:pt x="85327" y="14409"/>
                  </a:cubicBezTo>
                  <a:cubicBezTo>
                    <a:pt x="83357" y="17611"/>
                    <a:pt x="88365" y="34770"/>
                    <a:pt x="106920" y="53325"/>
                  </a:cubicBezTo>
                  <a:cubicBezTo>
                    <a:pt x="126953" y="73275"/>
                    <a:pt x="143373" y="76641"/>
                    <a:pt x="145917" y="74999"/>
                  </a:cubicBezTo>
                  <a:cubicBezTo>
                    <a:pt x="150105" y="72126"/>
                    <a:pt x="156098" y="73029"/>
                    <a:pt x="159053" y="77134"/>
                  </a:cubicBezTo>
                  <a:cubicBezTo>
                    <a:pt x="162009" y="81239"/>
                    <a:pt x="161435" y="86904"/>
                    <a:pt x="157412" y="90024"/>
                  </a:cubicBezTo>
                  <a:lnTo>
                    <a:pt x="85409" y="145688"/>
                  </a:lnTo>
                  <a:cubicBezTo>
                    <a:pt x="83767" y="147002"/>
                    <a:pt x="81715" y="147659"/>
                    <a:pt x="79662" y="147659"/>
                  </a:cubicBezTo>
                  <a:close/>
                  <a:moveTo>
                    <a:pt x="19072" y="117281"/>
                  </a:moveTo>
                  <a:lnTo>
                    <a:pt x="77117" y="128036"/>
                  </a:lnTo>
                  <a:lnTo>
                    <a:pt x="126460" y="89942"/>
                  </a:lnTo>
                  <a:cubicBezTo>
                    <a:pt x="115047" y="85015"/>
                    <a:pt x="103308" y="76313"/>
                    <a:pt x="93537" y="66625"/>
                  </a:cubicBezTo>
                  <a:cubicBezTo>
                    <a:pt x="83767" y="56855"/>
                    <a:pt x="75064" y="45197"/>
                    <a:pt x="70221" y="33949"/>
                  </a:cubicBezTo>
                  <a:lnTo>
                    <a:pt x="27118" y="89695"/>
                  </a:lnTo>
                  <a:cubicBezTo>
                    <a:pt x="20960" y="97659"/>
                    <a:pt x="18169" y="107429"/>
                    <a:pt x="19072" y="1172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1989;p47">
              <a:extLst>
                <a:ext uri="{FF2B5EF4-FFF2-40B4-BE49-F238E27FC236}">
                  <a16:creationId xmlns:a16="http://schemas.microsoft.com/office/drawing/2014/main" id="{5AD33C72-DAF7-2802-7206-57506A523092}"/>
                </a:ext>
              </a:extLst>
            </p:cNvPr>
            <p:cNvSpPr/>
            <p:nvPr/>
          </p:nvSpPr>
          <p:spPr>
            <a:xfrm>
              <a:off x="-10990682" y="-6991522"/>
              <a:ext cx="180622" cy="180622"/>
            </a:xfrm>
            <a:custGeom>
              <a:avLst/>
              <a:gdLst/>
              <a:ahLst/>
              <a:cxnLst/>
              <a:rect l="l" t="t" r="r" b="b"/>
              <a:pathLst>
                <a:path w="180622" h="180622" extrusionOk="0">
                  <a:moveTo>
                    <a:pt x="30491" y="180824"/>
                  </a:moveTo>
                  <a:cubicBezTo>
                    <a:pt x="22691" y="180824"/>
                    <a:pt x="14809" y="177786"/>
                    <a:pt x="8898" y="171875"/>
                  </a:cubicBezTo>
                  <a:cubicBezTo>
                    <a:pt x="-2103" y="160791"/>
                    <a:pt x="-3006" y="143385"/>
                    <a:pt x="6763" y="131234"/>
                  </a:cubicBezTo>
                  <a:lnTo>
                    <a:pt x="105285" y="8822"/>
                  </a:lnTo>
                  <a:cubicBezTo>
                    <a:pt x="106927" y="6851"/>
                    <a:pt x="109225" y="5538"/>
                    <a:pt x="111771" y="5374"/>
                  </a:cubicBezTo>
                  <a:lnTo>
                    <a:pt x="170555" y="37"/>
                  </a:lnTo>
                  <a:cubicBezTo>
                    <a:pt x="173347" y="-209"/>
                    <a:pt x="176138" y="776"/>
                    <a:pt x="178108" y="2746"/>
                  </a:cubicBezTo>
                  <a:cubicBezTo>
                    <a:pt x="180078" y="4717"/>
                    <a:pt x="181064" y="7508"/>
                    <a:pt x="180818" y="10300"/>
                  </a:cubicBezTo>
                  <a:lnTo>
                    <a:pt x="175399" y="69166"/>
                  </a:lnTo>
                  <a:cubicBezTo>
                    <a:pt x="175153" y="71711"/>
                    <a:pt x="173921" y="74092"/>
                    <a:pt x="171951" y="75652"/>
                  </a:cubicBezTo>
                  <a:lnTo>
                    <a:pt x="49620" y="174173"/>
                  </a:lnTo>
                  <a:cubicBezTo>
                    <a:pt x="44037" y="178689"/>
                    <a:pt x="37305" y="180906"/>
                    <a:pt x="30573" y="180906"/>
                  </a:cubicBezTo>
                  <a:close/>
                  <a:moveTo>
                    <a:pt x="117435" y="23764"/>
                  </a:moveTo>
                  <a:lnTo>
                    <a:pt x="21460" y="142975"/>
                  </a:lnTo>
                  <a:cubicBezTo>
                    <a:pt x="17765" y="147573"/>
                    <a:pt x="18093" y="154305"/>
                    <a:pt x="22281" y="158492"/>
                  </a:cubicBezTo>
                  <a:cubicBezTo>
                    <a:pt x="26468" y="162679"/>
                    <a:pt x="33117" y="163090"/>
                    <a:pt x="37716" y="159313"/>
                  </a:cubicBezTo>
                  <a:lnTo>
                    <a:pt x="157009" y="63337"/>
                  </a:lnTo>
                  <a:lnTo>
                    <a:pt x="161031" y="19741"/>
                  </a:lnTo>
                  <a:lnTo>
                    <a:pt x="117518" y="236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1990;p47">
              <a:extLst>
                <a:ext uri="{FF2B5EF4-FFF2-40B4-BE49-F238E27FC236}">
                  <a16:creationId xmlns:a16="http://schemas.microsoft.com/office/drawing/2014/main" id="{E9C04FA5-DE8F-9794-48B7-37710C5232A9}"/>
                </a:ext>
              </a:extLst>
            </p:cNvPr>
            <p:cNvSpPr/>
            <p:nvPr/>
          </p:nvSpPr>
          <p:spPr>
            <a:xfrm>
              <a:off x="-10945392" y="-8025664"/>
              <a:ext cx="1165834" cy="1165834"/>
            </a:xfrm>
            <a:custGeom>
              <a:avLst/>
              <a:gdLst/>
              <a:ahLst/>
              <a:cxnLst/>
              <a:rect l="l" t="t" r="r" b="b"/>
              <a:pathLst>
                <a:path w="1165834" h="1165834" extrusionOk="0">
                  <a:moveTo>
                    <a:pt x="97516" y="1169810"/>
                  </a:moveTo>
                  <a:cubicBezTo>
                    <a:pt x="95052" y="1169810"/>
                    <a:pt x="92671" y="1168907"/>
                    <a:pt x="90865" y="1167019"/>
                  </a:cubicBezTo>
                  <a:lnTo>
                    <a:pt x="71161" y="1147315"/>
                  </a:lnTo>
                  <a:cubicBezTo>
                    <a:pt x="71161" y="1147315"/>
                    <a:pt x="70751" y="1146822"/>
                    <a:pt x="70504" y="1146658"/>
                  </a:cubicBezTo>
                  <a:lnTo>
                    <a:pt x="68698" y="1144441"/>
                  </a:lnTo>
                  <a:cubicBezTo>
                    <a:pt x="67138" y="1142471"/>
                    <a:pt x="66317" y="1140008"/>
                    <a:pt x="66646" y="1137462"/>
                  </a:cubicBezTo>
                  <a:cubicBezTo>
                    <a:pt x="66891" y="1135000"/>
                    <a:pt x="68123" y="1132701"/>
                    <a:pt x="70093" y="1131059"/>
                  </a:cubicBezTo>
                  <a:lnTo>
                    <a:pt x="111801" y="1097561"/>
                  </a:lnTo>
                  <a:lnTo>
                    <a:pt x="115824" y="1053966"/>
                  </a:lnTo>
                  <a:lnTo>
                    <a:pt x="72310" y="1057907"/>
                  </a:lnTo>
                  <a:lnTo>
                    <a:pt x="38731" y="1099614"/>
                  </a:lnTo>
                  <a:cubicBezTo>
                    <a:pt x="37171" y="1101584"/>
                    <a:pt x="34873" y="1102816"/>
                    <a:pt x="32327" y="1103062"/>
                  </a:cubicBezTo>
                  <a:cubicBezTo>
                    <a:pt x="29782" y="1103391"/>
                    <a:pt x="27319" y="1102570"/>
                    <a:pt x="25349" y="1101010"/>
                  </a:cubicBezTo>
                  <a:lnTo>
                    <a:pt x="23132" y="1099203"/>
                  </a:lnTo>
                  <a:cubicBezTo>
                    <a:pt x="23132" y="1099203"/>
                    <a:pt x="22640" y="1098793"/>
                    <a:pt x="22475" y="1098547"/>
                  </a:cubicBezTo>
                  <a:lnTo>
                    <a:pt x="2771" y="1078842"/>
                  </a:lnTo>
                  <a:cubicBezTo>
                    <a:pt x="-513" y="1075558"/>
                    <a:pt x="-924" y="1070468"/>
                    <a:pt x="1786" y="1066691"/>
                  </a:cubicBezTo>
                  <a:lnTo>
                    <a:pt x="221488" y="759387"/>
                  </a:lnTo>
                  <a:cubicBezTo>
                    <a:pt x="273293" y="686974"/>
                    <a:pt x="332160" y="618912"/>
                    <a:pt x="396527" y="557090"/>
                  </a:cubicBezTo>
                  <a:lnTo>
                    <a:pt x="888641" y="84599"/>
                  </a:lnTo>
                  <a:cubicBezTo>
                    <a:pt x="914995" y="59230"/>
                    <a:pt x="943977" y="38951"/>
                    <a:pt x="974765" y="24501"/>
                  </a:cubicBezTo>
                  <a:cubicBezTo>
                    <a:pt x="1085848" y="-27961"/>
                    <a:pt x="1144385" y="19821"/>
                    <a:pt x="1146848" y="21956"/>
                  </a:cubicBezTo>
                  <a:cubicBezTo>
                    <a:pt x="1147259" y="22285"/>
                    <a:pt x="1147587" y="22695"/>
                    <a:pt x="1147998" y="23023"/>
                  </a:cubicBezTo>
                  <a:cubicBezTo>
                    <a:pt x="1150050" y="25486"/>
                    <a:pt x="1197915" y="83942"/>
                    <a:pt x="1145452" y="195025"/>
                  </a:cubicBezTo>
                  <a:cubicBezTo>
                    <a:pt x="1131003" y="225649"/>
                    <a:pt x="1110806" y="254630"/>
                    <a:pt x="1085273" y="281231"/>
                  </a:cubicBezTo>
                  <a:lnTo>
                    <a:pt x="612781" y="773344"/>
                  </a:lnTo>
                  <a:cubicBezTo>
                    <a:pt x="551205" y="837547"/>
                    <a:pt x="483144" y="896414"/>
                    <a:pt x="410485" y="948384"/>
                  </a:cubicBezTo>
                  <a:lnTo>
                    <a:pt x="103262" y="1168086"/>
                  </a:lnTo>
                  <a:cubicBezTo>
                    <a:pt x="101621" y="1169236"/>
                    <a:pt x="99649" y="1169810"/>
                    <a:pt x="97761" y="1169810"/>
                  </a:cubicBezTo>
                  <a:close/>
                  <a:moveTo>
                    <a:pt x="89798" y="1139351"/>
                  </a:moveTo>
                  <a:lnTo>
                    <a:pt x="98501" y="1148054"/>
                  </a:lnTo>
                  <a:lnTo>
                    <a:pt x="399237" y="933031"/>
                  </a:lnTo>
                  <a:cubicBezTo>
                    <a:pt x="470911" y="881718"/>
                    <a:pt x="538069" y="823672"/>
                    <a:pt x="598824" y="760290"/>
                  </a:cubicBezTo>
                  <a:lnTo>
                    <a:pt x="1071316" y="268177"/>
                  </a:lnTo>
                  <a:cubicBezTo>
                    <a:pt x="1095371" y="243054"/>
                    <a:pt x="1114501" y="215796"/>
                    <a:pt x="1128047" y="187061"/>
                  </a:cubicBezTo>
                  <a:lnTo>
                    <a:pt x="1128047" y="187061"/>
                  </a:lnTo>
                  <a:cubicBezTo>
                    <a:pt x="1172628" y="92563"/>
                    <a:pt x="1138720" y="42399"/>
                    <a:pt x="1133795" y="35913"/>
                  </a:cubicBezTo>
                  <a:cubicBezTo>
                    <a:pt x="1127390" y="31069"/>
                    <a:pt x="1077227" y="-3085"/>
                    <a:pt x="982564" y="41660"/>
                  </a:cubicBezTo>
                  <a:cubicBezTo>
                    <a:pt x="953664" y="55289"/>
                    <a:pt x="926407" y="74337"/>
                    <a:pt x="901448" y="98310"/>
                  </a:cubicBezTo>
                  <a:lnTo>
                    <a:pt x="409335" y="570801"/>
                  </a:lnTo>
                  <a:cubicBezTo>
                    <a:pt x="345789" y="631802"/>
                    <a:pt x="287661" y="698961"/>
                    <a:pt x="236594" y="770471"/>
                  </a:cubicBezTo>
                  <a:lnTo>
                    <a:pt x="21572" y="1071289"/>
                  </a:lnTo>
                  <a:lnTo>
                    <a:pt x="30274" y="1079992"/>
                  </a:lnTo>
                  <a:lnTo>
                    <a:pt x="59995" y="1043128"/>
                  </a:lnTo>
                  <a:cubicBezTo>
                    <a:pt x="61638" y="1041158"/>
                    <a:pt x="63936" y="1039844"/>
                    <a:pt x="66481" y="1039680"/>
                  </a:cubicBezTo>
                  <a:lnTo>
                    <a:pt x="125266" y="1034344"/>
                  </a:lnTo>
                  <a:cubicBezTo>
                    <a:pt x="128057" y="1034097"/>
                    <a:pt x="130848" y="1035082"/>
                    <a:pt x="132819" y="1037053"/>
                  </a:cubicBezTo>
                  <a:cubicBezTo>
                    <a:pt x="134789" y="1039023"/>
                    <a:pt x="135774" y="1041815"/>
                    <a:pt x="135529" y="1044606"/>
                  </a:cubicBezTo>
                  <a:lnTo>
                    <a:pt x="130110" y="1103473"/>
                  </a:lnTo>
                  <a:cubicBezTo>
                    <a:pt x="129863" y="1106018"/>
                    <a:pt x="128631" y="1108399"/>
                    <a:pt x="126661" y="1109959"/>
                  </a:cubicBezTo>
                  <a:lnTo>
                    <a:pt x="89880" y="113959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1991;p47">
              <a:extLst>
                <a:ext uri="{FF2B5EF4-FFF2-40B4-BE49-F238E27FC236}">
                  <a16:creationId xmlns:a16="http://schemas.microsoft.com/office/drawing/2014/main" id="{731C3483-9DA9-FD8D-4A2B-2311FE89E083}"/>
                </a:ext>
              </a:extLst>
            </p:cNvPr>
            <p:cNvSpPr/>
            <p:nvPr/>
          </p:nvSpPr>
          <p:spPr>
            <a:xfrm>
              <a:off x="-11187262" y="-7251461"/>
              <a:ext cx="410505" cy="238092"/>
            </a:xfrm>
            <a:custGeom>
              <a:avLst/>
              <a:gdLst/>
              <a:ahLst/>
              <a:cxnLst/>
              <a:rect l="l" t="t" r="r" b="b"/>
              <a:pathLst>
                <a:path w="410505" h="238092" extrusionOk="0">
                  <a:moveTo>
                    <a:pt x="297268" y="242653"/>
                  </a:moveTo>
                  <a:cubicBezTo>
                    <a:pt x="295543" y="242653"/>
                    <a:pt x="293820" y="242161"/>
                    <a:pt x="292259" y="241175"/>
                  </a:cubicBezTo>
                  <a:lnTo>
                    <a:pt x="4413" y="59568"/>
                  </a:lnTo>
                  <a:cubicBezTo>
                    <a:pt x="1950" y="58008"/>
                    <a:pt x="391" y="55463"/>
                    <a:pt x="62" y="52672"/>
                  </a:cubicBezTo>
                  <a:cubicBezTo>
                    <a:pt x="-266" y="49798"/>
                    <a:pt x="719" y="47007"/>
                    <a:pt x="2772" y="44954"/>
                  </a:cubicBezTo>
                  <a:lnTo>
                    <a:pt x="44971" y="2754"/>
                  </a:lnTo>
                  <a:cubicBezTo>
                    <a:pt x="47270" y="455"/>
                    <a:pt x="50554" y="-448"/>
                    <a:pt x="53674" y="209"/>
                  </a:cubicBezTo>
                  <a:lnTo>
                    <a:pt x="404820" y="76399"/>
                  </a:lnTo>
                  <a:cubicBezTo>
                    <a:pt x="407940" y="77056"/>
                    <a:pt x="410485" y="79272"/>
                    <a:pt x="411634" y="82228"/>
                  </a:cubicBezTo>
                  <a:cubicBezTo>
                    <a:pt x="412784" y="85184"/>
                    <a:pt x="412373" y="88550"/>
                    <a:pt x="410485" y="91095"/>
                  </a:cubicBezTo>
                  <a:lnTo>
                    <a:pt x="304985" y="238630"/>
                  </a:lnTo>
                  <a:cubicBezTo>
                    <a:pt x="303179" y="241175"/>
                    <a:pt x="300224" y="242571"/>
                    <a:pt x="297268" y="242571"/>
                  </a:cubicBezTo>
                  <a:close/>
                  <a:moveTo>
                    <a:pt x="24528" y="49962"/>
                  </a:moveTo>
                  <a:lnTo>
                    <a:pt x="294805" y="220486"/>
                  </a:lnTo>
                  <a:lnTo>
                    <a:pt x="386840" y="91916"/>
                  </a:lnTo>
                  <a:lnTo>
                    <a:pt x="54741" y="19831"/>
                  </a:lnTo>
                  <a:lnTo>
                    <a:pt x="24528" y="500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7" name="Google Shape;1992;p47">
              <a:extLst>
                <a:ext uri="{FF2B5EF4-FFF2-40B4-BE49-F238E27FC236}">
                  <a16:creationId xmlns:a16="http://schemas.microsoft.com/office/drawing/2014/main" id="{A66A83B9-6ACB-6A07-0B02-BC01FE0014D7}"/>
                </a:ext>
              </a:extLst>
            </p:cNvPr>
            <p:cNvGrpSpPr/>
            <p:nvPr/>
          </p:nvGrpSpPr>
          <p:grpSpPr>
            <a:xfrm>
              <a:off x="-10934864" y="-7708593"/>
              <a:ext cx="840596" cy="837057"/>
              <a:chOff x="-2986914" y="-3516593"/>
              <a:chExt cx="840596" cy="837057"/>
            </a:xfrm>
          </p:grpSpPr>
          <p:sp>
            <p:nvSpPr>
              <p:cNvPr id="311" name="Google Shape;1993;p47">
                <a:extLst>
                  <a:ext uri="{FF2B5EF4-FFF2-40B4-BE49-F238E27FC236}">
                    <a16:creationId xmlns:a16="http://schemas.microsoft.com/office/drawing/2014/main" id="{6CE3CDBE-FF26-450E-9571-D8BEA6502CF3}"/>
                  </a:ext>
                </a:extLst>
              </p:cNvPr>
              <p:cNvSpPr/>
              <p:nvPr/>
            </p:nvSpPr>
            <p:spPr>
              <a:xfrm>
                <a:off x="-2195578" y="-2737006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230" y="62397"/>
                    </a:moveTo>
                    <a:cubicBezTo>
                      <a:pt x="16662" y="62397"/>
                      <a:pt x="9930" y="60837"/>
                      <a:pt x="4921" y="55911"/>
                    </a:cubicBezTo>
                    <a:cubicBezTo>
                      <a:pt x="-6901" y="44006"/>
                      <a:pt x="5250" y="18719"/>
                      <a:pt x="13460" y="4680"/>
                    </a:cubicBezTo>
                    <a:cubicBezTo>
                      <a:pt x="15184" y="1724"/>
                      <a:pt x="18303" y="82"/>
                      <a:pt x="21916" y="0"/>
                    </a:cubicBezTo>
                    <a:cubicBezTo>
                      <a:pt x="25365" y="164"/>
                      <a:pt x="28484" y="2135"/>
                      <a:pt x="30044" y="5255"/>
                    </a:cubicBezTo>
                    <a:lnTo>
                      <a:pt x="49667" y="44991"/>
                    </a:lnTo>
                    <a:cubicBezTo>
                      <a:pt x="50816" y="47372"/>
                      <a:pt x="50981" y="50082"/>
                      <a:pt x="49995" y="52545"/>
                    </a:cubicBezTo>
                    <a:cubicBezTo>
                      <a:pt x="49009" y="55008"/>
                      <a:pt x="47121" y="56978"/>
                      <a:pt x="44659" y="57963"/>
                    </a:cubicBezTo>
                    <a:cubicBezTo>
                      <a:pt x="41949" y="59031"/>
                      <a:pt x="32753" y="62397"/>
                      <a:pt x="23148" y="62397"/>
                    </a:cubicBezTo>
                    <a:close/>
                    <a:moveTo>
                      <a:pt x="18879" y="42939"/>
                    </a:moveTo>
                    <a:cubicBezTo>
                      <a:pt x="20438" y="43678"/>
                      <a:pt x="23805" y="43760"/>
                      <a:pt x="27745" y="43103"/>
                    </a:cubicBezTo>
                    <a:lnTo>
                      <a:pt x="21752" y="31034"/>
                    </a:lnTo>
                    <a:cubicBezTo>
                      <a:pt x="19782" y="36289"/>
                      <a:pt x="18632" y="40722"/>
                      <a:pt x="18879" y="429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1994;p47">
                <a:extLst>
                  <a:ext uri="{FF2B5EF4-FFF2-40B4-BE49-F238E27FC236}">
                    <a16:creationId xmlns:a16="http://schemas.microsoft.com/office/drawing/2014/main" id="{1CA1349A-B661-F136-E73F-4842F2E4442F}"/>
                  </a:ext>
                </a:extLst>
              </p:cNvPr>
              <p:cNvSpPr/>
              <p:nvPr/>
            </p:nvSpPr>
            <p:spPr>
              <a:xfrm>
                <a:off x="-2252367" y="-2853014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041" y="61412"/>
                    </a:moveTo>
                    <a:cubicBezTo>
                      <a:pt x="16474" y="61412"/>
                      <a:pt x="9823" y="59852"/>
                      <a:pt x="4897" y="55008"/>
                    </a:cubicBezTo>
                    <a:cubicBezTo>
                      <a:pt x="-3642" y="46387"/>
                      <a:pt x="-1014" y="29474"/>
                      <a:pt x="12779" y="4844"/>
                    </a:cubicBezTo>
                    <a:cubicBezTo>
                      <a:pt x="14502" y="1806"/>
                      <a:pt x="17869" y="0"/>
                      <a:pt x="21235" y="0"/>
                    </a:cubicBezTo>
                    <a:cubicBezTo>
                      <a:pt x="24765" y="82"/>
                      <a:pt x="27885" y="2135"/>
                      <a:pt x="29445" y="5255"/>
                    </a:cubicBezTo>
                    <a:lnTo>
                      <a:pt x="48739" y="44334"/>
                    </a:lnTo>
                    <a:cubicBezTo>
                      <a:pt x="49888" y="46715"/>
                      <a:pt x="50053" y="49589"/>
                      <a:pt x="49068" y="52052"/>
                    </a:cubicBezTo>
                    <a:cubicBezTo>
                      <a:pt x="48082" y="54515"/>
                      <a:pt x="46030" y="56486"/>
                      <a:pt x="43484" y="57389"/>
                    </a:cubicBezTo>
                    <a:cubicBezTo>
                      <a:pt x="39051" y="58949"/>
                      <a:pt x="31005" y="61412"/>
                      <a:pt x="22877" y="61412"/>
                    </a:cubicBezTo>
                    <a:close/>
                    <a:moveTo>
                      <a:pt x="18854" y="42036"/>
                    </a:moveTo>
                    <a:cubicBezTo>
                      <a:pt x="20168" y="42610"/>
                      <a:pt x="22959" y="42857"/>
                      <a:pt x="26818" y="42364"/>
                    </a:cubicBezTo>
                    <a:lnTo>
                      <a:pt x="21317" y="31199"/>
                    </a:lnTo>
                    <a:cubicBezTo>
                      <a:pt x="19429" y="36453"/>
                      <a:pt x="18690" y="40229"/>
                      <a:pt x="18854" y="420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1995;p47">
                <a:extLst>
                  <a:ext uri="{FF2B5EF4-FFF2-40B4-BE49-F238E27FC236}">
                    <a16:creationId xmlns:a16="http://schemas.microsoft.com/office/drawing/2014/main" id="{BACDAB06-C762-8014-12F6-A29D4CE9D228}"/>
                  </a:ext>
                </a:extLst>
              </p:cNvPr>
              <p:cNvSpPr/>
              <p:nvPr/>
            </p:nvSpPr>
            <p:spPr>
              <a:xfrm>
                <a:off x="-2313490" y="-2975755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164" y="62397"/>
                    </a:moveTo>
                    <a:cubicBezTo>
                      <a:pt x="16595" y="62397"/>
                      <a:pt x="9863" y="60837"/>
                      <a:pt x="4936" y="55829"/>
                    </a:cubicBezTo>
                    <a:cubicBezTo>
                      <a:pt x="-6886" y="44088"/>
                      <a:pt x="5183" y="18719"/>
                      <a:pt x="13475" y="4680"/>
                    </a:cubicBezTo>
                    <a:cubicBezTo>
                      <a:pt x="15199" y="1724"/>
                      <a:pt x="18648" y="164"/>
                      <a:pt x="21932" y="0"/>
                    </a:cubicBezTo>
                    <a:cubicBezTo>
                      <a:pt x="25379" y="164"/>
                      <a:pt x="28499" y="2134"/>
                      <a:pt x="30060" y="5254"/>
                    </a:cubicBezTo>
                    <a:lnTo>
                      <a:pt x="49682" y="44991"/>
                    </a:lnTo>
                    <a:cubicBezTo>
                      <a:pt x="50832" y="47372"/>
                      <a:pt x="50995" y="50081"/>
                      <a:pt x="50010" y="52545"/>
                    </a:cubicBezTo>
                    <a:cubicBezTo>
                      <a:pt x="49107" y="55008"/>
                      <a:pt x="47136" y="56978"/>
                      <a:pt x="44674" y="57963"/>
                    </a:cubicBezTo>
                    <a:cubicBezTo>
                      <a:pt x="41964" y="59031"/>
                      <a:pt x="32769" y="62397"/>
                      <a:pt x="23164" y="62397"/>
                    </a:cubicBezTo>
                    <a:close/>
                    <a:moveTo>
                      <a:pt x="18812" y="42857"/>
                    </a:moveTo>
                    <a:cubicBezTo>
                      <a:pt x="20371" y="43678"/>
                      <a:pt x="23738" y="43678"/>
                      <a:pt x="27679" y="43103"/>
                    </a:cubicBezTo>
                    <a:lnTo>
                      <a:pt x="21685" y="31034"/>
                    </a:lnTo>
                    <a:cubicBezTo>
                      <a:pt x="19715" y="36289"/>
                      <a:pt x="18565" y="40722"/>
                      <a:pt x="18812" y="42939"/>
                    </a:cubicBezTo>
                    <a:close/>
                    <a:moveTo>
                      <a:pt x="18237" y="42446"/>
                    </a:moveTo>
                    <a:cubicBezTo>
                      <a:pt x="18237" y="42446"/>
                      <a:pt x="18237" y="42446"/>
                      <a:pt x="18237" y="42446"/>
                    </a:cubicBezTo>
                    <a:cubicBezTo>
                      <a:pt x="18237" y="42446"/>
                      <a:pt x="18237" y="42446"/>
                      <a:pt x="18237" y="424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1996;p47">
                <a:extLst>
                  <a:ext uri="{FF2B5EF4-FFF2-40B4-BE49-F238E27FC236}">
                    <a16:creationId xmlns:a16="http://schemas.microsoft.com/office/drawing/2014/main" id="{B0CAA86E-CC33-4CC7-20D5-C536C8F2B291}"/>
                  </a:ext>
                </a:extLst>
              </p:cNvPr>
              <p:cNvSpPr/>
              <p:nvPr/>
            </p:nvSpPr>
            <p:spPr>
              <a:xfrm>
                <a:off x="-2370450" y="-3091764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227" y="61411"/>
                    </a:moveTo>
                    <a:cubicBezTo>
                      <a:pt x="16658" y="61411"/>
                      <a:pt x="9926" y="59852"/>
                      <a:pt x="5000" y="54926"/>
                    </a:cubicBezTo>
                    <a:cubicBezTo>
                      <a:pt x="1881" y="51806"/>
                      <a:pt x="-7808" y="42118"/>
                      <a:pt x="12882" y="4844"/>
                    </a:cubicBezTo>
                    <a:cubicBezTo>
                      <a:pt x="14606" y="1724"/>
                      <a:pt x="17808" y="0"/>
                      <a:pt x="21339" y="0"/>
                    </a:cubicBezTo>
                    <a:cubicBezTo>
                      <a:pt x="24868" y="0"/>
                      <a:pt x="27988" y="2135"/>
                      <a:pt x="29549" y="5254"/>
                    </a:cubicBezTo>
                    <a:lnTo>
                      <a:pt x="48924" y="44417"/>
                    </a:lnTo>
                    <a:cubicBezTo>
                      <a:pt x="50074" y="46797"/>
                      <a:pt x="50238" y="49671"/>
                      <a:pt x="49253" y="52134"/>
                    </a:cubicBezTo>
                    <a:cubicBezTo>
                      <a:pt x="48268" y="54597"/>
                      <a:pt x="46215" y="56567"/>
                      <a:pt x="43670" y="57471"/>
                    </a:cubicBezTo>
                    <a:cubicBezTo>
                      <a:pt x="39236" y="59031"/>
                      <a:pt x="31272" y="61494"/>
                      <a:pt x="23144" y="61494"/>
                    </a:cubicBezTo>
                    <a:close/>
                    <a:moveTo>
                      <a:pt x="18957" y="41953"/>
                    </a:moveTo>
                    <a:cubicBezTo>
                      <a:pt x="20271" y="42610"/>
                      <a:pt x="23144" y="42775"/>
                      <a:pt x="26921" y="42282"/>
                    </a:cubicBezTo>
                    <a:lnTo>
                      <a:pt x="21421" y="31116"/>
                    </a:lnTo>
                    <a:cubicBezTo>
                      <a:pt x="19450" y="36535"/>
                      <a:pt x="18793" y="40147"/>
                      <a:pt x="18957" y="41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1997;p47">
                <a:extLst>
                  <a:ext uri="{FF2B5EF4-FFF2-40B4-BE49-F238E27FC236}">
                    <a16:creationId xmlns:a16="http://schemas.microsoft.com/office/drawing/2014/main" id="{54A5B977-1EEE-50DB-A83A-887A3ED5A73F}"/>
                  </a:ext>
                </a:extLst>
              </p:cNvPr>
              <p:cNvSpPr/>
              <p:nvPr/>
            </p:nvSpPr>
            <p:spPr>
              <a:xfrm>
                <a:off x="-2631170" y="-3340958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19910" y="49853"/>
                    </a:moveTo>
                    <a:cubicBezTo>
                      <a:pt x="14245" y="49853"/>
                      <a:pt x="9812" y="48211"/>
                      <a:pt x="6527" y="44927"/>
                    </a:cubicBezTo>
                    <a:cubicBezTo>
                      <a:pt x="-4474" y="34007"/>
                      <a:pt x="1109" y="14221"/>
                      <a:pt x="4065" y="6175"/>
                    </a:cubicBezTo>
                    <a:cubicBezTo>
                      <a:pt x="4968" y="3630"/>
                      <a:pt x="6938" y="1660"/>
                      <a:pt x="9402" y="674"/>
                    </a:cubicBezTo>
                    <a:cubicBezTo>
                      <a:pt x="11864" y="-311"/>
                      <a:pt x="14655" y="-229"/>
                      <a:pt x="17119" y="1003"/>
                    </a:cubicBezTo>
                    <a:lnTo>
                      <a:pt x="56199" y="20296"/>
                    </a:lnTo>
                    <a:cubicBezTo>
                      <a:pt x="59319" y="21856"/>
                      <a:pt x="61371" y="24976"/>
                      <a:pt x="61454" y="28507"/>
                    </a:cubicBezTo>
                    <a:cubicBezTo>
                      <a:pt x="61536" y="32037"/>
                      <a:pt x="59729" y="35239"/>
                      <a:pt x="56610" y="36963"/>
                    </a:cubicBezTo>
                    <a:cubicBezTo>
                      <a:pt x="41338" y="45501"/>
                      <a:pt x="29105" y="49771"/>
                      <a:pt x="19910" y="49771"/>
                    </a:cubicBezTo>
                    <a:close/>
                    <a:moveTo>
                      <a:pt x="19500" y="31052"/>
                    </a:moveTo>
                    <a:cubicBezTo>
                      <a:pt x="21306" y="31298"/>
                      <a:pt x="25082" y="30477"/>
                      <a:pt x="30255" y="28589"/>
                    </a:cubicBezTo>
                    <a:lnTo>
                      <a:pt x="19171" y="23088"/>
                    </a:lnTo>
                    <a:cubicBezTo>
                      <a:pt x="18678" y="26864"/>
                      <a:pt x="18843" y="29738"/>
                      <a:pt x="19500" y="310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1998;p47">
                <a:extLst>
                  <a:ext uri="{FF2B5EF4-FFF2-40B4-BE49-F238E27FC236}">
                    <a16:creationId xmlns:a16="http://schemas.microsoft.com/office/drawing/2014/main" id="{51A9BD78-6894-3799-CADA-C9E6AD5E355D}"/>
                  </a:ext>
                </a:extLst>
              </p:cNvPr>
              <p:cNvSpPr/>
              <p:nvPr/>
            </p:nvSpPr>
            <p:spPr>
              <a:xfrm>
                <a:off x="-2748135" y="-3398614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20045" y="50613"/>
                    </a:moveTo>
                    <a:cubicBezTo>
                      <a:pt x="14790" y="50613"/>
                      <a:pt x="10029" y="49217"/>
                      <a:pt x="6498" y="45687"/>
                    </a:cubicBezTo>
                    <a:cubicBezTo>
                      <a:pt x="-5653" y="33536"/>
                      <a:pt x="2640" y="10465"/>
                      <a:pt x="4363" y="5950"/>
                    </a:cubicBezTo>
                    <a:cubicBezTo>
                      <a:pt x="5349" y="3487"/>
                      <a:pt x="7320" y="1516"/>
                      <a:pt x="9782" y="613"/>
                    </a:cubicBezTo>
                    <a:cubicBezTo>
                      <a:pt x="12246" y="-290"/>
                      <a:pt x="14955" y="-208"/>
                      <a:pt x="17336" y="942"/>
                    </a:cubicBezTo>
                    <a:lnTo>
                      <a:pt x="57073" y="20564"/>
                    </a:lnTo>
                    <a:cubicBezTo>
                      <a:pt x="60192" y="22124"/>
                      <a:pt x="62163" y="25243"/>
                      <a:pt x="62327" y="28692"/>
                    </a:cubicBezTo>
                    <a:cubicBezTo>
                      <a:pt x="62492" y="32140"/>
                      <a:pt x="60686" y="35424"/>
                      <a:pt x="57647" y="37148"/>
                    </a:cubicBezTo>
                    <a:cubicBezTo>
                      <a:pt x="47795" y="42977"/>
                      <a:pt x="32442" y="50613"/>
                      <a:pt x="20045" y="50613"/>
                    </a:cubicBezTo>
                    <a:close/>
                    <a:moveTo>
                      <a:pt x="19471" y="31812"/>
                    </a:moveTo>
                    <a:cubicBezTo>
                      <a:pt x="21605" y="32058"/>
                      <a:pt x="26120" y="30908"/>
                      <a:pt x="31375" y="28938"/>
                    </a:cubicBezTo>
                    <a:lnTo>
                      <a:pt x="19306" y="22945"/>
                    </a:lnTo>
                    <a:cubicBezTo>
                      <a:pt x="18731" y="26886"/>
                      <a:pt x="18731" y="30252"/>
                      <a:pt x="19553" y="31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1999;p47">
                <a:extLst>
                  <a:ext uri="{FF2B5EF4-FFF2-40B4-BE49-F238E27FC236}">
                    <a16:creationId xmlns:a16="http://schemas.microsoft.com/office/drawing/2014/main" id="{D44B4183-9D6F-7DA5-9DC9-679E20E8BF68}"/>
                  </a:ext>
                </a:extLst>
              </p:cNvPr>
              <p:cNvSpPr/>
              <p:nvPr/>
            </p:nvSpPr>
            <p:spPr>
              <a:xfrm>
                <a:off x="-2869886" y="-3458937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19959" y="49771"/>
                    </a:moveTo>
                    <a:cubicBezTo>
                      <a:pt x="14293" y="49771"/>
                      <a:pt x="9778" y="48129"/>
                      <a:pt x="6494" y="44845"/>
                    </a:cubicBezTo>
                    <a:cubicBezTo>
                      <a:pt x="-4425" y="33925"/>
                      <a:pt x="1075" y="14139"/>
                      <a:pt x="4031" y="6175"/>
                    </a:cubicBezTo>
                    <a:cubicBezTo>
                      <a:pt x="4934" y="3630"/>
                      <a:pt x="6905" y="1659"/>
                      <a:pt x="9368" y="674"/>
                    </a:cubicBezTo>
                    <a:cubicBezTo>
                      <a:pt x="11831" y="-311"/>
                      <a:pt x="14622" y="-229"/>
                      <a:pt x="17086" y="1003"/>
                    </a:cubicBezTo>
                    <a:lnTo>
                      <a:pt x="56166" y="20296"/>
                    </a:lnTo>
                    <a:cubicBezTo>
                      <a:pt x="59286" y="21856"/>
                      <a:pt x="61338" y="24976"/>
                      <a:pt x="61419" y="28507"/>
                    </a:cubicBezTo>
                    <a:cubicBezTo>
                      <a:pt x="61501" y="32037"/>
                      <a:pt x="59695" y="35239"/>
                      <a:pt x="56576" y="36963"/>
                    </a:cubicBezTo>
                    <a:cubicBezTo>
                      <a:pt x="41387" y="45501"/>
                      <a:pt x="29154" y="49771"/>
                      <a:pt x="19959" y="49771"/>
                    </a:cubicBezTo>
                    <a:close/>
                    <a:moveTo>
                      <a:pt x="19466" y="30969"/>
                    </a:moveTo>
                    <a:cubicBezTo>
                      <a:pt x="21191" y="31134"/>
                      <a:pt x="25049" y="30395"/>
                      <a:pt x="30222" y="28507"/>
                    </a:cubicBezTo>
                    <a:lnTo>
                      <a:pt x="19138" y="23006"/>
                    </a:lnTo>
                    <a:cubicBezTo>
                      <a:pt x="18645" y="26782"/>
                      <a:pt x="18809" y="29574"/>
                      <a:pt x="19466" y="309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2000;p47">
                <a:extLst>
                  <a:ext uri="{FF2B5EF4-FFF2-40B4-BE49-F238E27FC236}">
                    <a16:creationId xmlns:a16="http://schemas.microsoft.com/office/drawing/2014/main" id="{4FDB7FB1-9B52-D2F7-128B-A320D8B9CC02}"/>
                  </a:ext>
                </a:extLst>
              </p:cNvPr>
              <p:cNvSpPr/>
              <p:nvPr/>
            </p:nvSpPr>
            <p:spPr>
              <a:xfrm>
                <a:off x="-2986914" y="-3516593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20075" y="50613"/>
                    </a:moveTo>
                    <a:cubicBezTo>
                      <a:pt x="14738" y="50613"/>
                      <a:pt x="10059" y="49217"/>
                      <a:pt x="6528" y="45687"/>
                    </a:cubicBezTo>
                    <a:cubicBezTo>
                      <a:pt x="-5705" y="33454"/>
                      <a:pt x="2669" y="10465"/>
                      <a:pt x="4475" y="5950"/>
                    </a:cubicBezTo>
                    <a:cubicBezTo>
                      <a:pt x="5461" y="3487"/>
                      <a:pt x="7431" y="1598"/>
                      <a:pt x="9894" y="613"/>
                    </a:cubicBezTo>
                    <a:cubicBezTo>
                      <a:pt x="12357" y="-290"/>
                      <a:pt x="15067" y="-208"/>
                      <a:pt x="17447" y="942"/>
                    </a:cubicBezTo>
                    <a:lnTo>
                      <a:pt x="57102" y="20564"/>
                    </a:lnTo>
                    <a:cubicBezTo>
                      <a:pt x="60222" y="22124"/>
                      <a:pt x="62193" y="25243"/>
                      <a:pt x="62357" y="28692"/>
                    </a:cubicBezTo>
                    <a:cubicBezTo>
                      <a:pt x="62520" y="32140"/>
                      <a:pt x="60714" y="35424"/>
                      <a:pt x="57677" y="37148"/>
                    </a:cubicBezTo>
                    <a:cubicBezTo>
                      <a:pt x="47825" y="42977"/>
                      <a:pt x="32472" y="50613"/>
                      <a:pt x="20157" y="50613"/>
                    </a:cubicBezTo>
                    <a:close/>
                    <a:moveTo>
                      <a:pt x="19500" y="31812"/>
                    </a:moveTo>
                    <a:cubicBezTo>
                      <a:pt x="21716" y="31976"/>
                      <a:pt x="26150" y="30908"/>
                      <a:pt x="31323" y="28938"/>
                    </a:cubicBezTo>
                    <a:lnTo>
                      <a:pt x="19254" y="22945"/>
                    </a:lnTo>
                    <a:cubicBezTo>
                      <a:pt x="18679" y="26886"/>
                      <a:pt x="18679" y="30252"/>
                      <a:pt x="19500" y="31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8" name="Google Shape;2001;p47">
              <a:extLst>
                <a:ext uri="{FF2B5EF4-FFF2-40B4-BE49-F238E27FC236}">
                  <a16:creationId xmlns:a16="http://schemas.microsoft.com/office/drawing/2014/main" id="{72ED41FD-BC5F-D599-A222-FD9EA1E8902A}"/>
                </a:ext>
              </a:extLst>
            </p:cNvPr>
            <p:cNvSpPr/>
            <p:nvPr/>
          </p:nvSpPr>
          <p:spPr>
            <a:xfrm>
              <a:off x="-10444300" y="-7893449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2002;p47">
              <a:extLst>
                <a:ext uri="{FF2B5EF4-FFF2-40B4-BE49-F238E27FC236}">
                  <a16:creationId xmlns:a16="http://schemas.microsoft.com/office/drawing/2014/main" id="{27F56BBA-B9ED-1642-4333-D5C1F52FC349}"/>
                </a:ext>
              </a:extLst>
            </p:cNvPr>
            <p:cNvSpPr/>
            <p:nvPr/>
          </p:nvSpPr>
          <p:spPr>
            <a:xfrm>
              <a:off x="-9950512" y="-7399062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2003;p47">
              <a:extLst>
                <a:ext uri="{FF2B5EF4-FFF2-40B4-BE49-F238E27FC236}">
                  <a16:creationId xmlns:a16="http://schemas.microsoft.com/office/drawing/2014/main" id="{6FFB2622-A438-11BA-8196-F3DE4D6F2216}"/>
                </a:ext>
              </a:extLst>
            </p:cNvPr>
            <p:cNvSpPr/>
            <p:nvPr/>
          </p:nvSpPr>
          <p:spPr>
            <a:xfrm>
              <a:off x="-9890375" y="-7118912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61CF497E-FB09-B2DD-F5C2-6F2CBFFA12F5}"/>
              </a:ext>
            </a:extLst>
          </p:cNvPr>
          <p:cNvGrpSpPr/>
          <p:nvPr/>
        </p:nvGrpSpPr>
        <p:grpSpPr>
          <a:xfrm>
            <a:off x="18792884" y="1602365"/>
            <a:ext cx="5587097" cy="3491839"/>
            <a:chOff x="13615302" y="1670938"/>
            <a:chExt cx="5587097" cy="3491839"/>
          </a:xfrm>
        </p:grpSpPr>
        <p:sp>
          <p:nvSpPr>
            <p:cNvPr id="329" name="Rectangle: Rounded Corners 328">
              <a:extLst>
                <a:ext uri="{FF2B5EF4-FFF2-40B4-BE49-F238E27FC236}">
                  <a16:creationId xmlns:a16="http://schemas.microsoft.com/office/drawing/2014/main" id="{40169774-DB0E-3DCB-E77D-095D878B6B55}"/>
                </a:ext>
              </a:extLst>
            </p:cNvPr>
            <p:cNvSpPr/>
            <p:nvPr/>
          </p:nvSpPr>
          <p:spPr>
            <a:xfrm>
              <a:off x="13615302" y="16709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F7F9AD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1AC3B7DB-5244-A080-6690-E77FD5E8CD73}"/>
                </a:ext>
              </a:extLst>
            </p:cNvPr>
            <p:cNvSpPr txBox="1"/>
            <p:nvPr/>
          </p:nvSpPr>
          <p:spPr>
            <a:xfrm>
              <a:off x="13972053" y="2939247"/>
              <a:ext cx="4994579" cy="1813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1429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Струва много пари</a:t>
              </a:r>
            </a:p>
            <a:p>
              <a:pPr marL="342900" indent="-342900">
                <a:lnSpc>
                  <a:spcPct val="131429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Допринася за глобалното затопляне</a:t>
              </a:r>
            </a:p>
            <a:p>
              <a:pPr marL="342900" indent="-342900">
                <a:lnSpc>
                  <a:spcPct val="131429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Струпват се огромно количество от хора  по известните забележителностите</a:t>
              </a:r>
              <a:endParaRPr lang="en-US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EEA6FE3D-28B3-D0FF-BAD7-29431927615D}"/>
                </a:ext>
              </a:extLst>
            </p:cNvPr>
            <p:cNvSpPr txBox="1"/>
            <p:nvPr/>
          </p:nvSpPr>
          <p:spPr>
            <a:xfrm>
              <a:off x="14416972" y="1828519"/>
              <a:ext cx="3983755" cy="1071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Пътуването между големи растояния:</a:t>
              </a:r>
            </a:p>
          </p:txBody>
        </p:sp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CE40AA2D-FDBC-1898-4EDC-E643DBDE6078}"/>
              </a:ext>
            </a:extLst>
          </p:cNvPr>
          <p:cNvGrpSpPr/>
          <p:nvPr/>
        </p:nvGrpSpPr>
        <p:grpSpPr>
          <a:xfrm>
            <a:off x="18038544" y="1466963"/>
            <a:ext cx="5587097" cy="3491839"/>
            <a:chOff x="6249240" y="1683080"/>
            <a:chExt cx="5587097" cy="3491839"/>
          </a:xfrm>
        </p:grpSpPr>
        <p:sp>
          <p:nvSpPr>
            <p:cNvPr id="334" name="Rectangle: Rounded Corners 333">
              <a:extLst>
                <a:ext uri="{FF2B5EF4-FFF2-40B4-BE49-F238E27FC236}">
                  <a16:creationId xmlns:a16="http://schemas.microsoft.com/office/drawing/2014/main" id="{800BD544-EDB3-7346-5914-0FD0619C5E2A}"/>
                </a:ext>
              </a:extLst>
            </p:cNvPr>
            <p:cNvSpPr/>
            <p:nvPr/>
          </p:nvSpPr>
          <p:spPr>
            <a:xfrm>
              <a:off x="6249240" y="1683080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FFFFC3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D1EA8CAB-571F-F808-F562-F340AD0C9609}"/>
                </a:ext>
              </a:extLst>
            </p:cNvPr>
            <p:cNvSpPr txBox="1"/>
            <p:nvPr/>
          </p:nvSpPr>
          <p:spPr>
            <a:xfrm>
              <a:off x="7326882" y="2005164"/>
              <a:ext cx="3431812" cy="592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2143"/>
                </a:lnSpc>
              </a:pPr>
              <a:r>
                <a:rPr lang="en-US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Website </a:t>
              </a:r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който помага с:</a:t>
              </a: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F39836A0-1F3C-02CB-3ED1-F7A890CC107E}"/>
                </a:ext>
              </a:extLst>
            </p:cNvPr>
            <p:cNvSpPr txBox="1"/>
            <p:nvPr/>
          </p:nvSpPr>
          <p:spPr>
            <a:xfrm>
              <a:off x="6603876" y="2707652"/>
              <a:ext cx="5088296" cy="19151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39167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Развномерно разпределяне на трафика</a:t>
              </a:r>
            </a:p>
            <a:p>
              <a:pPr marL="342900" indent="-342900">
                <a:lnSpc>
                  <a:spcPct val="139167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Откриване на нови дестинации</a:t>
              </a:r>
            </a:p>
            <a:p>
              <a:pPr marL="342900" indent="-342900">
                <a:lnSpc>
                  <a:spcPct val="139167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Подобряване на икономиката в </a:t>
              </a:r>
            </a:p>
            <a:p>
              <a:pPr>
                <a:lnSpc>
                  <a:spcPct val="139167"/>
                </a:lnSpc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       по-малко населени места</a:t>
              </a:r>
            </a:p>
          </p:txBody>
        </p:sp>
      </p:grpSp>
      <p:pic>
        <p:nvPicPr>
          <p:cNvPr id="337" name="Picture 336">
            <a:extLst>
              <a:ext uri="{FF2B5EF4-FFF2-40B4-BE49-F238E27FC236}">
                <a16:creationId xmlns:a16="http://schemas.microsoft.com/office/drawing/2014/main" id="{5F6CAF03-1C1E-03F4-0C8E-606E88799CE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452" y="-2895395"/>
            <a:ext cx="1914525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90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4093F-56D5-9F45-F655-C240871D0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DB0FFF-370F-2E96-84E4-446EC10A0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24283"/>
            <a:ext cx="12235169" cy="6882283"/>
          </a:xfrm>
          <a:prstGeom prst="rect">
            <a:avLst/>
          </a:prstGeom>
        </p:spPr>
      </p:pic>
      <p:sp>
        <p:nvSpPr>
          <p:cNvPr id="1026" name="Rectangle 1025">
            <a:extLst>
              <a:ext uri="{FF2B5EF4-FFF2-40B4-BE49-F238E27FC236}">
                <a16:creationId xmlns:a16="http://schemas.microsoft.com/office/drawing/2014/main" id="{6C77A5C0-2EC9-C743-3A3D-A90F71C4FE44}"/>
              </a:ext>
            </a:extLst>
          </p:cNvPr>
          <p:cNvSpPr/>
          <p:nvPr/>
        </p:nvSpPr>
        <p:spPr>
          <a:xfrm>
            <a:off x="10293561" y="-24283"/>
            <a:ext cx="1956199" cy="166271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CF804FB4-ABB7-DD8F-82B7-49B080FCD4C2}"/>
              </a:ext>
            </a:extLst>
          </p:cNvPr>
          <p:cNvSpPr/>
          <p:nvPr/>
        </p:nvSpPr>
        <p:spPr>
          <a:xfrm rot="5400000">
            <a:off x="155643" y="2928026"/>
            <a:ext cx="719846" cy="100194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86C9A94-1CB7-A875-D0A0-F33DE9DA5E48}"/>
              </a:ext>
            </a:extLst>
          </p:cNvPr>
          <p:cNvGrpSpPr/>
          <p:nvPr/>
        </p:nvGrpSpPr>
        <p:grpSpPr>
          <a:xfrm>
            <a:off x="22787521" y="2320990"/>
            <a:ext cx="5587097" cy="4639273"/>
            <a:chOff x="5875982" y="1670938"/>
            <a:chExt cx="5587097" cy="463927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3B2B41B-3970-F934-34DE-09BB776F6C88}"/>
                </a:ext>
              </a:extLst>
            </p:cNvPr>
            <p:cNvGrpSpPr/>
            <p:nvPr/>
          </p:nvGrpSpPr>
          <p:grpSpPr>
            <a:xfrm>
              <a:off x="5875982" y="1670938"/>
              <a:ext cx="5587097" cy="4639273"/>
              <a:chOff x="6200962" y="1810238"/>
              <a:chExt cx="5587097" cy="4639273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988AAFC0-5DCE-BCF6-95FD-F7AFDFD32A8E}"/>
                  </a:ext>
                </a:extLst>
              </p:cNvPr>
              <p:cNvSpPr/>
              <p:nvPr/>
            </p:nvSpPr>
            <p:spPr>
              <a:xfrm>
                <a:off x="6200962" y="1810238"/>
                <a:ext cx="5587097" cy="3491839"/>
              </a:xfrm>
              <a:prstGeom prst="roundRect">
                <a:avLst>
                  <a:gd name="adj" fmla="val 18328"/>
                </a:avLst>
              </a:prstGeom>
              <a:solidFill>
                <a:srgbClr val="AEF8CF">
                  <a:alpha val="50000"/>
                </a:srgbClr>
              </a:solidFill>
              <a:ln>
                <a:gradFill>
                  <a:gsLst>
                    <a:gs pos="35000">
                      <a:schemeClr val="accent3">
                        <a:lumMod val="40000"/>
                        <a:lumOff val="60000"/>
                      </a:schemeClr>
                    </a:gs>
                    <a:gs pos="10000">
                      <a:schemeClr val="accent6">
                        <a:lumMod val="20000"/>
                        <a:lumOff val="80000"/>
                      </a:schemeClr>
                    </a:gs>
                    <a:gs pos="66000">
                      <a:schemeClr val="accent6">
                        <a:lumMod val="60000"/>
                        <a:lumOff val="40000"/>
                      </a:schemeClr>
                    </a:gs>
                    <a:gs pos="89000">
                      <a:schemeClr val="accent3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233C750-AC2F-CC89-868F-5D29144D75AB}"/>
                  </a:ext>
                </a:extLst>
              </p:cNvPr>
              <p:cNvSpPr txBox="1"/>
              <p:nvPr/>
            </p:nvSpPr>
            <p:spPr>
              <a:xfrm>
                <a:off x="7682861" y="2027719"/>
                <a:ext cx="31065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         CopyCity</a:t>
                </a:r>
                <a:endParaRPr lang="en-US" sz="28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F93BE37-C014-5F44-D608-8339E8517333}"/>
                  </a:ext>
                </a:extLst>
              </p:cNvPr>
              <p:cNvSpPr txBox="1"/>
              <p:nvPr/>
            </p:nvSpPr>
            <p:spPr>
              <a:xfrm>
                <a:off x="6625195" y="2666937"/>
                <a:ext cx="4994579" cy="3782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Проекта помага с: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Развномерно разпределяне на трафика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Откриване на нови дестинации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Подобряване на икономиката в </a:t>
                </a:r>
              </a:p>
              <a:p>
                <a:pPr>
                  <a:lnSpc>
                    <a:spcPct val="115000"/>
                  </a:lnSpc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       по-малко населени места</a:t>
                </a:r>
              </a:p>
              <a:p>
                <a:pPr>
                  <a:lnSpc>
                    <a:spcPct val="115000"/>
                  </a:lnSpc>
                </a:pPr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p:grp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21B26D4-BE1E-6723-830E-27E9C104F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4030" y="1866278"/>
              <a:ext cx="812700" cy="868748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631FFA9-0824-0B4B-8899-3D9BF7FAE2A0}"/>
              </a:ext>
            </a:extLst>
          </p:cNvPr>
          <p:cNvSpPr txBox="1"/>
          <p:nvPr/>
        </p:nvSpPr>
        <p:spPr>
          <a:xfrm>
            <a:off x="14147" y="2113994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5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IDEA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E11AD3-A369-1C2B-D333-4AB29F3EBAFA}"/>
              </a:ext>
            </a:extLst>
          </p:cNvPr>
          <p:cNvSpPr txBox="1"/>
          <p:nvPr/>
        </p:nvSpPr>
        <p:spPr>
          <a:xfrm>
            <a:off x="-22032" y="1144171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E8B18B-99FA-03C8-9CA4-67DF69F98C0B}"/>
              </a:ext>
            </a:extLst>
          </p:cNvPr>
          <p:cNvSpPr txBox="1"/>
          <p:nvPr/>
        </p:nvSpPr>
        <p:spPr>
          <a:xfrm>
            <a:off x="14147" y="4041056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5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EXECUTION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598A24-04C2-B323-01F9-CE7DF0D16623}"/>
              </a:ext>
            </a:extLst>
          </p:cNvPr>
          <p:cNvSpPr txBox="1"/>
          <p:nvPr/>
        </p:nvSpPr>
        <p:spPr>
          <a:xfrm>
            <a:off x="14147" y="6138197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EXPRIRIENCE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86E79C-4ACE-9078-8227-B115864C6E53}"/>
              </a:ext>
            </a:extLst>
          </p:cNvPr>
          <p:cNvSpPr txBox="1"/>
          <p:nvPr/>
        </p:nvSpPr>
        <p:spPr>
          <a:xfrm>
            <a:off x="14147" y="5187578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DEMO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A64DA2-9E7C-B296-8432-755081143EFB}"/>
              </a:ext>
            </a:extLst>
          </p:cNvPr>
          <p:cNvSpPr txBox="1"/>
          <p:nvPr/>
        </p:nvSpPr>
        <p:spPr>
          <a:xfrm>
            <a:off x="977411" y="3050876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SOLUTION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DF1209-DC98-E5C9-F4A5-704E44A7EFAD}"/>
              </a:ext>
            </a:extLst>
          </p:cNvPr>
          <p:cNvSpPr txBox="1"/>
          <p:nvPr/>
        </p:nvSpPr>
        <p:spPr>
          <a:xfrm>
            <a:off x="10403840" y="436880"/>
            <a:ext cx="10566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DAY 2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7705A8E-8482-BB3F-D3EF-D5A5CCD178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201" y="2256084"/>
            <a:ext cx="775719" cy="829217"/>
          </a:xfrm>
          <a:prstGeom prst="rect">
            <a:avLst/>
          </a:prstGeom>
        </p:spPr>
      </p:pic>
      <p:pic>
        <p:nvPicPr>
          <p:cNvPr id="1110" name="Picture 1109">
            <a:extLst>
              <a:ext uri="{FF2B5EF4-FFF2-40B4-BE49-F238E27FC236}">
                <a16:creationId xmlns:a16="http://schemas.microsoft.com/office/drawing/2014/main" id="{9517C7CC-39EE-5032-9261-DC7086E7C3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927" y="6953574"/>
            <a:ext cx="1565149" cy="1683405"/>
          </a:xfrm>
          <a:prstGeom prst="rect">
            <a:avLst/>
          </a:prstGeom>
        </p:spPr>
      </p:pic>
      <p:grpSp>
        <p:nvGrpSpPr>
          <p:cNvPr id="1118" name="Group 1117">
            <a:extLst>
              <a:ext uri="{FF2B5EF4-FFF2-40B4-BE49-F238E27FC236}">
                <a16:creationId xmlns:a16="http://schemas.microsoft.com/office/drawing/2014/main" id="{8C875F4F-FD09-25DD-F792-522AC24A70D8}"/>
              </a:ext>
            </a:extLst>
          </p:cNvPr>
          <p:cNvGrpSpPr/>
          <p:nvPr/>
        </p:nvGrpSpPr>
        <p:grpSpPr>
          <a:xfrm>
            <a:off x="20793557" y="1568761"/>
            <a:ext cx="5587097" cy="3491839"/>
            <a:chOff x="13615302" y="1670938"/>
            <a:chExt cx="5587097" cy="3491839"/>
          </a:xfrm>
        </p:grpSpPr>
        <p:sp>
          <p:nvSpPr>
            <p:cNvPr id="1119" name="Rectangle: Rounded Corners 1118">
              <a:extLst>
                <a:ext uri="{FF2B5EF4-FFF2-40B4-BE49-F238E27FC236}">
                  <a16:creationId xmlns:a16="http://schemas.microsoft.com/office/drawing/2014/main" id="{F9E948B4-38C3-BBF5-50E9-178C3A8B26DB}"/>
                </a:ext>
              </a:extLst>
            </p:cNvPr>
            <p:cNvSpPr/>
            <p:nvPr/>
          </p:nvSpPr>
          <p:spPr>
            <a:xfrm>
              <a:off x="13615302" y="16709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AEF8CF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20" name="Picture 1119">
              <a:extLst>
                <a:ext uri="{FF2B5EF4-FFF2-40B4-BE49-F238E27FC236}">
                  <a16:creationId xmlns:a16="http://schemas.microsoft.com/office/drawing/2014/main" id="{5548B0D0-09A1-EBEA-1039-ADB1721AC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28608" y="1829616"/>
              <a:ext cx="812700" cy="868748"/>
            </a:xfrm>
            <a:prstGeom prst="rect">
              <a:avLst/>
            </a:prstGeom>
          </p:spPr>
        </p:pic>
        <p:sp>
          <p:nvSpPr>
            <p:cNvPr id="1121" name="TextBox 1120">
              <a:extLst>
                <a:ext uri="{FF2B5EF4-FFF2-40B4-BE49-F238E27FC236}">
                  <a16:creationId xmlns:a16="http://schemas.microsoft.com/office/drawing/2014/main" id="{A56F8242-C071-22EC-CAA8-F43A8582F476}"/>
                </a:ext>
              </a:extLst>
            </p:cNvPr>
            <p:cNvSpPr txBox="1"/>
            <p:nvPr/>
          </p:nvSpPr>
          <p:spPr>
            <a:xfrm>
              <a:off x="14012710" y="2725191"/>
              <a:ext cx="4994579" cy="1999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Frontend :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Прост </a:t>
              </a: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Wizard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и информационнна страницан с карта</a:t>
              </a:r>
            </a:p>
            <a:p>
              <a:pPr>
                <a:lnSpc>
                  <a:spcPct val="115000"/>
                </a:lnSpc>
              </a:pPr>
              <a:endParaRPr lang="bg-BG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Backend: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Връзка с </a:t>
              </a: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AI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, който препоръчва град, спрямо желанията на потребителя</a:t>
              </a:r>
              <a:endParaRPr lang="en-US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1122" name="TextBox 1121">
              <a:extLst>
                <a:ext uri="{FF2B5EF4-FFF2-40B4-BE49-F238E27FC236}">
                  <a16:creationId xmlns:a16="http://schemas.microsoft.com/office/drawing/2014/main" id="{AE8D899E-F3C2-1D66-9F75-75E531F0DB66}"/>
                </a:ext>
              </a:extLst>
            </p:cNvPr>
            <p:cNvSpPr txBox="1"/>
            <p:nvPr/>
          </p:nvSpPr>
          <p:spPr>
            <a:xfrm>
              <a:off x="14762710" y="2026900"/>
              <a:ext cx="33513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Как го реализирахме?</a:t>
              </a:r>
              <a:endPara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pic>
        <p:nvPicPr>
          <p:cNvPr id="1129" name="Picture 1128">
            <a:extLst>
              <a:ext uri="{FF2B5EF4-FFF2-40B4-BE49-F238E27FC236}">
                <a16:creationId xmlns:a16="http://schemas.microsoft.com/office/drawing/2014/main" id="{7CA8C80B-C27A-85AE-2E1C-50E14F7D00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54000" y1="56548" x2="54000" y2="56548"/>
                        <a14:foregroundMark x1="30667" y1="44643" x2="59667" y2="46429"/>
                        <a14:foregroundMark x1="59667" y1="46429" x2="61667" y2="315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65068">
            <a:off x="2252056" y="-5910140"/>
            <a:ext cx="2292599" cy="1283856"/>
          </a:xfrm>
          <a:prstGeom prst="rect">
            <a:avLst/>
          </a:prstGeom>
        </p:spPr>
      </p:pic>
      <p:pic>
        <p:nvPicPr>
          <p:cNvPr id="1130" name="Picture 1129">
            <a:extLst>
              <a:ext uri="{FF2B5EF4-FFF2-40B4-BE49-F238E27FC236}">
                <a16:creationId xmlns:a16="http://schemas.microsoft.com/office/drawing/2014/main" id="{4C058E63-D173-8748-7E9D-CF94C4A91F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530" y="-6579515"/>
            <a:ext cx="1349803" cy="1349803"/>
          </a:xfrm>
          <a:prstGeom prst="rect">
            <a:avLst/>
          </a:prstGeom>
        </p:spPr>
      </p:pic>
      <p:pic>
        <p:nvPicPr>
          <p:cNvPr id="1131" name="Picture 1130">
            <a:extLst>
              <a:ext uri="{FF2B5EF4-FFF2-40B4-BE49-F238E27FC236}">
                <a16:creationId xmlns:a16="http://schemas.microsoft.com/office/drawing/2014/main" id="{9242AC3D-CF25-1F16-8368-9E318372D3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6588">
            <a:off x="10107178" y="-5253903"/>
            <a:ext cx="1591487" cy="994679"/>
          </a:xfrm>
          <a:prstGeom prst="rect">
            <a:avLst/>
          </a:prstGeom>
        </p:spPr>
      </p:pic>
      <p:pic>
        <p:nvPicPr>
          <p:cNvPr id="1132" name="Picture 1131">
            <a:extLst>
              <a:ext uri="{FF2B5EF4-FFF2-40B4-BE49-F238E27FC236}">
                <a16:creationId xmlns:a16="http://schemas.microsoft.com/office/drawing/2014/main" id="{EF432F66-922F-07C4-4540-0967F4259D5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13408">
            <a:off x="10048587" y="12215921"/>
            <a:ext cx="1259401" cy="1259401"/>
          </a:xfrm>
          <a:prstGeom prst="rect">
            <a:avLst/>
          </a:prstGeom>
        </p:spPr>
      </p:pic>
      <p:pic>
        <p:nvPicPr>
          <p:cNvPr id="1133" name="Picture 4" descr="Ollama Logo PNG HD Download With Transparent Background | PNGHDPro">
            <a:extLst>
              <a:ext uri="{FF2B5EF4-FFF2-40B4-BE49-F238E27FC236}">
                <a16:creationId xmlns:a16="http://schemas.microsoft.com/office/drawing/2014/main" id="{1CDEE559-DD3A-B9E3-F330-8684A278A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2442">
            <a:off x="2429745" y="10485944"/>
            <a:ext cx="3276470" cy="327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93" name="Google Shape;1946;p47">
            <a:extLst>
              <a:ext uri="{FF2B5EF4-FFF2-40B4-BE49-F238E27FC236}">
                <a16:creationId xmlns:a16="http://schemas.microsoft.com/office/drawing/2014/main" id="{4CEF6627-47F8-E142-E3DC-731443F39F4B}"/>
              </a:ext>
            </a:extLst>
          </p:cNvPr>
          <p:cNvGrpSpPr/>
          <p:nvPr/>
        </p:nvGrpSpPr>
        <p:grpSpPr>
          <a:xfrm rot="2788266">
            <a:off x="4100573" y="107234"/>
            <a:ext cx="1927300" cy="2119534"/>
            <a:chOff x="-11234829" y="-8025664"/>
            <a:chExt cx="1455271" cy="1453123"/>
          </a:xfrm>
        </p:grpSpPr>
        <p:sp>
          <p:nvSpPr>
            <p:cNvPr id="1194" name="Google Shape;1947;p47">
              <a:extLst>
                <a:ext uri="{FF2B5EF4-FFF2-40B4-BE49-F238E27FC236}">
                  <a16:creationId xmlns:a16="http://schemas.microsoft.com/office/drawing/2014/main" id="{E5C51992-98D7-C2DC-68ED-86A7E8E3E51E}"/>
                </a:ext>
              </a:extLst>
            </p:cNvPr>
            <p:cNvSpPr/>
            <p:nvPr/>
          </p:nvSpPr>
          <p:spPr>
            <a:xfrm>
              <a:off x="-10936135" y="-8016134"/>
              <a:ext cx="1149414" cy="1149414"/>
            </a:xfrm>
            <a:custGeom>
              <a:avLst/>
              <a:gdLst/>
              <a:ahLst/>
              <a:cxnLst/>
              <a:rect l="l" t="t" r="r" b="b"/>
              <a:pathLst>
                <a:path w="1149414" h="1149414" extrusionOk="0">
                  <a:moveTo>
                    <a:pt x="662390" y="296250"/>
                  </a:moveTo>
                  <a:lnTo>
                    <a:pt x="732258" y="229091"/>
                  </a:lnTo>
                  <a:lnTo>
                    <a:pt x="885624" y="81884"/>
                  </a:lnTo>
                  <a:cubicBezTo>
                    <a:pt x="910254" y="58157"/>
                    <a:pt x="938250" y="38124"/>
                    <a:pt x="969202" y="23510"/>
                  </a:cubicBezTo>
                  <a:cubicBezTo>
                    <a:pt x="1076098" y="-26982"/>
                    <a:pt x="1131187" y="19569"/>
                    <a:pt x="1131187" y="19569"/>
                  </a:cubicBezTo>
                  <a:cubicBezTo>
                    <a:pt x="1131187" y="19569"/>
                    <a:pt x="1177739" y="74577"/>
                    <a:pt x="1127329" y="181473"/>
                  </a:cubicBezTo>
                  <a:cubicBezTo>
                    <a:pt x="1112714" y="212425"/>
                    <a:pt x="1092600" y="240421"/>
                    <a:pt x="1068873" y="265133"/>
                  </a:cubicBezTo>
                  <a:lnTo>
                    <a:pt x="921665" y="418498"/>
                  </a:lnTo>
                  <a:lnTo>
                    <a:pt x="854507" y="488366"/>
                  </a:lnTo>
                  <a:lnTo>
                    <a:pt x="629140" y="723093"/>
                  </a:lnTo>
                  <a:lnTo>
                    <a:pt x="596381" y="757165"/>
                  </a:lnTo>
                  <a:cubicBezTo>
                    <a:pt x="534969" y="821204"/>
                    <a:pt x="467647" y="879413"/>
                    <a:pt x="395398" y="931055"/>
                  </a:cubicBezTo>
                  <a:lnTo>
                    <a:pt x="300325" y="999034"/>
                  </a:lnTo>
                  <a:lnTo>
                    <a:pt x="242279" y="1040495"/>
                  </a:lnTo>
                  <a:lnTo>
                    <a:pt x="152790" y="1104452"/>
                  </a:lnTo>
                  <a:lnTo>
                    <a:pt x="88176" y="1150675"/>
                  </a:lnTo>
                  <a:lnTo>
                    <a:pt x="68472" y="1130971"/>
                  </a:lnTo>
                  <a:lnTo>
                    <a:pt x="66666" y="1128754"/>
                  </a:lnTo>
                  <a:lnTo>
                    <a:pt x="111493" y="1092712"/>
                  </a:lnTo>
                  <a:lnTo>
                    <a:pt x="116830" y="1033845"/>
                  </a:lnTo>
                  <a:lnTo>
                    <a:pt x="58045" y="1039182"/>
                  </a:lnTo>
                  <a:lnTo>
                    <a:pt x="21920" y="1084009"/>
                  </a:lnTo>
                  <a:lnTo>
                    <a:pt x="19703" y="1082203"/>
                  </a:lnTo>
                  <a:lnTo>
                    <a:pt x="0" y="1062498"/>
                  </a:lnTo>
                  <a:lnTo>
                    <a:pt x="46223" y="997803"/>
                  </a:lnTo>
                  <a:lnTo>
                    <a:pt x="110179" y="908313"/>
                  </a:lnTo>
                  <a:lnTo>
                    <a:pt x="151723" y="850267"/>
                  </a:lnTo>
                  <a:lnTo>
                    <a:pt x="219701" y="755194"/>
                  </a:lnTo>
                  <a:cubicBezTo>
                    <a:pt x="271343" y="683028"/>
                    <a:pt x="329553" y="615787"/>
                    <a:pt x="393592" y="554211"/>
                  </a:cubicBezTo>
                  <a:lnTo>
                    <a:pt x="427664" y="521453"/>
                  </a:lnTo>
                  <a:lnTo>
                    <a:pt x="662390" y="296085"/>
                  </a:lnTo>
                  <a:close/>
                  <a:moveTo>
                    <a:pt x="1057707" y="213903"/>
                  </a:moveTo>
                  <a:cubicBezTo>
                    <a:pt x="1072239" y="174576"/>
                    <a:pt x="1036771" y="113985"/>
                    <a:pt x="1036771" y="113985"/>
                  </a:cubicBezTo>
                  <a:cubicBezTo>
                    <a:pt x="1036771" y="113985"/>
                    <a:pt x="976180" y="78600"/>
                    <a:pt x="936937" y="93050"/>
                  </a:cubicBezTo>
                  <a:cubicBezTo>
                    <a:pt x="897610" y="107582"/>
                    <a:pt x="879219" y="128353"/>
                    <a:pt x="879219" y="128353"/>
                  </a:cubicBezTo>
                  <a:lnTo>
                    <a:pt x="890056" y="139191"/>
                  </a:lnTo>
                  <a:cubicBezTo>
                    <a:pt x="890056" y="139191"/>
                    <a:pt x="949415" y="91818"/>
                    <a:pt x="1004259" y="146580"/>
                  </a:cubicBezTo>
                  <a:cubicBezTo>
                    <a:pt x="1059021" y="201341"/>
                    <a:pt x="1011566" y="260782"/>
                    <a:pt x="1011566" y="260782"/>
                  </a:cubicBezTo>
                  <a:lnTo>
                    <a:pt x="1022403" y="271620"/>
                  </a:lnTo>
                  <a:cubicBezTo>
                    <a:pt x="1022403" y="271620"/>
                    <a:pt x="1043093" y="253229"/>
                    <a:pt x="1057625" y="2139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948;p47">
              <a:extLst>
                <a:ext uri="{FF2B5EF4-FFF2-40B4-BE49-F238E27FC236}">
                  <a16:creationId xmlns:a16="http://schemas.microsoft.com/office/drawing/2014/main" id="{CFDB5A4F-AD99-92D7-19F0-6BEFEF6DD733}"/>
                </a:ext>
              </a:extLst>
            </p:cNvPr>
            <p:cNvSpPr/>
            <p:nvPr/>
          </p:nvSpPr>
          <p:spPr>
            <a:xfrm>
              <a:off x="-9909253" y="-7138218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209" y="24814"/>
                  </a:moveTo>
                  <a:cubicBezTo>
                    <a:pt x="75652" y="45174"/>
                    <a:pt x="85340" y="68573"/>
                    <a:pt x="76883" y="77030"/>
                  </a:cubicBezTo>
                  <a:lnTo>
                    <a:pt x="75324" y="78261"/>
                  </a:lnTo>
                  <a:lnTo>
                    <a:pt x="75242" y="78261"/>
                  </a:lnTo>
                  <a:cubicBezTo>
                    <a:pt x="75242" y="78261"/>
                    <a:pt x="75242" y="78343"/>
                    <a:pt x="75242" y="78343"/>
                  </a:cubicBezTo>
                  <a:cubicBezTo>
                    <a:pt x="65635" y="84172"/>
                    <a:pt x="43879" y="74403"/>
                    <a:pt x="24749" y="55273"/>
                  </a:cubicBezTo>
                  <a:cubicBezTo>
                    <a:pt x="5045" y="35569"/>
                    <a:pt x="-4643" y="13073"/>
                    <a:pt x="2172" y="3960"/>
                  </a:cubicBezTo>
                  <a:lnTo>
                    <a:pt x="2336" y="3796"/>
                  </a:lnTo>
                  <a:lnTo>
                    <a:pt x="2664" y="3467"/>
                  </a:lnTo>
                  <a:lnTo>
                    <a:pt x="3075" y="3057"/>
                  </a:lnTo>
                  <a:cubicBezTo>
                    <a:pt x="11449" y="-5400"/>
                    <a:pt x="34848" y="4288"/>
                    <a:pt x="55291" y="24731"/>
                  </a:cubicBezTo>
                  <a:close/>
                  <a:moveTo>
                    <a:pt x="66046" y="67095"/>
                  </a:moveTo>
                  <a:cubicBezTo>
                    <a:pt x="69330" y="63729"/>
                    <a:pt x="60134" y="49198"/>
                    <a:pt x="45521" y="34501"/>
                  </a:cubicBezTo>
                  <a:cubicBezTo>
                    <a:pt x="30907" y="19805"/>
                    <a:pt x="16293" y="10610"/>
                    <a:pt x="12926" y="13976"/>
                  </a:cubicBezTo>
                  <a:cubicBezTo>
                    <a:pt x="9561" y="17342"/>
                    <a:pt x="18838" y="31792"/>
                    <a:pt x="33452" y="46570"/>
                  </a:cubicBezTo>
                  <a:cubicBezTo>
                    <a:pt x="48066" y="61184"/>
                    <a:pt x="62680" y="70462"/>
                    <a:pt x="66046" y="670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949;p47">
              <a:extLst>
                <a:ext uri="{FF2B5EF4-FFF2-40B4-BE49-F238E27FC236}">
                  <a16:creationId xmlns:a16="http://schemas.microsoft.com/office/drawing/2014/main" id="{77E54C6E-E810-C02E-4793-DFD76C6A3503}"/>
                </a:ext>
              </a:extLst>
            </p:cNvPr>
            <p:cNvSpPr/>
            <p:nvPr/>
          </p:nvSpPr>
          <p:spPr>
            <a:xfrm>
              <a:off x="-9962828" y="-7134176"/>
              <a:ext cx="123151" cy="139571"/>
            </a:xfrm>
            <a:custGeom>
              <a:avLst/>
              <a:gdLst/>
              <a:ahLst/>
              <a:cxnLst/>
              <a:rect l="l" t="t" r="r" b="b"/>
              <a:pathLst>
                <a:path w="123151" h="139571" extrusionOk="0">
                  <a:moveTo>
                    <a:pt x="128653" y="74383"/>
                  </a:moveTo>
                  <a:lnTo>
                    <a:pt x="54186" y="131936"/>
                  </a:lnTo>
                  <a:cubicBezTo>
                    <a:pt x="42364" y="141132"/>
                    <a:pt x="27094" y="144252"/>
                    <a:pt x="12726" y="140721"/>
                  </a:cubicBezTo>
                  <a:lnTo>
                    <a:pt x="0" y="72002"/>
                  </a:lnTo>
                  <a:lnTo>
                    <a:pt x="55583" y="0"/>
                  </a:lnTo>
                  <a:cubicBezTo>
                    <a:pt x="48769" y="9195"/>
                    <a:pt x="58456" y="31609"/>
                    <a:pt x="78160" y="51313"/>
                  </a:cubicBezTo>
                  <a:cubicBezTo>
                    <a:pt x="97207" y="70443"/>
                    <a:pt x="119046" y="80213"/>
                    <a:pt x="128653" y="743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950;p47">
              <a:extLst>
                <a:ext uri="{FF2B5EF4-FFF2-40B4-BE49-F238E27FC236}">
                  <a16:creationId xmlns:a16="http://schemas.microsoft.com/office/drawing/2014/main" id="{3212CEDB-85CA-45BE-EB91-C356B75F0FC1}"/>
                </a:ext>
              </a:extLst>
            </p:cNvPr>
            <p:cNvSpPr/>
            <p:nvPr/>
          </p:nvSpPr>
          <p:spPr>
            <a:xfrm>
              <a:off x="-10056834" y="-7926552"/>
              <a:ext cx="180622" cy="180622"/>
            </a:xfrm>
            <a:custGeom>
              <a:avLst/>
              <a:gdLst/>
              <a:ahLst/>
              <a:cxnLst/>
              <a:rect l="l" t="t" r="r" b="b"/>
              <a:pathLst>
                <a:path w="180622" h="180622" extrusionOk="0">
                  <a:moveTo>
                    <a:pt x="157469" y="24485"/>
                  </a:moveTo>
                  <a:cubicBezTo>
                    <a:pt x="157469" y="24485"/>
                    <a:pt x="192937" y="85076"/>
                    <a:pt x="178405" y="124402"/>
                  </a:cubicBezTo>
                  <a:cubicBezTo>
                    <a:pt x="163873" y="163728"/>
                    <a:pt x="143184" y="182037"/>
                    <a:pt x="143184" y="182037"/>
                  </a:cubicBezTo>
                  <a:lnTo>
                    <a:pt x="132347" y="171200"/>
                  </a:lnTo>
                  <a:cubicBezTo>
                    <a:pt x="132347" y="171200"/>
                    <a:pt x="179801" y="111759"/>
                    <a:pt x="125040" y="56997"/>
                  </a:cubicBezTo>
                  <a:cubicBezTo>
                    <a:pt x="70196" y="2236"/>
                    <a:pt x="10837" y="49608"/>
                    <a:pt x="10837" y="49608"/>
                  </a:cubicBezTo>
                  <a:lnTo>
                    <a:pt x="0" y="38771"/>
                  </a:lnTo>
                  <a:cubicBezTo>
                    <a:pt x="0" y="38771"/>
                    <a:pt x="18391" y="17999"/>
                    <a:pt x="57717" y="3467"/>
                  </a:cubicBezTo>
                  <a:cubicBezTo>
                    <a:pt x="97043" y="-10982"/>
                    <a:pt x="157551" y="24403"/>
                    <a:pt x="157551" y="244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951;p47">
              <a:extLst>
                <a:ext uri="{FF2B5EF4-FFF2-40B4-BE49-F238E27FC236}">
                  <a16:creationId xmlns:a16="http://schemas.microsoft.com/office/drawing/2014/main" id="{E794D227-8715-5215-BC4B-B969DE199A04}"/>
                </a:ext>
              </a:extLst>
            </p:cNvPr>
            <p:cNvSpPr/>
            <p:nvPr/>
          </p:nvSpPr>
          <p:spPr>
            <a:xfrm>
              <a:off x="-9968737" y="-7417608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251" y="24731"/>
                  </a:moveTo>
                  <a:cubicBezTo>
                    <a:pt x="75694" y="45174"/>
                    <a:pt x="85383" y="68573"/>
                    <a:pt x="76926" y="76948"/>
                  </a:cubicBezTo>
                  <a:lnTo>
                    <a:pt x="75366" y="78261"/>
                  </a:lnTo>
                  <a:lnTo>
                    <a:pt x="75202" y="78261"/>
                  </a:lnTo>
                  <a:cubicBezTo>
                    <a:pt x="65596" y="84172"/>
                    <a:pt x="43839" y="74403"/>
                    <a:pt x="24710" y="55273"/>
                  </a:cubicBezTo>
                  <a:cubicBezTo>
                    <a:pt x="5005" y="35569"/>
                    <a:pt x="-4683" y="13237"/>
                    <a:pt x="2214" y="4042"/>
                  </a:cubicBezTo>
                  <a:lnTo>
                    <a:pt x="2706" y="3385"/>
                  </a:lnTo>
                  <a:lnTo>
                    <a:pt x="3035" y="3057"/>
                  </a:lnTo>
                  <a:cubicBezTo>
                    <a:pt x="11492" y="-5400"/>
                    <a:pt x="34890" y="4288"/>
                    <a:pt x="55333" y="24731"/>
                  </a:cubicBezTo>
                  <a:close/>
                  <a:moveTo>
                    <a:pt x="66089" y="66931"/>
                  </a:moveTo>
                  <a:cubicBezTo>
                    <a:pt x="69372" y="63647"/>
                    <a:pt x="60259" y="49115"/>
                    <a:pt x="45564" y="34337"/>
                  </a:cubicBezTo>
                  <a:cubicBezTo>
                    <a:pt x="30867" y="19559"/>
                    <a:pt x="16335" y="10446"/>
                    <a:pt x="12969" y="13812"/>
                  </a:cubicBezTo>
                  <a:cubicBezTo>
                    <a:pt x="9604" y="17178"/>
                    <a:pt x="18881" y="31628"/>
                    <a:pt x="33494" y="46406"/>
                  </a:cubicBezTo>
                  <a:cubicBezTo>
                    <a:pt x="48191" y="61020"/>
                    <a:pt x="62723" y="70215"/>
                    <a:pt x="66089" y="669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952;p47">
              <a:extLst>
                <a:ext uri="{FF2B5EF4-FFF2-40B4-BE49-F238E27FC236}">
                  <a16:creationId xmlns:a16="http://schemas.microsoft.com/office/drawing/2014/main" id="{EF1CE319-409A-7566-B1D5-793448AEAFC3}"/>
                </a:ext>
              </a:extLst>
            </p:cNvPr>
            <p:cNvSpPr/>
            <p:nvPr/>
          </p:nvSpPr>
          <p:spPr>
            <a:xfrm>
              <a:off x="-10016112" y="-7413566"/>
              <a:ext cx="114941" cy="139571"/>
            </a:xfrm>
            <a:custGeom>
              <a:avLst/>
              <a:gdLst/>
              <a:ahLst/>
              <a:cxnLst/>
              <a:rect l="l" t="t" r="r" b="b"/>
              <a:pathLst>
                <a:path w="114941" h="139571" extrusionOk="0">
                  <a:moveTo>
                    <a:pt x="122495" y="74301"/>
                  </a:moveTo>
                  <a:lnTo>
                    <a:pt x="48029" y="131854"/>
                  </a:lnTo>
                  <a:cubicBezTo>
                    <a:pt x="38424" y="139325"/>
                    <a:pt x="26436" y="142856"/>
                    <a:pt x="14450" y="141952"/>
                  </a:cubicBezTo>
                  <a:lnTo>
                    <a:pt x="0" y="63875"/>
                  </a:lnTo>
                  <a:lnTo>
                    <a:pt x="49425" y="0"/>
                  </a:lnTo>
                  <a:cubicBezTo>
                    <a:pt x="42611" y="9195"/>
                    <a:pt x="52298" y="31527"/>
                    <a:pt x="71921" y="51231"/>
                  </a:cubicBezTo>
                  <a:cubicBezTo>
                    <a:pt x="91050" y="70361"/>
                    <a:pt x="112889" y="80130"/>
                    <a:pt x="122413" y="743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953;p47">
              <a:extLst>
                <a:ext uri="{FF2B5EF4-FFF2-40B4-BE49-F238E27FC236}">
                  <a16:creationId xmlns:a16="http://schemas.microsoft.com/office/drawing/2014/main" id="{8AA257D0-B7DC-D32F-3B6E-2352D95686B4}"/>
                </a:ext>
              </a:extLst>
            </p:cNvPr>
            <p:cNvSpPr/>
            <p:nvPr/>
          </p:nvSpPr>
          <p:spPr>
            <a:xfrm>
              <a:off x="-10045997" y="-7334420"/>
              <a:ext cx="139571" cy="755329"/>
            </a:xfrm>
            <a:custGeom>
              <a:avLst/>
              <a:gdLst/>
              <a:ahLst/>
              <a:cxnLst/>
              <a:rect l="l" t="t" r="r" b="b"/>
              <a:pathLst>
                <a:path w="139571" h="755329" extrusionOk="0">
                  <a:moveTo>
                    <a:pt x="146961" y="616743"/>
                  </a:moveTo>
                  <a:cubicBezTo>
                    <a:pt x="147043" y="619206"/>
                    <a:pt x="149178" y="688745"/>
                    <a:pt x="74958" y="758367"/>
                  </a:cubicBezTo>
                  <a:lnTo>
                    <a:pt x="69129" y="708450"/>
                  </a:lnTo>
                  <a:lnTo>
                    <a:pt x="0" y="0"/>
                  </a:lnTo>
                  <a:lnTo>
                    <a:pt x="119046" y="644575"/>
                  </a:lnTo>
                  <a:lnTo>
                    <a:pt x="146879" y="6167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954;p47">
              <a:extLst>
                <a:ext uri="{FF2B5EF4-FFF2-40B4-BE49-F238E27FC236}">
                  <a16:creationId xmlns:a16="http://schemas.microsoft.com/office/drawing/2014/main" id="{1C886BBB-CCBB-D2A0-F155-B3D417032517}"/>
                </a:ext>
              </a:extLst>
            </p:cNvPr>
            <p:cNvSpPr/>
            <p:nvPr/>
          </p:nvSpPr>
          <p:spPr>
            <a:xfrm>
              <a:off x="-10081628" y="-7597554"/>
              <a:ext cx="180622" cy="903111"/>
            </a:xfrm>
            <a:custGeom>
              <a:avLst/>
              <a:gdLst/>
              <a:ahLst/>
              <a:cxnLst/>
              <a:rect l="l" t="t" r="r" b="b"/>
              <a:pathLst>
                <a:path w="180622" h="903111" extrusionOk="0">
                  <a:moveTo>
                    <a:pt x="182593" y="879794"/>
                  </a:moveTo>
                  <a:lnTo>
                    <a:pt x="182593" y="879794"/>
                  </a:lnTo>
                  <a:cubicBezTo>
                    <a:pt x="182593" y="879794"/>
                    <a:pt x="154760" y="907709"/>
                    <a:pt x="154760" y="907709"/>
                  </a:cubicBezTo>
                  <a:lnTo>
                    <a:pt x="35714" y="263134"/>
                  </a:lnTo>
                  <a:lnTo>
                    <a:pt x="0" y="69868"/>
                  </a:lnTo>
                  <a:lnTo>
                    <a:pt x="67158" y="0"/>
                  </a:lnTo>
                  <a:lnTo>
                    <a:pt x="37438" y="95812"/>
                  </a:lnTo>
                  <a:lnTo>
                    <a:pt x="65599" y="247863"/>
                  </a:lnTo>
                  <a:lnTo>
                    <a:pt x="80048" y="325941"/>
                  </a:lnTo>
                  <a:lnTo>
                    <a:pt x="118882" y="535381"/>
                  </a:lnTo>
                  <a:lnTo>
                    <a:pt x="131608" y="604099"/>
                  </a:lnTo>
                  <a:lnTo>
                    <a:pt x="182675" y="8797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955;p47">
              <a:extLst>
                <a:ext uri="{FF2B5EF4-FFF2-40B4-BE49-F238E27FC236}">
                  <a16:creationId xmlns:a16="http://schemas.microsoft.com/office/drawing/2014/main" id="{8EF7993F-62F5-2ACB-7A4E-F083A29CFE78}"/>
                </a:ext>
              </a:extLst>
            </p:cNvPr>
            <p:cNvSpPr/>
            <p:nvPr/>
          </p:nvSpPr>
          <p:spPr>
            <a:xfrm>
              <a:off x="-10306995" y="-7527686"/>
              <a:ext cx="328404" cy="894900"/>
            </a:xfrm>
            <a:custGeom>
              <a:avLst/>
              <a:gdLst/>
              <a:ahLst/>
              <a:cxnLst/>
              <a:rect l="l" t="t" r="r" b="b"/>
              <a:pathLst>
                <a:path w="328404" h="894900" extrusionOk="0">
                  <a:moveTo>
                    <a:pt x="127749" y="492113"/>
                  </a:moveTo>
                  <a:lnTo>
                    <a:pt x="86698" y="409109"/>
                  </a:lnTo>
                  <a:lnTo>
                    <a:pt x="67076" y="369455"/>
                  </a:lnTo>
                  <a:lnTo>
                    <a:pt x="29145" y="292526"/>
                  </a:lnTo>
                  <a:lnTo>
                    <a:pt x="9687" y="253364"/>
                  </a:lnTo>
                  <a:lnTo>
                    <a:pt x="985" y="235630"/>
                  </a:lnTo>
                  <a:lnTo>
                    <a:pt x="0" y="234727"/>
                  </a:lnTo>
                  <a:lnTo>
                    <a:pt x="225367" y="0"/>
                  </a:lnTo>
                  <a:lnTo>
                    <a:pt x="261081" y="193266"/>
                  </a:lnTo>
                  <a:lnTo>
                    <a:pt x="330210" y="901715"/>
                  </a:lnTo>
                  <a:lnTo>
                    <a:pt x="204759" y="647941"/>
                  </a:lnTo>
                  <a:lnTo>
                    <a:pt x="185137" y="608204"/>
                  </a:lnTo>
                  <a:lnTo>
                    <a:pt x="147124" y="531193"/>
                  </a:lnTo>
                  <a:lnTo>
                    <a:pt x="127749" y="49211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956;p47">
              <a:extLst>
                <a:ext uri="{FF2B5EF4-FFF2-40B4-BE49-F238E27FC236}">
                  <a16:creationId xmlns:a16="http://schemas.microsoft.com/office/drawing/2014/main" id="{BB761AB6-C75F-63D3-748D-F2734DFBE400}"/>
                </a:ext>
              </a:extLst>
            </p:cNvPr>
            <p:cNvSpPr/>
            <p:nvPr/>
          </p:nvSpPr>
          <p:spPr>
            <a:xfrm>
              <a:off x="-11111504" y="-7902477"/>
              <a:ext cx="903111" cy="180622"/>
            </a:xfrm>
            <a:custGeom>
              <a:avLst/>
              <a:gdLst/>
              <a:ahLst/>
              <a:cxnLst/>
              <a:rect l="l" t="t" r="r" b="b"/>
              <a:pathLst>
                <a:path w="903111" h="180622" extrusionOk="0">
                  <a:moveTo>
                    <a:pt x="907627" y="115516"/>
                  </a:moveTo>
                  <a:lnTo>
                    <a:pt x="837759" y="182593"/>
                  </a:lnTo>
                  <a:lnTo>
                    <a:pt x="644575" y="146879"/>
                  </a:lnTo>
                  <a:lnTo>
                    <a:pt x="0" y="27915"/>
                  </a:lnTo>
                  <a:lnTo>
                    <a:pt x="27832" y="0"/>
                  </a:lnTo>
                  <a:lnTo>
                    <a:pt x="303528" y="51067"/>
                  </a:lnTo>
                  <a:lnTo>
                    <a:pt x="372247" y="63875"/>
                  </a:lnTo>
                  <a:lnTo>
                    <a:pt x="581769" y="102626"/>
                  </a:lnTo>
                  <a:lnTo>
                    <a:pt x="659682" y="117076"/>
                  </a:lnTo>
                  <a:lnTo>
                    <a:pt x="811815" y="145237"/>
                  </a:lnTo>
                  <a:lnTo>
                    <a:pt x="907627" y="11551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957;p47">
              <a:extLst>
                <a:ext uri="{FF2B5EF4-FFF2-40B4-BE49-F238E27FC236}">
                  <a16:creationId xmlns:a16="http://schemas.microsoft.com/office/drawing/2014/main" id="{0FE16D00-CEDB-0D2C-7CC7-DF86158A04CE}"/>
                </a:ext>
              </a:extLst>
            </p:cNvPr>
            <p:cNvSpPr/>
            <p:nvPr/>
          </p:nvSpPr>
          <p:spPr>
            <a:xfrm>
              <a:off x="-11175378" y="-7824645"/>
              <a:ext cx="894901" cy="328404"/>
            </a:xfrm>
            <a:custGeom>
              <a:avLst/>
              <a:gdLst/>
              <a:ahLst/>
              <a:cxnLst/>
              <a:rect l="l" t="t" r="r" b="b"/>
              <a:pathLst>
                <a:path w="894901" h="328404" extrusionOk="0">
                  <a:moveTo>
                    <a:pt x="370358" y="183085"/>
                  </a:moveTo>
                  <a:lnTo>
                    <a:pt x="293429" y="145073"/>
                  </a:lnTo>
                  <a:lnTo>
                    <a:pt x="253774" y="125450"/>
                  </a:lnTo>
                  <a:lnTo>
                    <a:pt x="0" y="0"/>
                  </a:lnTo>
                  <a:lnTo>
                    <a:pt x="708449" y="69047"/>
                  </a:lnTo>
                  <a:lnTo>
                    <a:pt x="901633" y="104761"/>
                  </a:lnTo>
                  <a:lnTo>
                    <a:pt x="666906" y="330128"/>
                  </a:lnTo>
                  <a:lnTo>
                    <a:pt x="666003" y="329225"/>
                  </a:lnTo>
                  <a:lnTo>
                    <a:pt x="648187" y="320440"/>
                  </a:lnTo>
                  <a:lnTo>
                    <a:pt x="609107" y="301146"/>
                  </a:lnTo>
                  <a:lnTo>
                    <a:pt x="532178" y="263052"/>
                  </a:lnTo>
                  <a:lnTo>
                    <a:pt x="492442" y="243429"/>
                  </a:lnTo>
                  <a:lnTo>
                    <a:pt x="409520" y="202461"/>
                  </a:lnTo>
                  <a:lnTo>
                    <a:pt x="370358" y="1830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958;p47">
              <a:extLst>
                <a:ext uri="{FF2B5EF4-FFF2-40B4-BE49-F238E27FC236}">
                  <a16:creationId xmlns:a16="http://schemas.microsoft.com/office/drawing/2014/main" id="{24F1EC1A-9ABE-0D1D-5B73-6F74D4EC9B58}"/>
                </a:ext>
              </a:extLst>
            </p:cNvPr>
            <p:cNvSpPr/>
            <p:nvPr/>
          </p:nvSpPr>
          <p:spPr>
            <a:xfrm>
              <a:off x="-10463979" y="-7912549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424" y="24604"/>
                  </a:moveTo>
                  <a:cubicBezTo>
                    <a:pt x="75786" y="45047"/>
                    <a:pt x="85474" y="68446"/>
                    <a:pt x="77099" y="76902"/>
                  </a:cubicBezTo>
                  <a:lnTo>
                    <a:pt x="76689" y="77231"/>
                  </a:lnTo>
                  <a:lnTo>
                    <a:pt x="76114" y="77723"/>
                  </a:lnTo>
                  <a:cubicBezTo>
                    <a:pt x="66919" y="84620"/>
                    <a:pt x="44505" y="74850"/>
                    <a:pt x="24801" y="55227"/>
                  </a:cubicBezTo>
                  <a:cubicBezTo>
                    <a:pt x="5097" y="35605"/>
                    <a:pt x="-4099" y="14341"/>
                    <a:pt x="1731" y="4735"/>
                  </a:cubicBezTo>
                  <a:lnTo>
                    <a:pt x="1731" y="4571"/>
                  </a:lnTo>
                  <a:cubicBezTo>
                    <a:pt x="1731" y="4571"/>
                    <a:pt x="3126" y="3011"/>
                    <a:pt x="3126" y="3011"/>
                  </a:cubicBezTo>
                  <a:cubicBezTo>
                    <a:pt x="11583" y="-5363"/>
                    <a:pt x="34981" y="4325"/>
                    <a:pt x="55424" y="24686"/>
                  </a:cubicBezTo>
                  <a:close/>
                  <a:moveTo>
                    <a:pt x="66262" y="66886"/>
                  </a:moveTo>
                  <a:cubicBezTo>
                    <a:pt x="69546" y="63602"/>
                    <a:pt x="60351" y="48988"/>
                    <a:pt x="45737" y="34292"/>
                  </a:cubicBezTo>
                  <a:cubicBezTo>
                    <a:pt x="31123" y="19678"/>
                    <a:pt x="16509" y="10400"/>
                    <a:pt x="13143" y="13766"/>
                  </a:cubicBezTo>
                  <a:cubicBezTo>
                    <a:pt x="9777" y="17133"/>
                    <a:pt x="19054" y="31664"/>
                    <a:pt x="33668" y="46361"/>
                  </a:cubicBezTo>
                  <a:cubicBezTo>
                    <a:pt x="48282" y="61057"/>
                    <a:pt x="62896" y="70252"/>
                    <a:pt x="66262" y="66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959;p47">
              <a:extLst>
                <a:ext uri="{FF2B5EF4-FFF2-40B4-BE49-F238E27FC236}">
                  <a16:creationId xmlns:a16="http://schemas.microsoft.com/office/drawing/2014/main" id="{51934007-23EA-D960-B8AD-998E89BB3F40}"/>
                </a:ext>
              </a:extLst>
            </p:cNvPr>
            <p:cNvSpPr/>
            <p:nvPr/>
          </p:nvSpPr>
          <p:spPr>
            <a:xfrm>
              <a:off x="-10529958" y="-7907896"/>
              <a:ext cx="139571" cy="114941"/>
            </a:xfrm>
            <a:custGeom>
              <a:avLst/>
              <a:gdLst/>
              <a:ahLst/>
              <a:cxnLst/>
              <a:rect l="l" t="t" r="r" b="b"/>
              <a:pathLst>
                <a:path w="139571" h="114941" extrusionOk="0">
                  <a:moveTo>
                    <a:pt x="142093" y="73070"/>
                  </a:moveTo>
                  <a:lnTo>
                    <a:pt x="78137" y="122495"/>
                  </a:lnTo>
                  <a:lnTo>
                    <a:pt x="141" y="108045"/>
                  </a:lnTo>
                  <a:cubicBezTo>
                    <a:pt x="-762" y="96140"/>
                    <a:pt x="2686" y="84154"/>
                    <a:pt x="10157" y="74466"/>
                  </a:cubicBezTo>
                  <a:lnTo>
                    <a:pt x="67710" y="0"/>
                  </a:lnTo>
                  <a:cubicBezTo>
                    <a:pt x="61880" y="9606"/>
                    <a:pt x="71568" y="31363"/>
                    <a:pt x="90780" y="50492"/>
                  </a:cubicBezTo>
                  <a:cubicBezTo>
                    <a:pt x="109992" y="69622"/>
                    <a:pt x="132898" y="79884"/>
                    <a:pt x="142093" y="729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960;p47">
              <a:extLst>
                <a:ext uri="{FF2B5EF4-FFF2-40B4-BE49-F238E27FC236}">
                  <a16:creationId xmlns:a16="http://schemas.microsoft.com/office/drawing/2014/main" id="{2B385704-25D0-90AB-4AD6-C154ABC2D6F8}"/>
                </a:ext>
              </a:extLst>
            </p:cNvPr>
            <p:cNvSpPr/>
            <p:nvPr/>
          </p:nvSpPr>
          <p:spPr>
            <a:xfrm>
              <a:off x="-11225296" y="-7902501"/>
              <a:ext cx="755329" cy="139571"/>
            </a:xfrm>
            <a:custGeom>
              <a:avLst/>
              <a:gdLst/>
              <a:ahLst/>
              <a:cxnLst/>
              <a:rect l="l" t="t" r="r" b="b"/>
              <a:pathLst>
                <a:path w="755329" h="139571" extrusionOk="0">
                  <a:moveTo>
                    <a:pt x="758367" y="146903"/>
                  </a:moveTo>
                  <a:lnTo>
                    <a:pt x="49918" y="77856"/>
                  </a:lnTo>
                  <a:lnTo>
                    <a:pt x="0" y="72027"/>
                  </a:lnTo>
                  <a:cubicBezTo>
                    <a:pt x="70771" y="-3424"/>
                    <a:pt x="141624" y="24"/>
                    <a:pt x="141624" y="24"/>
                  </a:cubicBezTo>
                  <a:lnTo>
                    <a:pt x="113792" y="27939"/>
                  </a:lnTo>
                  <a:lnTo>
                    <a:pt x="758367" y="1469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961;p47">
              <a:extLst>
                <a:ext uri="{FF2B5EF4-FFF2-40B4-BE49-F238E27FC236}">
                  <a16:creationId xmlns:a16="http://schemas.microsoft.com/office/drawing/2014/main" id="{EEF4400B-7B45-FCD6-39FF-3F521D20B963}"/>
                </a:ext>
              </a:extLst>
            </p:cNvPr>
            <p:cNvSpPr/>
            <p:nvPr/>
          </p:nvSpPr>
          <p:spPr>
            <a:xfrm>
              <a:off x="-10693774" y="-7017018"/>
              <a:ext cx="131361" cy="385874"/>
            </a:xfrm>
            <a:custGeom>
              <a:avLst/>
              <a:gdLst/>
              <a:ahLst/>
              <a:cxnLst/>
              <a:rect l="l" t="t" r="r" b="b"/>
              <a:pathLst>
                <a:path w="131361" h="385874" extrusionOk="0">
                  <a:moveTo>
                    <a:pt x="58046" y="0"/>
                  </a:moveTo>
                  <a:lnTo>
                    <a:pt x="134318" y="351146"/>
                  </a:lnTo>
                  <a:lnTo>
                    <a:pt x="92118" y="393346"/>
                  </a:lnTo>
                  <a:lnTo>
                    <a:pt x="54351" y="333494"/>
                  </a:lnTo>
                  <a:lnTo>
                    <a:pt x="81609" y="306237"/>
                  </a:lnTo>
                  <a:lnTo>
                    <a:pt x="0" y="41543"/>
                  </a:lnTo>
                  <a:lnTo>
                    <a:pt x="580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962;p47">
              <a:extLst>
                <a:ext uri="{FF2B5EF4-FFF2-40B4-BE49-F238E27FC236}">
                  <a16:creationId xmlns:a16="http://schemas.microsoft.com/office/drawing/2014/main" id="{EF4883DA-1D1C-6F24-E8DC-18A6CA3BB2B8}"/>
                </a:ext>
              </a:extLst>
            </p:cNvPr>
            <p:cNvSpPr/>
            <p:nvPr/>
          </p:nvSpPr>
          <p:spPr>
            <a:xfrm>
              <a:off x="-10783263" y="-6975475"/>
              <a:ext cx="164202" cy="287353"/>
            </a:xfrm>
            <a:custGeom>
              <a:avLst/>
              <a:gdLst/>
              <a:ahLst/>
              <a:cxnLst/>
              <a:rect l="l" t="t" r="r" b="b"/>
              <a:pathLst>
                <a:path w="164202" h="287353" extrusionOk="0">
                  <a:moveTo>
                    <a:pt x="89489" y="0"/>
                  </a:moveTo>
                  <a:lnTo>
                    <a:pt x="171098" y="264694"/>
                  </a:lnTo>
                  <a:lnTo>
                    <a:pt x="143840" y="291951"/>
                  </a:lnTo>
                  <a:lnTo>
                    <a:pt x="0" y="63957"/>
                  </a:lnTo>
                  <a:lnTo>
                    <a:pt x="894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963;p47">
              <a:extLst>
                <a:ext uri="{FF2B5EF4-FFF2-40B4-BE49-F238E27FC236}">
                  <a16:creationId xmlns:a16="http://schemas.microsoft.com/office/drawing/2014/main" id="{8F0EDECD-9E7C-5726-7FC6-4449E8193D91}"/>
                </a:ext>
              </a:extLst>
            </p:cNvPr>
            <p:cNvSpPr/>
            <p:nvPr/>
          </p:nvSpPr>
          <p:spPr>
            <a:xfrm>
              <a:off x="-10743241" y="-7972036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215" y="24649"/>
                  </a:moveTo>
                  <a:cubicBezTo>
                    <a:pt x="75658" y="45092"/>
                    <a:pt x="85345" y="68491"/>
                    <a:pt x="76890" y="76948"/>
                  </a:cubicBezTo>
                  <a:lnTo>
                    <a:pt x="76479" y="77358"/>
                  </a:lnTo>
                  <a:lnTo>
                    <a:pt x="76150" y="77604"/>
                  </a:lnTo>
                  <a:lnTo>
                    <a:pt x="75987" y="77769"/>
                  </a:lnTo>
                  <a:cubicBezTo>
                    <a:pt x="66791" y="84665"/>
                    <a:pt x="44377" y="74895"/>
                    <a:pt x="24674" y="55273"/>
                  </a:cubicBezTo>
                  <a:cubicBezTo>
                    <a:pt x="5543" y="36143"/>
                    <a:pt x="-4144" y="14305"/>
                    <a:pt x="1685" y="4781"/>
                  </a:cubicBezTo>
                  <a:lnTo>
                    <a:pt x="1685" y="4616"/>
                  </a:lnTo>
                  <a:cubicBezTo>
                    <a:pt x="1685" y="4616"/>
                    <a:pt x="2999" y="3057"/>
                    <a:pt x="2999" y="3057"/>
                  </a:cubicBezTo>
                  <a:cubicBezTo>
                    <a:pt x="11454" y="-5400"/>
                    <a:pt x="34854" y="4288"/>
                    <a:pt x="55297" y="24731"/>
                  </a:cubicBezTo>
                  <a:close/>
                  <a:moveTo>
                    <a:pt x="66052" y="66931"/>
                  </a:moveTo>
                  <a:cubicBezTo>
                    <a:pt x="69336" y="63647"/>
                    <a:pt x="60141" y="49033"/>
                    <a:pt x="45527" y="34337"/>
                  </a:cubicBezTo>
                  <a:cubicBezTo>
                    <a:pt x="30912" y="19723"/>
                    <a:pt x="16299" y="10446"/>
                    <a:pt x="12933" y="13812"/>
                  </a:cubicBezTo>
                  <a:cubicBezTo>
                    <a:pt x="9648" y="17096"/>
                    <a:pt x="18762" y="31710"/>
                    <a:pt x="33458" y="46406"/>
                  </a:cubicBezTo>
                  <a:cubicBezTo>
                    <a:pt x="48072" y="61102"/>
                    <a:pt x="62686" y="70297"/>
                    <a:pt x="66052" y="669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964;p47">
              <a:extLst>
                <a:ext uri="{FF2B5EF4-FFF2-40B4-BE49-F238E27FC236}">
                  <a16:creationId xmlns:a16="http://schemas.microsoft.com/office/drawing/2014/main" id="{E534FBB9-540F-FE6D-5E1B-5D6AA5870049}"/>
                </a:ext>
              </a:extLst>
            </p:cNvPr>
            <p:cNvSpPr/>
            <p:nvPr/>
          </p:nvSpPr>
          <p:spPr>
            <a:xfrm>
              <a:off x="-10809344" y="-7967255"/>
              <a:ext cx="139571" cy="123151"/>
            </a:xfrm>
            <a:custGeom>
              <a:avLst/>
              <a:gdLst/>
              <a:ahLst/>
              <a:cxnLst/>
              <a:rect l="l" t="t" r="r" b="b"/>
              <a:pathLst>
                <a:path w="139571" h="123151" extrusionOk="0">
                  <a:moveTo>
                    <a:pt x="142090" y="72988"/>
                  </a:moveTo>
                  <a:lnTo>
                    <a:pt x="70087" y="128652"/>
                  </a:lnTo>
                  <a:lnTo>
                    <a:pt x="1369" y="115927"/>
                  </a:lnTo>
                  <a:cubicBezTo>
                    <a:pt x="-2080" y="101559"/>
                    <a:pt x="1040" y="86288"/>
                    <a:pt x="10153" y="74466"/>
                  </a:cubicBezTo>
                  <a:lnTo>
                    <a:pt x="67788" y="0"/>
                  </a:lnTo>
                  <a:cubicBezTo>
                    <a:pt x="61959" y="9606"/>
                    <a:pt x="71646" y="31363"/>
                    <a:pt x="90777" y="50492"/>
                  </a:cubicBezTo>
                  <a:cubicBezTo>
                    <a:pt x="110480" y="70196"/>
                    <a:pt x="132976" y="79884"/>
                    <a:pt x="142090" y="729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965;p47">
              <a:extLst>
                <a:ext uri="{FF2B5EF4-FFF2-40B4-BE49-F238E27FC236}">
                  <a16:creationId xmlns:a16="http://schemas.microsoft.com/office/drawing/2014/main" id="{DCC3F930-271F-F414-886A-6C64363AC7F1}"/>
                </a:ext>
              </a:extLst>
            </p:cNvPr>
            <p:cNvSpPr/>
            <p:nvPr/>
          </p:nvSpPr>
          <p:spPr>
            <a:xfrm>
              <a:off x="-10727100" y="-7954974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966;p47">
              <a:extLst>
                <a:ext uri="{FF2B5EF4-FFF2-40B4-BE49-F238E27FC236}">
                  <a16:creationId xmlns:a16="http://schemas.microsoft.com/office/drawing/2014/main" id="{AB1D0163-F6B1-35B6-843C-4D46B0225900}"/>
                </a:ext>
              </a:extLst>
            </p:cNvPr>
            <p:cNvSpPr/>
            <p:nvPr/>
          </p:nvSpPr>
          <p:spPr>
            <a:xfrm>
              <a:off x="-11177759" y="-7241975"/>
              <a:ext cx="385874" cy="131361"/>
            </a:xfrm>
            <a:custGeom>
              <a:avLst/>
              <a:gdLst/>
              <a:ahLst/>
              <a:cxnLst/>
              <a:rect l="l" t="t" r="r" b="b"/>
              <a:pathLst>
                <a:path w="385874" h="131361" extrusionOk="0">
                  <a:moveTo>
                    <a:pt x="393346" y="76190"/>
                  </a:moveTo>
                  <a:lnTo>
                    <a:pt x="351803" y="134317"/>
                  </a:lnTo>
                  <a:lnTo>
                    <a:pt x="87109" y="52627"/>
                  </a:lnTo>
                  <a:lnTo>
                    <a:pt x="59852" y="79966"/>
                  </a:lnTo>
                  <a:lnTo>
                    <a:pt x="0" y="42200"/>
                  </a:lnTo>
                  <a:lnTo>
                    <a:pt x="42200" y="0"/>
                  </a:lnTo>
                  <a:lnTo>
                    <a:pt x="393346" y="761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967;p47">
              <a:extLst>
                <a:ext uri="{FF2B5EF4-FFF2-40B4-BE49-F238E27FC236}">
                  <a16:creationId xmlns:a16="http://schemas.microsoft.com/office/drawing/2014/main" id="{D23AA113-8D14-5162-8B7A-4AE30FBAE452}"/>
                </a:ext>
              </a:extLst>
            </p:cNvPr>
            <p:cNvSpPr/>
            <p:nvPr/>
          </p:nvSpPr>
          <p:spPr>
            <a:xfrm>
              <a:off x="-10981259" y="-6982207"/>
              <a:ext cx="155991" cy="155991"/>
            </a:xfrm>
            <a:custGeom>
              <a:avLst/>
              <a:gdLst/>
              <a:ahLst/>
              <a:cxnLst/>
              <a:rect l="l" t="t" r="r" b="b"/>
              <a:pathLst>
                <a:path w="155991" h="155991" extrusionOk="0">
                  <a:moveTo>
                    <a:pt x="161954" y="0"/>
                  </a:moveTo>
                  <a:lnTo>
                    <a:pt x="156617" y="58867"/>
                  </a:lnTo>
                  <a:lnTo>
                    <a:pt x="111790" y="94909"/>
                  </a:lnTo>
                  <a:lnTo>
                    <a:pt x="34204" y="157388"/>
                  </a:lnTo>
                  <a:cubicBezTo>
                    <a:pt x="25912" y="164120"/>
                    <a:pt x="13761" y="163463"/>
                    <a:pt x="6126" y="155828"/>
                  </a:cubicBezTo>
                  <a:cubicBezTo>
                    <a:pt x="-1428" y="148192"/>
                    <a:pt x="-2084" y="136124"/>
                    <a:pt x="4648" y="127749"/>
                  </a:cubicBezTo>
                  <a:lnTo>
                    <a:pt x="67044" y="50246"/>
                  </a:lnTo>
                  <a:lnTo>
                    <a:pt x="103169" y="5419"/>
                  </a:lnTo>
                  <a:lnTo>
                    <a:pt x="161954" y="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968;p47">
              <a:extLst>
                <a:ext uri="{FF2B5EF4-FFF2-40B4-BE49-F238E27FC236}">
                  <a16:creationId xmlns:a16="http://schemas.microsoft.com/office/drawing/2014/main" id="{1E3F2ABA-6A69-4E10-2D2D-0DC7695AF473}"/>
                </a:ext>
              </a:extLst>
            </p:cNvPr>
            <p:cNvSpPr/>
            <p:nvPr/>
          </p:nvSpPr>
          <p:spPr>
            <a:xfrm>
              <a:off x="-11117907" y="-7189348"/>
              <a:ext cx="287353" cy="164202"/>
            </a:xfrm>
            <a:custGeom>
              <a:avLst/>
              <a:gdLst/>
              <a:ahLst/>
              <a:cxnLst/>
              <a:rect l="l" t="t" r="r" b="b"/>
              <a:pathLst>
                <a:path w="287353" h="164202" extrusionOk="0">
                  <a:moveTo>
                    <a:pt x="291951" y="81690"/>
                  </a:moveTo>
                  <a:lnTo>
                    <a:pt x="227912" y="171098"/>
                  </a:lnTo>
                  <a:lnTo>
                    <a:pt x="0" y="27340"/>
                  </a:lnTo>
                  <a:lnTo>
                    <a:pt x="27257" y="0"/>
                  </a:lnTo>
                  <a:lnTo>
                    <a:pt x="291951" y="8169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16" name="Google Shape;1969;p47">
              <a:extLst>
                <a:ext uri="{FF2B5EF4-FFF2-40B4-BE49-F238E27FC236}">
                  <a16:creationId xmlns:a16="http://schemas.microsoft.com/office/drawing/2014/main" id="{E9DF6621-333E-F8B1-711E-7AAE586A5B77}"/>
                </a:ext>
              </a:extLst>
            </p:cNvPr>
            <p:cNvGrpSpPr/>
            <p:nvPr/>
          </p:nvGrpSpPr>
          <p:grpSpPr>
            <a:xfrm>
              <a:off x="-10925362" y="-7699195"/>
              <a:ext cx="815932" cy="820763"/>
              <a:chOff x="-2977412" y="-3507195"/>
              <a:chExt cx="815932" cy="820763"/>
            </a:xfrm>
          </p:grpSpPr>
          <p:sp>
            <p:nvSpPr>
              <p:cNvPr id="1243" name="Google Shape;1970;p47">
                <a:extLst>
                  <a:ext uri="{FF2B5EF4-FFF2-40B4-BE49-F238E27FC236}">
                    <a16:creationId xmlns:a16="http://schemas.microsoft.com/office/drawing/2014/main" id="{103C70B9-CE33-D2DD-5C50-DCB22CBF0798}"/>
                  </a:ext>
                </a:extLst>
              </p:cNvPr>
              <p:cNvSpPr/>
              <p:nvPr/>
            </p:nvSpPr>
            <p:spPr>
              <a:xfrm>
                <a:off x="-2186110" y="-2727482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2202" y="0"/>
                    </a:moveTo>
                    <a:lnTo>
                      <a:pt x="31824" y="39737"/>
                    </a:lnTo>
                    <a:cubicBezTo>
                      <a:pt x="31824" y="39737"/>
                      <a:pt x="10642" y="48111"/>
                      <a:pt x="2186" y="39737"/>
                    </a:cubicBezTo>
                    <a:cubicBezTo>
                      <a:pt x="-6189" y="31280"/>
                      <a:pt x="12202" y="0"/>
                      <a:pt x="12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971;p47">
                <a:extLst>
                  <a:ext uri="{FF2B5EF4-FFF2-40B4-BE49-F238E27FC236}">
                    <a16:creationId xmlns:a16="http://schemas.microsoft.com/office/drawing/2014/main" id="{5C2CC956-B727-B048-F567-4C6F4BB9AA67}"/>
                  </a:ext>
                </a:extLst>
              </p:cNvPr>
              <p:cNvSpPr/>
              <p:nvPr/>
            </p:nvSpPr>
            <p:spPr>
              <a:xfrm>
                <a:off x="-2243007" y="-2843655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1711" y="82"/>
                    </a:moveTo>
                    <a:lnTo>
                      <a:pt x="31005" y="39162"/>
                    </a:lnTo>
                    <a:cubicBezTo>
                      <a:pt x="27228" y="40558"/>
                      <a:pt x="9659" y="46387"/>
                      <a:pt x="2187" y="38916"/>
                    </a:cubicBezTo>
                    <a:cubicBezTo>
                      <a:pt x="-5366" y="31280"/>
                      <a:pt x="8838" y="5090"/>
                      <a:pt x="117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972;p47">
                <a:extLst>
                  <a:ext uri="{FF2B5EF4-FFF2-40B4-BE49-F238E27FC236}">
                    <a16:creationId xmlns:a16="http://schemas.microsoft.com/office/drawing/2014/main" id="{53E6F4CB-A1CE-7E26-3059-321AFC1EE880}"/>
                  </a:ext>
                </a:extLst>
              </p:cNvPr>
              <p:cNvSpPr/>
              <p:nvPr/>
            </p:nvSpPr>
            <p:spPr>
              <a:xfrm>
                <a:off x="-2304201" y="-2966231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2232" y="0"/>
                    </a:moveTo>
                    <a:lnTo>
                      <a:pt x="31854" y="39737"/>
                    </a:lnTo>
                    <a:cubicBezTo>
                      <a:pt x="31854" y="39737"/>
                      <a:pt x="10673" y="48193"/>
                      <a:pt x="2216" y="39737"/>
                    </a:cubicBezTo>
                    <a:cubicBezTo>
                      <a:pt x="-6241" y="31362"/>
                      <a:pt x="12232" y="0"/>
                      <a:pt x="122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973;p47">
                <a:extLst>
                  <a:ext uri="{FF2B5EF4-FFF2-40B4-BE49-F238E27FC236}">
                    <a16:creationId xmlns:a16="http://schemas.microsoft.com/office/drawing/2014/main" id="{A6DFFA6E-6D16-4E62-C3F1-F1BFEB747786}"/>
                  </a:ext>
                </a:extLst>
              </p:cNvPr>
              <p:cNvSpPr/>
              <p:nvPr/>
            </p:nvSpPr>
            <p:spPr>
              <a:xfrm>
                <a:off x="-2361019" y="-3082405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1662" y="82"/>
                    </a:moveTo>
                    <a:lnTo>
                      <a:pt x="31037" y="39244"/>
                    </a:lnTo>
                    <a:cubicBezTo>
                      <a:pt x="27261" y="40640"/>
                      <a:pt x="9609" y="46387"/>
                      <a:pt x="2220" y="38916"/>
                    </a:cubicBezTo>
                    <a:cubicBezTo>
                      <a:pt x="-5415" y="31280"/>
                      <a:pt x="8870" y="5090"/>
                      <a:pt x="116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974;p47">
                <a:extLst>
                  <a:ext uri="{FF2B5EF4-FFF2-40B4-BE49-F238E27FC236}">
                    <a16:creationId xmlns:a16="http://schemas.microsoft.com/office/drawing/2014/main" id="{403718DA-EB91-21A0-7D3F-1D86BEB0B94A}"/>
                  </a:ext>
                </a:extLst>
              </p:cNvPr>
              <p:cNvSpPr/>
              <p:nvPr/>
            </p:nvSpPr>
            <p:spPr>
              <a:xfrm>
                <a:off x="-2621783" y="-3331499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463" y="0"/>
                    </a:moveTo>
                    <a:lnTo>
                      <a:pt x="42543" y="19294"/>
                    </a:lnTo>
                    <a:cubicBezTo>
                      <a:pt x="37288" y="22250"/>
                      <a:pt x="11344" y="36371"/>
                      <a:pt x="3791" y="28818"/>
                    </a:cubicBezTo>
                    <a:cubicBezTo>
                      <a:pt x="-3762" y="21264"/>
                      <a:pt x="2068" y="3859"/>
                      <a:pt x="34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975;p47">
                <a:extLst>
                  <a:ext uri="{FF2B5EF4-FFF2-40B4-BE49-F238E27FC236}">
                    <a16:creationId xmlns:a16="http://schemas.microsoft.com/office/drawing/2014/main" id="{E0D4D5C0-2776-9CE0-8AB5-A7CB1B26714D}"/>
                  </a:ext>
                </a:extLst>
              </p:cNvPr>
              <p:cNvSpPr/>
              <p:nvPr/>
            </p:nvSpPr>
            <p:spPr>
              <a:xfrm>
                <a:off x="-2738744" y="-3389216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759" y="0"/>
                    </a:moveTo>
                    <a:lnTo>
                      <a:pt x="43495" y="19622"/>
                    </a:lnTo>
                    <a:cubicBezTo>
                      <a:pt x="43495" y="19622"/>
                      <a:pt x="12215" y="38095"/>
                      <a:pt x="3759" y="29639"/>
                    </a:cubicBezTo>
                    <a:cubicBezTo>
                      <a:pt x="-4698" y="21182"/>
                      <a:pt x="3759" y="0"/>
                      <a:pt x="37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976;p47">
                <a:extLst>
                  <a:ext uri="{FF2B5EF4-FFF2-40B4-BE49-F238E27FC236}">
                    <a16:creationId xmlns:a16="http://schemas.microsoft.com/office/drawing/2014/main" id="{958449EE-94A0-841F-0DA3-CCABC4B51B05}"/>
                  </a:ext>
                </a:extLst>
              </p:cNvPr>
              <p:cNvSpPr/>
              <p:nvPr/>
            </p:nvSpPr>
            <p:spPr>
              <a:xfrm>
                <a:off x="-2860579" y="-3449560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509" y="0"/>
                    </a:moveTo>
                    <a:lnTo>
                      <a:pt x="42589" y="19294"/>
                    </a:lnTo>
                    <a:cubicBezTo>
                      <a:pt x="37335" y="22250"/>
                      <a:pt x="11308" y="36289"/>
                      <a:pt x="3756" y="28735"/>
                    </a:cubicBezTo>
                    <a:cubicBezTo>
                      <a:pt x="-3716" y="21264"/>
                      <a:pt x="2031" y="3859"/>
                      <a:pt x="34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977;p47">
                <a:extLst>
                  <a:ext uri="{FF2B5EF4-FFF2-40B4-BE49-F238E27FC236}">
                    <a16:creationId xmlns:a16="http://schemas.microsoft.com/office/drawing/2014/main" id="{B0DF5E31-91AF-9FB8-D7CE-70D43D25F9F7}"/>
                  </a:ext>
                </a:extLst>
              </p:cNvPr>
              <p:cNvSpPr/>
              <p:nvPr/>
            </p:nvSpPr>
            <p:spPr>
              <a:xfrm>
                <a:off x="-2977412" y="-3507195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758" y="0"/>
                    </a:moveTo>
                    <a:lnTo>
                      <a:pt x="43413" y="19622"/>
                    </a:lnTo>
                    <a:cubicBezTo>
                      <a:pt x="43413" y="19622"/>
                      <a:pt x="12133" y="38095"/>
                      <a:pt x="3758" y="29639"/>
                    </a:cubicBezTo>
                    <a:cubicBezTo>
                      <a:pt x="-4698" y="21182"/>
                      <a:pt x="3758" y="0"/>
                      <a:pt x="37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17" name="Google Shape;1978;p47">
              <a:extLst>
                <a:ext uri="{FF2B5EF4-FFF2-40B4-BE49-F238E27FC236}">
                  <a16:creationId xmlns:a16="http://schemas.microsoft.com/office/drawing/2014/main" id="{0B43F31D-D388-63C5-EEE8-CAD863E1E389}"/>
                </a:ext>
              </a:extLst>
            </p:cNvPr>
            <p:cNvSpPr/>
            <p:nvPr/>
          </p:nvSpPr>
          <p:spPr>
            <a:xfrm>
              <a:off x="-9918874" y="-7147476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720" y="98849"/>
                  </a:moveTo>
                  <a:cubicBezTo>
                    <a:pt x="62202" y="98849"/>
                    <a:pt x="42580" y="86370"/>
                    <a:pt x="27555" y="71264"/>
                  </a:cubicBezTo>
                  <a:cubicBezTo>
                    <a:pt x="8016" y="51724"/>
                    <a:pt x="-7748" y="23399"/>
                    <a:pt x="4074" y="7635"/>
                  </a:cubicBezTo>
                  <a:cubicBezTo>
                    <a:pt x="4321" y="7307"/>
                    <a:pt x="4650" y="6978"/>
                    <a:pt x="4977" y="6650"/>
                  </a:cubicBezTo>
                  <a:lnTo>
                    <a:pt x="12531" y="12479"/>
                  </a:lnTo>
                  <a:lnTo>
                    <a:pt x="5799" y="5829"/>
                  </a:lnTo>
                  <a:cubicBezTo>
                    <a:pt x="8426" y="3202"/>
                    <a:pt x="13187" y="0"/>
                    <a:pt x="21070" y="0"/>
                  </a:cubicBezTo>
                  <a:lnTo>
                    <a:pt x="21070" y="0"/>
                  </a:lnTo>
                  <a:cubicBezTo>
                    <a:pt x="35109" y="0"/>
                    <a:pt x="54402" y="10509"/>
                    <a:pt x="71398" y="27504"/>
                  </a:cubicBezTo>
                  <a:cubicBezTo>
                    <a:pt x="88310" y="44417"/>
                    <a:pt x="98901" y="63628"/>
                    <a:pt x="98901" y="77750"/>
                  </a:cubicBezTo>
                  <a:cubicBezTo>
                    <a:pt x="98901" y="85631"/>
                    <a:pt x="95781" y="90475"/>
                    <a:pt x="93073" y="93103"/>
                  </a:cubicBezTo>
                  <a:cubicBezTo>
                    <a:pt x="92744" y="93349"/>
                    <a:pt x="92497" y="93677"/>
                    <a:pt x="92170" y="93924"/>
                  </a:cubicBezTo>
                  <a:lnTo>
                    <a:pt x="90691" y="95073"/>
                  </a:lnTo>
                  <a:cubicBezTo>
                    <a:pt x="90691" y="95073"/>
                    <a:pt x="89953" y="95648"/>
                    <a:pt x="89542" y="95894"/>
                  </a:cubicBezTo>
                  <a:lnTo>
                    <a:pt x="89542" y="95894"/>
                  </a:lnTo>
                  <a:cubicBezTo>
                    <a:pt x="86012" y="98029"/>
                    <a:pt x="81988" y="99014"/>
                    <a:pt x="77637" y="99014"/>
                  </a:cubicBezTo>
                  <a:close/>
                  <a:moveTo>
                    <a:pt x="86504" y="86288"/>
                  </a:moveTo>
                  <a:lnTo>
                    <a:pt x="86504" y="86288"/>
                  </a:lnTo>
                  <a:lnTo>
                    <a:pt x="86504" y="86288"/>
                  </a:lnTo>
                  <a:close/>
                  <a:moveTo>
                    <a:pt x="19099" y="19212"/>
                  </a:moveTo>
                  <a:cubicBezTo>
                    <a:pt x="17786" y="22496"/>
                    <a:pt x="21562" y="38587"/>
                    <a:pt x="40938" y="57963"/>
                  </a:cubicBezTo>
                  <a:cubicBezTo>
                    <a:pt x="59083" y="76190"/>
                    <a:pt x="75913" y="81444"/>
                    <a:pt x="79608" y="79720"/>
                  </a:cubicBezTo>
                  <a:lnTo>
                    <a:pt x="79936" y="79474"/>
                  </a:lnTo>
                  <a:cubicBezTo>
                    <a:pt x="81332" y="76436"/>
                    <a:pt x="77720" y="60262"/>
                    <a:pt x="58180" y="40722"/>
                  </a:cubicBezTo>
                  <a:cubicBezTo>
                    <a:pt x="39460" y="21921"/>
                    <a:pt x="22384" y="16995"/>
                    <a:pt x="19264" y="19047"/>
                  </a:cubicBezTo>
                  <a:lnTo>
                    <a:pt x="19099" y="192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979;p47">
              <a:extLst>
                <a:ext uri="{FF2B5EF4-FFF2-40B4-BE49-F238E27FC236}">
                  <a16:creationId xmlns:a16="http://schemas.microsoft.com/office/drawing/2014/main" id="{8870E982-BFB8-D8D7-904E-A43F5E6117B0}"/>
                </a:ext>
              </a:extLst>
            </p:cNvPr>
            <p:cNvSpPr/>
            <p:nvPr/>
          </p:nvSpPr>
          <p:spPr>
            <a:xfrm>
              <a:off x="-9972265" y="-7143690"/>
              <a:ext cx="139571" cy="155991"/>
            </a:xfrm>
            <a:custGeom>
              <a:avLst/>
              <a:gdLst/>
              <a:ahLst/>
              <a:cxnLst/>
              <a:rect l="l" t="t" r="r" b="b"/>
              <a:pathLst>
                <a:path w="139571" h="155991" extrusionOk="0">
                  <a:moveTo>
                    <a:pt x="33903" y="161072"/>
                  </a:moveTo>
                  <a:cubicBezTo>
                    <a:pt x="29224" y="161072"/>
                    <a:pt x="24544" y="160498"/>
                    <a:pt x="19946" y="159348"/>
                  </a:cubicBezTo>
                  <a:cubicBezTo>
                    <a:pt x="16333" y="158445"/>
                    <a:pt x="13624" y="155572"/>
                    <a:pt x="12886" y="151877"/>
                  </a:cubicBezTo>
                  <a:lnTo>
                    <a:pt x="160" y="83159"/>
                  </a:lnTo>
                  <a:cubicBezTo>
                    <a:pt x="-332" y="80531"/>
                    <a:pt x="324" y="77822"/>
                    <a:pt x="1966" y="75687"/>
                  </a:cubicBezTo>
                  <a:lnTo>
                    <a:pt x="57548" y="3685"/>
                  </a:lnTo>
                  <a:cubicBezTo>
                    <a:pt x="60750" y="-420"/>
                    <a:pt x="66579" y="-1241"/>
                    <a:pt x="70766" y="1961"/>
                  </a:cubicBezTo>
                  <a:cubicBezTo>
                    <a:pt x="74871" y="5080"/>
                    <a:pt x="75693" y="10992"/>
                    <a:pt x="72573" y="15097"/>
                  </a:cubicBezTo>
                  <a:cubicBezTo>
                    <a:pt x="70931" y="17560"/>
                    <a:pt x="74297" y="34144"/>
                    <a:pt x="94248" y="54095"/>
                  </a:cubicBezTo>
                  <a:cubicBezTo>
                    <a:pt x="112802" y="72732"/>
                    <a:pt x="129962" y="77740"/>
                    <a:pt x="133082" y="75770"/>
                  </a:cubicBezTo>
                  <a:cubicBezTo>
                    <a:pt x="137351" y="73142"/>
                    <a:pt x="142934" y="74292"/>
                    <a:pt x="145807" y="78479"/>
                  </a:cubicBezTo>
                  <a:cubicBezTo>
                    <a:pt x="148680" y="82584"/>
                    <a:pt x="147777" y="88249"/>
                    <a:pt x="143837" y="91287"/>
                  </a:cubicBezTo>
                  <a:lnTo>
                    <a:pt x="69371" y="148839"/>
                  </a:lnTo>
                  <a:cubicBezTo>
                    <a:pt x="59027" y="156803"/>
                    <a:pt x="46629" y="161072"/>
                    <a:pt x="33821" y="161072"/>
                  </a:cubicBezTo>
                  <a:close/>
                  <a:moveTo>
                    <a:pt x="30291" y="142025"/>
                  </a:moveTo>
                  <a:cubicBezTo>
                    <a:pt x="40061" y="142928"/>
                    <a:pt x="49913" y="140137"/>
                    <a:pt x="57877" y="133979"/>
                  </a:cubicBezTo>
                  <a:lnTo>
                    <a:pt x="113624" y="90876"/>
                  </a:lnTo>
                  <a:cubicBezTo>
                    <a:pt x="102376" y="85950"/>
                    <a:pt x="90717" y="77247"/>
                    <a:pt x="80947" y="67477"/>
                  </a:cubicBezTo>
                  <a:cubicBezTo>
                    <a:pt x="71260" y="57789"/>
                    <a:pt x="62556" y="45967"/>
                    <a:pt x="57630" y="34555"/>
                  </a:cubicBezTo>
                  <a:lnTo>
                    <a:pt x="19535" y="83897"/>
                  </a:lnTo>
                  <a:lnTo>
                    <a:pt x="30291" y="1420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980;p47">
              <a:extLst>
                <a:ext uri="{FF2B5EF4-FFF2-40B4-BE49-F238E27FC236}">
                  <a16:creationId xmlns:a16="http://schemas.microsoft.com/office/drawing/2014/main" id="{5FEE5DBE-5044-9FB2-7F61-897F8D84B3B3}"/>
                </a:ext>
              </a:extLst>
            </p:cNvPr>
            <p:cNvSpPr/>
            <p:nvPr/>
          </p:nvSpPr>
          <p:spPr>
            <a:xfrm>
              <a:off x="-9978245" y="-7426953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731" y="98854"/>
                  </a:moveTo>
                  <a:cubicBezTo>
                    <a:pt x="62132" y="98854"/>
                    <a:pt x="42592" y="86375"/>
                    <a:pt x="27485" y="71350"/>
                  </a:cubicBezTo>
                  <a:cubicBezTo>
                    <a:pt x="7945" y="51810"/>
                    <a:pt x="-7736" y="23567"/>
                    <a:pt x="4086" y="7804"/>
                  </a:cubicBezTo>
                  <a:cubicBezTo>
                    <a:pt x="4415" y="7394"/>
                    <a:pt x="5154" y="6408"/>
                    <a:pt x="5482" y="6080"/>
                  </a:cubicBezTo>
                  <a:cubicBezTo>
                    <a:pt x="9834" y="1729"/>
                    <a:pt x="19357" y="-3854"/>
                    <a:pt x="37665" y="3781"/>
                  </a:cubicBezTo>
                  <a:cubicBezTo>
                    <a:pt x="48668" y="8297"/>
                    <a:pt x="60654" y="16753"/>
                    <a:pt x="71410" y="27508"/>
                  </a:cubicBezTo>
                  <a:cubicBezTo>
                    <a:pt x="88404" y="44503"/>
                    <a:pt x="98913" y="63797"/>
                    <a:pt x="98913" y="77836"/>
                  </a:cubicBezTo>
                  <a:cubicBezTo>
                    <a:pt x="98913" y="85718"/>
                    <a:pt x="95711" y="90480"/>
                    <a:pt x="93084" y="93107"/>
                  </a:cubicBezTo>
                  <a:cubicBezTo>
                    <a:pt x="92838" y="93353"/>
                    <a:pt x="92674" y="93517"/>
                    <a:pt x="92427" y="93764"/>
                  </a:cubicBezTo>
                  <a:lnTo>
                    <a:pt x="90868" y="95077"/>
                  </a:lnTo>
                  <a:cubicBezTo>
                    <a:pt x="90210" y="95570"/>
                    <a:pt x="89554" y="95981"/>
                    <a:pt x="88815" y="96309"/>
                  </a:cubicBezTo>
                  <a:cubicBezTo>
                    <a:pt x="85449" y="98115"/>
                    <a:pt x="81755" y="98936"/>
                    <a:pt x="77731" y="98936"/>
                  </a:cubicBezTo>
                  <a:close/>
                  <a:moveTo>
                    <a:pt x="86434" y="86293"/>
                  </a:moveTo>
                  <a:lnTo>
                    <a:pt x="86434" y="86293"/>
                  </a:lnTo>
                  <a:lnTo>
                    <a:pt x="86434" y="86293"/>
                  </a:lnTo>
                  <a:close/>
                  <a:moveTo>
                    <a:pt x="19193" y="19052"/>
                  </a:moveTo>
                  <a:lnTo>
                    <a:pt x="19193" y="19052"/>
                  </a:lnTo>
                  <a:cubicBezTo>
                    <a:pt x="17551" y="21515"/>
                    <a:pt x="20835" y="38017"/>
                    <a:pt x="40785" y="57968"/>
                  </a:cubicBezTo>
                  <a:cubicBezTo>
                    <a:pt x="59258" y="76441"/>
                    <a:pt x="76171" y="81531"/>
                    <a:pt x="79620" y="79725"/>
                  </a:cubicBezTo>
                  <a:lnTo>
                    <a:pt x="79783" y="79560"/>
                  </a:lnTo>
                  <a:cubicBezTo>
                    <a:pt x="81590" y="76112"/>
                    <a:pt x="76582" y="59281"/>
                    <a:pt x="58027" y="40809"/>
                  </a:cubicBezTo>
                  <a:cubicBezTo>
                    <a:pt x="38241" y="21022"/>
                    <a:pt x="21903" y="17574"/>
                    <a:pt x="19111" y="191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981;p47">
              <a:extLst>
                <a:ext uri="{FF2B5EF4-FFF2-40B4-BE49-F238E27FC236}">
                  <a16:creationId xmlns:a16="http://schemas.microsoft.com/office/drawing/2014/main" id="{80F67D66-B5A5-CD00-B215-2ABC27A9350D}"/>
                </a:ext>
              </a:extLst>
            </p:cNvPr>
            <p:cNvSpPr/>
            <p:nvPr/>
          </p:nvSpPr>
          <p:spPr>
            <a:xfrm>
              <a:off x="-10025385" y="-7423045"/>
              <a:ext cx="139571" cy="155991"/>
            </a:xfrm>
            <a:custGeom>
              <a:avLst/>
              <a:gdLst/>
              <a:ahLst/>
              <a:cxnLst/>
              <a:rect l="l" t="t" r="r" b="b"/>
              <a:pathLst>
                <a:path w="139571" h="155991" extrusionOk="0">
                  <a:moveTo>
                    <a:pt x="27499" y="160955"/>
                  </a:moveTo>
                  <a:cubicBezTo>
                    <a:pt x="26022" y="160955"/>
                    <a:pt x="24544" y="160955"/>
                    <a:pt x="23149" y="160791"/>
                  </a:cubicBezTo>
                  <a:cubicBezTo>
                    <a:pt x="18879" y="160463"/>
                    <a:pt x="15349" y="157343"/>
                    <a:pt x="14610" y="153074"/>
                  </a:cubicBezTo>
                  <a:lnTo>
                    <a:pt x="160" y="74996"/>
                  </a:lnTo>
                  <a:cubicBezTo>
                    <a:pt x="-333" y="72369"/>
                    <a:pt x="325" y="69659"/>
                    <a:pt x="1966" y="67525"/>
                  </a:cubicBezTo>
                  <a:lnTo>
                    <a:pt x="51391" y="3650"/>
                  </a:lnTo>
                  <a:cubicBezTo>
                    <a:pt x="54593" y="-455"/>
                    <a:pt x="60422" y="-1194"/>
                    <a:pt x="64609" y="1926"/>
                  </a:cubicBezTo>
                  <a:cubicBezTo>
                    <a:pt x="68714" y="5046"/>
                    <a:pt x="69535" y="10957"/>
                    <a:pt x="66415" y="15062"/>
                  </a:cubicBezTo>
                  <a:cubicBezTo>
                    <a:pt x="64774" y="17525"/>
                    <a:pt x="68058" y="34027"/>
                    <a:pt x="88008" y="53978"/>
                  </a:cubicBezTo>
                  <a:cubicBezTo>
                    <a:pt x="106645" y="72615"/>
                    <a:pt x="123723" y="77623"/>
                    <a:pt x="126924" y="75653"/>
                  </a:cubicBezTo>
                  <a:cubicBezTo>
                    <a:pt x="131193" y="73025"/>
                    <a:pt x="136776" y="74257"/>
                    <a:pt x="139650" y="78362"/>
                  </a:cubicBezTo>
                  <a:cubicBezTo>
                    <a:pt x="142523" y="82467"/>
                    <a:pt x="141620" y="88132"/>
                    <a:pt x="137679" y="91169"/>
                  </a:cubicBezTo>
                  <a:lnTo>
                    <a:pt x="63214" y="148722"/>
                  </a:lnTo>
                  <a:cubicBezTo>
                    <a:pt x="53033" y="156686"/>
                    <a:pt x="40472" y="160955"/>
                    <a:pt x="27582" y="160955"/>
                  </a:cubicBezTo>
                  <a:close/>
                  <a:moveTo>
                    <a:pt x="19454" y="75735"/>
                  </a:moveTo>
                  <a:lnTo>
                    <a:pt x="31687" y="141826"/>
                  </a:lnTo>
                  <a:cubicBezTo>
                    <a:pt x="38912" y="141087"/>
                    <a:pt x="45808" y="138296"/>
                    <a:pt x="51638" y="133780"/>
                  </a:cubicBezTo>
                  <a:lnTo>
                    <a:pt x="107384" y="90677"/>
                  </a:lnTo>
                  <a:cubicBezTo>
                    <a:pt x="96136" y="85751"/>
                    <a:pt x="84478" y="77130"/>
                    <a:pt x="74625" y="67360"/>
                  </a:cubicBezTo>
                  <a:cubicBezTo>
                    <a:pt x="64938" y="57672"/>
                    <a:pt x="56235" y="45932"/>
                    <a:pt x="51309" y="34520"/>
                  </a:cubicBezTo>
                  <a:lnTo>
                    <a:pt x="19454" y="757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982;p47">
              <a:extLst>
                <a:ext uri="{FF2B5EF4-FFF2-40B4-BE49-F238E27FC236}">
                  <a16:creationId xmlns:a16="http://schemas.microsoft.com/office/drawing/2014/main" id="{E690C286-FA69-3BD3-CC15-887F8624781F}"/>
                </a:ext>
              </a:extLst>
            </p:cNvPr>
            <p:cNvSpPr/>
            <p:nvPr/>
          </p:nvSpPr>
          <p:spPr>
            <a:xfrm>
              <a:off x="-10316437" y="-7607013"/>
              <a:ext cx="418715" cy="1034472"/>
            </a:xfrm>
            <a:custGeom>
              <a:avLst/>
              <a:gdLst/>
              <a:ahLst/>
              <a:cxnLst/>
              <a:rect l="l" t="t" r="r" b="b"/>
              <a:pathLst>
                <a:path w="418715" h="1034472" extrusionOk="0">
                  <a:moveTo>
                    <a:pt x="345481" y="1040401"/>
                  </a:moveTo>
                  <a:cubicBezTo>
                    <a:pt x="344413" y="1040401"/>
                    <a:pt x="343264" y="1040237"/>
                    <a:pt x="342196" y="1039826"/>
                  </a:cubicBezTo>
                  <a:cubicBezTo>
                    <a:pt x="338831" y="1038595"/>
                    <a:pt x="336450" y="1035557"/>
                    <a:pt x="336039" y="1032027"/>
                  </a:cubicBezTo>
                  <a:lnTo>
                    <a:pt x="330457" y="983751"/>
                  </a:lnTo>
                  <a:lnTo>
                    <a:pt x="2709" y="320622"/>
                  </a:lnTo>
                  <a:cubicBezTo>
                    <a:pt x="1067" y="318897"/>
                    <a:pt x="82" y="316681"/>
                    <a:pt x="0" y="314300"/>
                  </a:cubicBezTo>
                  <a:cubicBezTo>
                    <a:pt x="0" y="311755"/>
                    <a:pt x="903" y="309292"/>
                    <a:pt x="2627" y="307485"/>
                  </a:cubicBezTo>
                  <a:lnTo>
                    <a:pt x="295071" y="2891"/>
                  </a:lnTo>
                  <a:cubicBezTo>
                    <a:pt x="298108" y="-311"/>
                    <a:pt x="302871" y="-886"/>
                    <a:pt x="306647" y="1331"/>
                  </a:cubicBezTo>
                  <a:cubicBezTo>
                    <a:pt x="310423" y="3547"/>
                    <a:pt x="312148" y="8063"/>
                    <a:pt x="310834" y="12250"/>
                  </a:cubicBezTo>
                  <a:lnTo>
                    <a:pt x="281770" y="105763"/>
                  </a:lnTo>
                  <a:lnTo>
                    <a:pt x="426514" y="887529"/>
                  </a:lnTo>
                  <a:cubicBezTo>
                    <a:pt x="426597" y="888104"/>
                    <a:pt x="426679" y="888678"/>
                    <a:pt x="426679" y="889253"/>
                  </a:cubicBezTo>
                  <a:cubicBezTo>
                    <a:pt x="426843" y="891962"/>
                    <a:pt x="429388" y="964868"/>
                    <a:pt x="351720" y="1037856"/>
                  </a:cubicBezTo>
                  <a:cubicBezTo>
                    <a:pt x="349914" y="1039498"/>
                    <a:pt x="347615" y="1040401"/>
                    <a:pt x="345234" y="1040401"/>
                  </a:cubicBezTo>
                  <a:close/>
                  <a:moveTo>
                    <a:pt x="21264" y="315449"/>
                  </a:moveTo>
                  <a:lnTo>
                    <a:pt x="348190" y="976855"/>
                  </a:lnTo>
                  <a:cubicBezTo>
                    <a:pt x="348683" y="977840"/>
                    <a:pt x="349011" y="978907"/>
                    <a:pt x="349094" y="979975"/>
                  </a:cubicBezTo>
                  <a:lnTo>
                    <a:pt x="352623" y="1010434"/>
                  </a:lnTo>
                  <a:cubicBezTo>
                    <a:pt x="407303" y="951404"/>
                    <a:pt x="408124" y="895903"/>
                    <a:pt x="408042" y="890238"/>
                  </a:cubicBezTo>
                  <a:lnTo>
                    <a:pt x="262969" y="106995"/>
                  </a:lnTo>
                  <a:cubicBezTo>
                    <a:pt x="262723" y="105517"/>
                    <a:pt x="262805" y="103957"/>
                    <a:pt x="263215" y="102479"/>
                  </a:cubicBezTo>
                  <a:lnTo>
                    <a:pt x="281114" y="44844"/>
                  </a:lnTo>
                  <a:lnTo>
                    <a:pt x="21182" y="3155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983;p47">
              <a:extLst>
                <a:ext uri="{FF2B5EF4-FFF2-40B4-BE49-F238E27FC236}">
                  <a16:creationId xmlns:a16="http://schemas.microsoft.com/office/drawing/2014/main" id="{DD2014AB-0EDD-CF65-9913-96481035EBCC}"/>
                </a:ext>
              </a:extLst>
            </p:cNvPr>
            <p:cNvSpPr/>
            <p:nvPr/>
          </p:nvSpPr>
          <p:spPr>
            <a:xfrm>
              <a:off x="-10473362" y="-7922015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862" y="98766"/>
                  </a:moveTo>
                  <a:cubicBezTo>
                    <a:pt x="62181" y="98766"/>
                    <a:pt x="42394" y="86204"/>
                    <a:pt x="27534" y="71344"/>
                  </a:cubicBezTo>
                  <a:cubicBezTo>
                    <a:pt x="8323" y="52132"/>
                    <a:pt x="-6702" y="25449"/>
                    <a:pt x="3068" y="9275"/>
                  </a:cubicBezTo>
                  <a:cubicBezTo>
                    <a:pt x="3232" y="8947"/>
                    <a:pt x="3561" y="8454"/>
                    <a:pt x="3807" y="8208"/>
                  </a:cubicBezTo>
                  <a:lnTo>
                    <a:pt x="5039" y="6648"/>
                  </a:lnTo>
                  <a:cubicBezTo>
                    <a:pt x="5039" y="6648"/>
                    <a:pt x="5531" y="5991"/>
                    <a:pt x="5860" y="5745"/>
                  </a:cubicBezTo>
                  <a:cubicBezTo>
                    <a:pt x="20309" y="-8541"/>
                    <a:pt x="49783" y="5745"/>
                    <a:pt x="71458" y="27420"/>
                  </a:cubicBezTo>
                  <a:cubicBezTo>
                    <a:pt x="93133" y="49094"/>
                    <a:pt x="107501" y="78651"/>
                    <a:pt x="93215" y="93018"/>
                  </a:cubicBezTo>
                  <a:cubicBezTo>
                    <a:pt x="93051" y="93183"/>
                    <a:pt x="92804" y="93429"/>
                    <a:pt x="92640" y="93593"/>
                  </a:cubicBezTo>
                  <a:lnTo>
                    <a:pt x="92230" y="93921"/>
                  </a:lnTo>
                  <a:cubicBezTo>
                    <a:pt x="92230" y="93921"/>
                    <a:pt x="91490" y="94496"/>
                    <a:pt x="91409" y="94578"/>
                  </a:cubicBezTo>
                  <a:cubicBezTo>
                    <a:pt x="87550" y="97534"/>
                    <a:pt x="82953" y="98766"/>
                    <a:pt x="77945" y="98766"/>
                  </a:cubicBezTo>
                  <a:close/>
                  <a:moveTo>
                    <a:pt x="86482" y="86368"/>
                  </a:moveTo>
                  <a:lnTo>
                    <a:pt x="86482" y="86368"/>
                  </a:lnTo>
                  <a:lnTo>
                    <a:pt x="86482" y="86368"/>
                  </a:lnTo>
                  <a:close/>
                  <a:moveTo>
                    <a:pt x="19078" y="19292"/>
                  </a:moveTo>
                  <a:cubicBezTo>
                    <a:pt x="17599" y="22822"/>
                    <a:pt x="21787" y="38914"/>
                    <a:pt x="40835" y="57961"/>
                  </a:cubicBezTo>
                  <a:cubicBezTo>
                    <a:pt x="60867" y="77912"/>
                    <a:pt x="77287" y="81278"/>
                    <a:pt x="79750" y="79636"/>
                  </a:cubicBezTo>
                  <a:lnTo>
                    <a:pt x="79750" y="79636"/>
                  </a:lnTo>
                  <a:cubicBezTo>
                    <a:pt x="81639" y="76352"/>
                    <a:pt x="76713" y="59439"/>
                    <a:pt x="58076" y="40720"/>
                  </a:cubicBezTo>
                  <a:cubicBezTo>
                    <a:pt x="39603" y="22329"/>
                    <a:pt x="22936" y="17239"/>
                    <a:pt x="19242" y="18963"/>
                  </a:cubicBezTo>
                  <a:lnTo>
                    <a:pt x="18996" y="19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984;p47">
              <a:extLst>
                <a:ext uri="{FF2B5EF4-FFF2-40B4-BE49-F238E27FC236}">
                  <a16:creationId xmlns:a16="http://schemas.microsoft.com/office/drawing/2014/main" id="{A7CD30E5-1B6E-BB00-F81E-DD5536BBD1AC}"/>
                </a:ext>
              </a:extLst>
            </p:cNvPr>
            <p:cNvSpPr/>
            <p:nvPr/>
          </p:nvSpPr>
          <p:spPr>
            <a:xfrm>
              <a:off x="-10539420" y="-7917315"/>
              <a:ext cx="155991" cy="139571"/>
            </a:xfrm>
            <a:custGeom>
              <a:avLst/>
              <a:gdLst/>
              <a:ahLst/>
              <a:cxnLst/>
              <a:rect l="l" t="t" r="r" b="b"/>
              <a:pathLst>
                <a:path w="155991" h="139571" extrusionOk="0">
                  <a:moveTo>
                    <a:pt x="87599" y="141355"/>
                  </a:moveTo>
                  <a:cubicBezTo>
                    <a:pt x="87023" y="141355"/>
                    <a:pt x="86449" y="141355"/>
                    <a:pt x="85874" y="141191"/>
                  </a:cubicBezTo>
                  <a:lnTo>
                    <a:pt x="7878" y="126741"/>
                  </a:lnTo>
                  <a:cubicBezTo>
                    <a:pt x="3691" y="125920"/>
                    <a:pt x="490" y="122472"/>
                    <a:pt x="161" y="118121"/>
                  </a:cubicBezTo>
                  <a:cubicBezTo>
                    <a:pt x="-906" y="103588"/>
                    <a:pt x="3363" y="89385"/>
                    <a:pt x="12147" y="78055"/>
                  </a:cubicBezTo>
                  <a:lnTo>
                    <a:pt x="69700" y="3672"/>
                  </a:lnTo>
                  <a:cubicBezTo>
                    <a:pt x="72738" y="-269"/>
                    <a:pt x="78403" y="-1172"/>
                    <a:pt x="82508" y="1619"/>
                  </a:cubicBezTo>
                  <a:cubicBezTo>
                    <a:pt x="86614" y="4493"/>
                    <a:pt x="87844" y="9993"/>
                    <a:pt x="85217" y="14263"/>
                  </a:cubicBezTo>
                  <a:cubicBezTo>
                    <a:pt x="83411" y="17218"/>
                    <a:pt x="87352" y="33721"/>
                    <a:pt x="106892" y="53179"/>
                  </a:cubicBezTo>
                  <a:cubicBezTo>
                    <a:pt x="126924" y="73129"/>
                    <a:pt x="143345" y="76495"/>
                    <a:pt x="145808" y="74853"/>
                  </a:cubicBezTo>
                  <a:cubicBezTo>
                    <a:pt x="150077" y="71980"/>
                    <a:pt x="155988" y="72883"/>
                    <a:pt x="158944" y="76988"/>
                  </a:cubicBezTo>
                  <a:cubicBezTo>
                    <a:pt x="161900" y="81093"/>
                    <a:pt x="161325" y="86676"/>
                    <a:pt x="157302" y="89796"/>
                  </a:cubicBezTo>
                  <a:lnTo>
                    <a:pt x="93345" y="139221"/>
                  </a:lnTo>
                  <a:cubicBezTo>
                    <a:pt x="91704" y="140534"/>
                    <a:pt x="89651" y="141191"/>
                    <a:pt x="87599" y="141191"/>
                  </a:cubicBezTo>
                  <a:close/>
                  <a:moveTo>
                    <a:pt x="19126" y="109582"/>
                  </a:moveTo>
                  <a:lnTo>
                    <a:pt x="85135" y="121815"/>
                  </a:lnTo>
                  <a:lnTo>
                    <a:pt x="126432" y="89878"/>
                  </a:lnTo>
                  <a:cubicBezTo>
                    <a:pt x="115102" y="84952"/>
                    <a:pt x="103279" y="76249"/>
                    <a:pt x="93592" y="66561"/>
                  </a:cubicBezTo>
                  <a:cubicBezTo>
                    <a:pt x="83821" y="56791"/>
                    <a:pt x="75119" y="45133"/>
                    <a:pt x="70276" y="33803"/>
                  </a:cubicBezTo>
                  <a:lnTo>
                    <a:pt x="27172" y="89549"/>
                  </a:lnTo>
                  <a:cubicBezTo>
                    <a:pt x="22657" y="95378"/>
                    <a:pt x="19948" y="102275"/>
                    <a:pt x="19208" y="1095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985;p47">
              <a:extLst>
                <a:ext uri="{FF2B5EF4-FFF2-40B4-BE49-F238E27FC236}">
                  <a16:creationId xmlns:a16="http://schemas.microsoft.com/office/drawing/2014/main" id="{64EE06B5-5B76-705E-4012-9A658103FA54}"/>
                </a:ext>
              </a:extLst>
            </p:cNvPr>
            <p:cNvSpPr/>
            <p:nvPr/>
          </p:nvSpPr>
          <p:spPr>
            <a:xfrm>
              <a:off x="-11234829" y="-7911963"/>
              <a:ext cx="1034472" cy="418715"/>
            </a:xfrm>
            <a:custGeom>
              <a:avLst/>
              <a:gdLst/>
              <a:ahLst/>
              <a:cxnLst/>
              <a:rect l="l" t="t" r="r" b="b"/>
              <a:pathLst>
                <a:path w="1034472" h="418715" extrusionOk="0">
                  <a:moveTo>
                    <a:pt x="726358" y="426887"/>
                  </a:moveTo>
                  <a:cubicBezTo>
                    <a:pt x="724059" y="426887"/>
                    <a:pt x="721678" y="426067"/>
                    <a:pt x="719872" y="424342"/>
                  </a:cubicBezTo>
                  <a:lnTo>
                    <a:pt x="56660" y="96513"/>
                  </a:lnTo>
                  <a:lnTo>
                    <a:pt x="8384" y="90848"/>
                  </a:lnTo>
                  <a:cubicBezTo>
                    <a:pt x="4854" y="90438"/>
                    <a:pt x="1817" y="88057"/>
                    <a:pt x="585" y="84691"/>
                  </a:cubicBezTo>
                  <a:cubicBezTo>
                    <a:pt x="-647" y="81324"/>
                    <a:pt x="93" y="77630"/>
                    <a:pt x="2555" y="75003"/>
                  </a:cubicBezTo>
                  <a:cubicBezTo>
                    <a:pt x="75461" y="-2747"/>
                    <a:pt x="148449" y="-120"/>
                    <a:pt x="151569" y="44"/>
                  </a:cubicBezTo>
                  <a:cubicBezTo>
                    <a:pt x="151980" y="44"/>
                    <a:pt x="152390" y="44"/>
                    <a:pt x="152801" y="209"/>
                  </a:cubicBezTo>
                  <a:lnTo>
                    <a:pt x="934566" y="144953"/>
                  </a:lnTo>
                  <a:lnTo>
                    <a:pt x="1028162" y="115889"/>
                  </a:lnTo>
                  <a:cubicBezTo>
                    <a:pt x="1032349" y="114575"/>
                    <a:pt x="1036864" y="116299"/>
                    <a:pt x="1039081" y="120076"/>
                  </a:cubicBezTo>
                  <a:cubicBezTo>
                    <a:pt x="1041298" y="123853"/>
                    <a:pt x="1040641" y="128615"/>
                    <a:pt x="1037521" y="131652"/>
                  </a:cubicBezTo>
                  <a:lnTo>
                    <a:pt x="732844" y="424178"/>
                  </a:lnTo>
                  <a:cubicBezTo>
                    <a:pt x="731037" y="425902"/>
                    <a:pt x="728657" y="426806"/>
                    <a:pt x="726276" y="426806"/>
                  </a:cubicBezTo>
                  <a:close/>
                  <a:moveTo>
                    <a:pt x="30059" y="74346"/>
                  </a:moveTo>
                  <a:lnTo>
                    <a:pt x="60519" y="77876"/>
                  </a:lnTo>
                  <a:cubicBezTo>
                    <a:pt x="61586" y="78040"/>
                    <a:pt x="62654" y="78287"/>
                    <a:pt x="63639" y="78779"/>
                  </a:cubicBezTo>
                  <a:lnTo>
                    <a:pt x="724880" y="405706"/>
                  </a:lnTo>
                  <a:lnTo>
                    <a:pt x="995649" y="145774"/>
                  </a:lnTo>
                  <a:lnTo>
                    <a:pt x="937933" y="163672"/>
                  </a:lnTo>
                  <a:cubicBezTo>
                    <a:pt x="936454" y="164082"/>
                    <a:pt x="934895" y="164246"/>
                    <a:pt x="933417" y="163918"/>
                  </a:cubicBezTo>
                  <a:lnTo>
                    <a:pt x="150173" y="18846"/>
                  </a:lnTo>
                  <a:cubicBezTo>
                    <a:pt x="144180" y="18763"/>
                    <a:pt x="88761" y="19995"/>
                    <a:pt x="30059" y="742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986;p47">
              <a:extLst>
                <a:ext uri="{FF2B5EF4-FFF2-40B4-BE49-F238E27FC236}">
                  <a16:creationId xmlns:a16="http://schemas.microsoft.com/office/drawing/2014/main" id="{2E2447D2-00E6-847C-B7EC-E7D964728919}"/>
                </a:ext>
              </a:extLst>
            </p:cNvPr>
            <p:cNvSpPr/>
            <p:nvPr/>
          </p:nvSpPr>
          <p:spPr>
            <a:xfrm>
              <a:off x="-10792700" y="-7026421"/>
              <a:ext cx="238092" cy="410505"/>
            </a:xfrm>
            <a:custGeom>
              <a:avLst/>
              <a:gdLst/>
              <a:ahLst/>
              <a:cxnLst/>
              <a:rect l="l" t="t" r="r" b="b"/>
              <a:pathLst>
                <a:path w="238092" h="410505" extrusionOk="0">
                  <a:moveTo>
                    <a:pt x="191044" y="412191"/>
                  </a:moveTo>
                  <a:cubicBezTo>
                    <a:pt x="191044" y="412191"/>
                    <a:pt x="190387" y="412191"/>
                    <a:pt x="189977" y="412191"/>
                  </a:cubicBezTo>
                  <a:cubicBezTo>
                    <a:pt x="187102" y="411862"/>
                    <a:pt x="184558" y="410302"/>
                    <a:pt x="183080" y="407839"/>
                  </a:cubicBezTo>
                  <a:lnTo>
                    <a:pt x="1472" y="119993"/>
                  </a:lnTo>
                  <a:cubicBezTo>
                    <a:pt x="-1237" y="115806"/>
                    <a:pt x="-87" y="110223"/>
                    <a:pt x="3936" y="107268"/>
                  </a:cubicBezTo>
                  <a:lnTo>
                    <a:pt x="151471" y="1768"/>
                  </a:lnTo>
                  <a:cubicBezTo>
                    <a:pt x="154017" y="-38"/>
                    <a:pt x="157382" y="-531"/>
                    <a:pt x="160338" y="618"/>
                  </a:cubicBezTo>
                  <a:cubicBezTo>
                    <a:pt x="163294" y="1768"/>
                    <a:pt x="165511" y="4313"/>
                    <a:pt x="166167" y="7433"/>
                  </a:cubicBezTo>
                  <a:lnTo>
                    <a:pt x="242357" y="358497"/>
                  </a:lnTo>
                  <a:cubicBezTo>
                    <a:pt x="243014" y="361616"/>
                    <a:pt x="242111" y="364901"/>
                    <a:pt x="239812" y="367199"/>
                  </a:cubicBezTo>
                  <a:lnTo>
                    <a:pt x="197612" y="409399"/>
                  </a:lnTo>
                  <a:cubicBezTo>
                    <a:pt x="195806" y="411205"/>
                    <a:pt x="193424" y="412191"/>
                    <a:pt x="190962" y="412191"/>
                  </a:cubicBezTo>
                  <a:close/>
                  <a:moveTo>
                    <a:pt x="22244" y="117448"/>
                  </a:moveTo>
                  <a:lnTo>
                    <a:pt x="192768" y="387725"/>
                  </a:lnTo>
                  <a:lnTo>
                    <a:pt x="222982" y="357511"/>
                  </a:lnTo>
                  <a:lnTo>
                    <a:pt x="150897" y="25495"/>
                  </a:lnTo>
                  <a:lnTo>
                    <a:pt x="22244" y="1174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987;p47">
              <a:extLst>
                <a:ext uri="{FF2B5EF4-FFF2-40B4-BE49-F238E27FC236}">
                  <a16:creationId xmlns:a16="http://schemas.microsoft.com/office/drawing/2014/main" id="{E7D9CEBD-6ED4-0864-134F-8CA2077AAAD5}"/>
                </a:ext>
              </a:extLst>
            </p:cNvPr>
            <p:cNvSpPr/>
            <p:nvPr/>
          </p:nvSpPr>
          <p:spPr>
            <a:xfrm>
              <a:off x="-10752725" y="-7981610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917" y="99001"/>
                  </a:moveTo>
                  <a:cubicBezTo>
                    <a:pt x="62318" y="99001"/>
                    <a:pt x="42368" y="86358"/>
                    <a:pt x="27507" y="71497"/>
                  </a:cubicBezTo>
                  <a:cubicBezTo>
                    <a:pt x="8460" y="52450"/>
                    <a:pt x="-6401" y="26178"/>
                    <a:pt x="2794" y="9922"/>
                  </a:cubicBezTo>
                  <a:cubicBezTo>
                    <a:pt x="3123" y="9347"/>
                    <a:pt x="3451" y="8772"/>
                    <a:pt x="3780" y="8280"/>
                  </a:cubicBezTo>
                  <a:lnTo>
                    <a:pt x="5011" y="6720"/>
                  </a:lnTo>
                  <a:cubicBezTo>
                    <a:pt x="5011" y="6720"/>
                    <a:pt x="5503" y="6145"/>
                    <a:pt x="5750" y="5817"/>
                  </a:cubicBezTo>
                  <a:cubicBezTo>
                    <a:pt x="20200" y="-8633"/>
                    <a:pt x="49674" y="5817"/>
                    <a:pt x="71431" y="27491"/>
                  </a:cubicBezTo>
                  <a:cubicBezTo>
                    <a:pt x="93106" y="49166"/>
                    <a:pt x="107555" y="78722"/>
                    <a:pt x="93106" y="93172"/>
                  </a:cubicBezTo>
                  <a:lnTo>
                    <a:pt x="92696" y="93583"/>
                  </a:lnTo>
                  <a:cubicBezTo>
                    <a:pt x="92696" y="93583"/>
                    <a:pt x="91874" y="94321"/>
                    <a:pt x="91464" y="94568"/>
                  </a:cubicBezTo>
                  <a:cubicBezTo>
                    <a:pt x="91382" y="94650"/>
                    <a:pt x="91217" y="94732"/>
                    <a:pt x="91135" y="94814"/>
                  </a:cubicBezTo>
                  <a:cubicBezTo>
                    <a:pt x="87359" y="97688"/>
                    <a:pt x="82843" y="98919"/>
                    <a:pt x="77835" y="98919"/>
                  </a:cubicBezTo>
                  <a:close/>
                  <a:moveTo>
                    <a:pt x="86045" y="86932"/>
                  </a:moveTo>
                  <a:lnTo>
                    <a:pt x="86045" y="86932"/>
                  </a:lnTo>
                  <a:lnTo>
                    <a:pt x="86045" y="86932"/>
                  </a:lnTo>
                  <a:close/>
                  <a:moveTo>
                    <a:pt x="19297" y="19199"/>
                  </a:moveTo>
                  <a:cubicBezTo>
                    <a:pt x="19297" y="19199"/>
                    <a:pt x="19297" y="19199"/>
                    <a:pt x="19297" y="19199"/>
                  </a:cubicBezTo>
                  <a:cubicBezTo>
                    <a:pt x="17327" y="22401"/>
                    <a:pt x="22335" y="39560"/>
                    <a:pt x="40889" y="58115"/>
                  </a:cubicBezTo>
                  <a:cubicBezTo>
                    <a:pt x="60594" y="77819"/>
                    <a:pt x="76850" y="81350"/>
                    <a:pt x="79723" y="79872"/>
                  </a:cubicBezTo>
                  <a:cubicBezTo>
                    <a:pt x="79723" y="79872"/>
                    <a:pt x="79723" y="79872"/>
                    <a:pt x="79805" y="79872"/>
                  </a:cubicBezTo>
                  <a:cubicBezTo>
                    <a:pt x="81366" y="77162"/>
                    <a:pt x="77917" y="60824"/>
                    <a:pt x="58130" y="40956"/>
                  </a:cubicBezTo>
                  <a:cubicBezTo>
                    <a:pt x="38508" y="21334"/>
                    <a:pt x="22417" y="17803"/>
                    <a:pt x="19379" y="19199"/>
                  </a:cubicBezTo>
                  <a:lnTo>
                    <a:pt x="19379" y="191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988;p47">
              <a:extLst>
                <a:ext uri="{FF2B5EF4-FFF2-40B4-BE49-F238E27FC236}">
                  <a16:creationId xmlns:a16="http://schemas.microsoft.com/office/drawing/2014/main" id="{C540B6CF-E258-7D88-DC19-11AE66EE510A}"/>
                </a:ext>
              </a:extLst>
            </p:cNvPr>
            <p:cNvSpPr/>
            <p:nvPr/>
          </p:nvSpPr>
          <p:spPr>
            <a:xfrm>
              <a:off x="-10818919" y="-7976737"/>
              <a:ext cx="155991" cy="139571"/>
            </a:xfrm>
            <a:custGeom>
              <a:avLst/>
              <a:gdLst/>
              <a:ahLst/>
              <a:cxnLst/>
              <a:rect l="l" t="t" r="r" b="b"/>
              <a:pathLst>
                <a:path w="155991" h="139571" extrusionOk="0">
                  <a:moveTo>
                    <a:pt x="79580" y="147577"/>
                  </a:moveTo>
                  <a:cubicBezTo>
                    <a:pt x="79005" y="147577"/>
                    <a:pt x="78431" y="147577"/>
                    <a:pt x="77855" y="147412"/>
                  </a:cubicBezTo>
                  <a:lnTo>
                    <a:pt x="9137" y="134687"/>
                  </a:lnTo>
                  <a:cubicBezTo>
                    <a:pt x="5443" y="134030"/>
                    <a:pt x="2569" y="131238"/>
                    <a:pt x="1666" y="127626"/>
                  </a:cubicBezTo>
                  <a:cubicBezTo>
                    <a:pt x="-2521" y="110220"/>
                    <a:pt x="1256" y="92158"/>
                    <a:pt x="12175" y="78119"/>
                  </a:cubicBezTo>
                  <a:lnTo>
                    <a:pt x="69810" y="3654"/>
                  </a:lnTo>
                  <a:cubicBezTo>
                    <a:pt x="72847" y="-287"/>
                    <a:pt x="78513" y="-1191"/>
                    <a:pt x="82618" y="1683"/>
                  </a:cubicBezTo>
                  <a:cubicBezTo>
                    <a:pt x="86723" y="4557"/>
                    <a:pt x="87955" y="10139"/>
                    <a:pt x="85327" y="14409"/>
                  </a:cubicBezTo>
                  <a:cubicBezTo>
                    <a:pt x="83357" y="17611"/>
                    <a:pt x="88365" y="34770"/>
                    <a:pt x="106920" y="53325"/>
                  </a:cubicBezTo>
                  <a:cubicBezTo>
                    <a:pt x="126953" y="73275"/>
                    <a:pt x="143373" y="76641"/>
                    <a:pt x="145917" y="74999"/>
                  </a:cubicBezTo>
                  <a:cubicBezTo>
                    <a:pt x="150105" y="72126"/>
                    <a:pt x="156098" y="73029"/>
                    <a:pt x="159053" y="77134"/>
                  </a:cubicBezTo>
                  <a:cubicBezTo>
                    <a:pt x="162009" y="81239"/>
                    <a:pt x="161435" y="86904"/>
                    <a:pt x="157412" y="90024"/>
                  </a:cubicBezTo>
                  <a:lnTo>
                    <a:pt x="85409" y="145688"/>
                  </a:lnTo>
                  <a:cubicBezTo>
                    <a:pt x="83767" y="147002"/>
                    <a:pt x="81715" y="147659"/>
                    <a:pt x="79662" y="147659"/>
                  </a:cubicBezTo>
                  <a:close/>
                  <a:moveTo>
                    <a:pt x="19072" y="117281"/>
                  </a:moveTo>
                  <a:lnTo>
                    <a:pt x="77117" y="128036"/>
                  </a:lnTo>
                  <a:lnTo>
                    <a:pt x="126460" y="89942"/>
                  </a:lnTo>
                  <a:cubicBezTo>
                    <a:pt x="115047" y="85015"/>
                    <a:pt x="103308" y="76313"/>
                    <a:pt x="93537" y="66625"/>
                  </a:cubicBezTo>
                  <a:cubicBezTo>
                    <a:pt x="83767" y="56855"/>
                    <a:pt x="75064" y="45197"/>
                    <a:pt x="70221" y="33949"/>
                  </a:cubicBezTo>
                  <a:lnTo>
                    <a:pt x="27118" y="89695"/>
                  </a:lnTo>
                  <a:cubicBezTo>
                    <a:pt x="20960" y="97659"/>
                    <a:pt x="18169" y="107429"/>
                    <a:pt x="19072" y="1172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989;p47">
              <a:extLst>
                <a:ext uri="{FF2B5EF4-FFF2-40B4-BE49-F238E27FC236}">
                  <a16:creationId xmlns:a16="http://schemas.microsoft.com/office/drawing/2014/main" id="{DEFAC8B9-0330-7AFD-F47F-0AD1A96FBE6E}"/>
                </a:ext>
              </a:extLst>
            </p:cNvPr>
            <p:cNvSpPr/>
            <p:nvPr/>
          </p:nvSpPr>
          <p:spPr>
            <a:xfrm>
              <a:off x="-10990682" y="-6991522"/>
              <a:ext cx="180622" cy="180622"/>
            </a:xfrm>
            <a:custGeom>
              <a:avLst/>
              <a:gdLst/>
              <a:ahLst/>
              <a:cxnLst/>
              <a:rect l="l" t="t" r="r" b="b"/>
              <a:pathLst>
                <a:path w="180622" h="180622" extrusionOk="0">
                  <a:moveTo>
                    <a:pt x="30491" y="180824"/>
                  </a:moveTo>
                  <a:cubicBezTo>
                    <a:pt x="22691" y="180824"/>
                    <a:pt x="14809" y="177786"/>
                    <a:pt x="8898" y="171875"/>
                  </a:cubicBezTo>
                  <a:cubicBezTo>
                    <a:pt x="-2103" y="160791"/>
                    <a:pt x="-3006" y="143385"/>
                    <a:pt x="6763" y="131234"/>
                  </a:cubicBezTo>
                  <a:lnTo>
                    <a:pt x="105285" y="8822"/>
                  </a:lnTo>
                  <a:cubicBezTo>
                    <a:pt x="106927" y="6851"/>
                    <a:pt x="109225" y="5538"/>
                    <a:pt x="111771" y="5374"/>
                  </a:cubicBezTo>
                  <a:lnTo>
                    <a:pt x="170555" y="37"/>
                  </a:lnTo>
                  <a:cubicBezTo>
                    <a:pt x="173347" y="-209"/>
                    <a:pt x="176138" y="776"/>
                    <a:pt x="178108" y="2746"/>
                  </a:cubicBezTo>
                  <a:cubicBezTo>
                    <a:pt x="180078" y="4717"/>
                    <a:pt x="181064" y="7508"/>
                    <a:pt x="180818" y="10300"/>
                  </a:cubicBezTo>
                  <a:lnTo>
                    <a:pt x="175399" y="69166"/>
                  </a:lnTo>
                  <a:cubicBezTo>
                    <a:pt x="175153" y="71711"/>
                    <a:pt x="173921" y="74092"/>
                    <a:pt x="171951" y="75652"/>
                  </a:cubicBezTo>
                  <a:lnTo>
                    <a:pt x="49620" y="174173"/>
                  </a:lnTo>
                  <a:cubicBezTo>
                    <a:pt x="44037" y="178689"/>
                    <a:pt x="37305" y="180906"/>
                    <a:pt x="30573" y="180906"/>
                  </a:cubicBezTo>
                  <a:close/>
                  <a:moveTo>
                    <a:pt x="117435" y="23764"/>
                  </a:moveTo>
                  <a:lnTo>
                    <a:pt x="21460" y="142975"/>
                  </a:lnTo>
                  <a:cubicBezTo>
                    <a:pt x="17765" y="147573"/>
                    <a:pt x="18093" y="154305"/>
                    <a:pt x="22281" y="158492"/>
                  </a:cubicBezTo>
                  <a:cubicBezTo>
                    <a:pt x="26468" y="162679"/>
                    <a:pt x="33117" y="163090"/>
                    <a:pt x="37716" y="159313"/>
                  </a:cubicBezTo>
                  <a:lnTo>
                    <a:pt x="157009" y="63337"/>
                  </a:lnTo>
                  <a:lnTo>
                    <a:pt x="161031" y="19741"/>
                  </a:lnTo>
                  <a:lnTo>
                    <a:pt x="117518" y="236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990;p47">
              <a:extLst>
                <a:ext uri="{FF2B5EF4-FFF2-40B4-BE49-F238E27FC236}">
                  <a16:creationId xmlns:a16="http://schemas.microsoft.com/office/drawing/2014/main" id="{6EC575C2-FA4E-5025-0119-6060E3E3D16F}"/>
                </a:ext>
              </a:extLst>
            </p:cNvPr>
            <p:cNvSpPr/>
            <p:nvPr/>
          </p:nvSpPr>
          <p:spPr>
            <a:xfrm>
              <a:off x="-10945392" y="-8025664"/>
              <a:ext cx="1165834" cy="1165834"/>
            </a:xfrm>
            <a:custGeom>
              <a:avLst/>
              <a:gdLst/>
              <a:ahLst/>
              <a:cxnLst/>
              <a:rect l="l" t="t" r="r" b="b"/>
              <a:pathLst>
                <a:path w="1165834" h="1165834" extrusionOk="0">
                  <a:moveTo>
                    <a:pt x="97516" y="1169810"/>
                  </a:moveTo>
                  <a:cubicBezTo>
                    <a:pt x="95052" y="1169810"/>
                    <a:pt x="92671" y="1168907"/>
                    <a:pt x="90865" y="1167019"/>
                  </a:cubicBezTo>
                  <a:lnTo>
                    <a:pt x="71161" y="1147315"/>
                  </a:lnTo>
                  <a:cubicBezTo>
                    <a:pt x="71161" y="1147315"/>
                    <a:pt x="70751" y="1146822"/>
                    <a:pt x="70504" y="1146658"/>
                  </a:cubicBezTo>
                  <a:lnTo>
                    <a:pt x="68698" y="1144441"/>
                  </a:lnTo>
                  <a:cubicBezTo>
                    <a:pt x="67138" y="1142471"/>
                    <a:pt x="66317" y="1140008"/>
                    <a:pt x="66646" y="1137462"/>
                  </a:cubicBezTo>
                  <a:cubicBezTo>
                    <a:pt x="66891" y="1135000"/>
                    <a:pt x="68123" y="1132701"/>
                    <a:pt x="70093" y="1131059"/>
                  </a:cubicBezTo>
                  <a:lnTo>
                    <a:pt x="111801" y="1097561"/>
                  </a:lnTo>
                  <a:lnTo>
                    <a:pt x="115824" y="1053966"/>
                  </a:lnTo>
                  <a:lnTo>
                    <a:pt x="72310" y="1057907"/>
                  </a:lnTo>
                  <a:lnTo>
                    <a:pt x="38731" y="1099614"/>
                  </a:lnTo>
                  <a:cubicBezTo>
                    <a:pt x="37171" y="1101584"/>
                    <a:pt x="34873" y="1102816"/>
                    <a:pt x="32327" y="1103062"/>
                  </a:cubicBezTo>
                  <a:cubicBezTo>
                    <a:pt x="29782" y="1103391"/>
                    <a:pt x="27319" y="1102570"/>
                    <a:pt x="25349" y="1101010"/>
                  </a:cubicBezTo>
                  <a:lnTo>
                    <a:pt x="23132" y="1099203"/>
                  </a:lnTo>
                  <a:cubicBezTo>
                    <a:pt x="23132" y="1099203"/>
                    <a:pt x="22640" y="1098793"/>
                    <a:pt x="22475" y="1098547"/>
                  </a:cubicBezTo>
                  <a:lnTo>
                    <a:pt x="2771" y="1078842"/>
                  </a:lnTo>
                  <a:cubicBezTo>
                    <a:pt x="-513" y="1075558"/>
                    <a:pt x="-924" y="1070468"/>
                    <a:pt x="1786" y="1066691"/>
                  </a:cubicBezTo>
                  <a:lnTo>
                    <a:pt x="221488" y="759387"/>
                  </a:lnTo>
                  <a:cubicBezTo>
                    <a:pt x="273293" y="686974"/>
                    <a:pt x="332160" y="618912"/>
                    <a:pt x="396527" y="557090"/>
                  </a:cubicBezTo>
                  <a:lnTo>
                    <a:pt x="888641" y="84599"/>
                  </a:lnTo>
                  <a:cubicBezTo>
                    <a:pt x="914995" y="59230"/>
                    <a:pt x="943977" y="38951"/>
                    <a:pt x="974765" y="24501"/>
                  </a:cubicBezTo>
                  <a:cubicBezTo>
                    <a:pt x="1085848" y="-27961"/>
                    <a:pt x="1144385" y="19821"/>
                    <a:pt x="1146848" y="21956"/>
                  </a:cubicBezTo>
                  <a:cubicBezTo>
                    <a:pt x="1147259" y="22285"/>
                    <a:pt x="1147587" y="22695"/>
                    <a:pt x="1147998" y="23023"/>
                  </a:cubicBezTo>
                  <a:cubicBezTo>
                    <a:pt x="1150050" y="25486"/>
                    <a:pt x="1197915" y="83942"/>
                    <a:pt x="1145452" y="195025"/>
                  </a:cubicBezTo>
                  <a:cubicBezTo>
                    <a:pt x="1131003" y="225649"/>
                    <a:pt x="1110806" y="254630"/>
                    <a:pt x="1085273" y="281231"/>
                  </a:cubicBezTo>
                  <a:lnTo>
                    <a:pt x="612781" y="773344"/>
                  </a:lnTo>
                  <a:cubicBezTo>
                    <a:pt x="551205" y="837547"/>
                    <a:pt x="483144" y="896414"/>
                    <a:pt x="410485" y="948384"/>
                  </a:cubicBezTo>
                  <a:lnTo>
                    <a:pt x="103262" y="1168086"/>
                  </a:lnTo>
                  <a:cubicBezTo>
                    <a:pt x="101621" y="1169236"/>
                    <a:pt x="99649" y="1169810"/>
                    <a:pt x="97761" y="1169810"/>
                  </a:cubicBezTo>
                  <a:close/>
                  <a:moveTo>
                    <a:pt x="89798" y="1139351"/>
                  </a:moveTo>
                  <a:lnTo>
                    <a:pt x="98501" y="1148054"/>
                  </a:lnTo>
                  <a:lnTo>
                    <a:pt x="399237" y="933031"/>
                  </a:lnTo>
                  <a:cubicBezTo>
                    <a:pt x="470911" y="881718"/>
                    <a:pt x="538069" y="823672"/>
                    <a:pt x="598824" y="760290"/>
                  </a:cubicBezTo>
                  <a:lnTo>
                    <a:pt x="1071316" y="268177"/>
                  </a:lnTo>
                  <a:cubicBezTo>
                    <a:pt x="1095371" y="243054"/>
                    <a:pt x="1114501" y="215796"/>
                    <a:pt x="1128047" y="187061"/>
                  </a:cubicBezTo>
                  <a:lnTo>
                    <a:pt x="1128047" y="187061"/>
                  </a:lnTo>
                  <a:cubicBezTo>
                    <a:pt x="1172628" y="92563"/>
                    <a:pt x="1138720" y="42399"/>
                    <a:pt x="1133795" y="35913"/>
                  </a:cubicBezTo>
                  <a:cubicBezTo>
                    <a:pt x="1127390" y="31069"/>
                    <a:pt x="1077227" y="-3085"/>
                    <a:pt x="982564" y="41660"/>
                  </a:cubicBezTo>
                  <a:cubicBezTo>
                    <a:pt x="953664" y="55289"/>
                    <a:pt x="926407" y="74337"/>
                    <a:pt x="901448" y="98310"/>
                  </a:cubicBezTo>
                  <a:lnTo>
                    <a:pt x="409335" y="570801"/>
                  </a:lnTo>
                  <a:cubicBezTo>
                    <a:pt x="345789" y="631802"/>
                    <a:pt x="287661" y="698961"/>
                    <a:pt x="236594" y="770471"/>
                  </a:cubicBezTo>
                  <a:lnTo>
                    <a:pt x="21572" y="1071289"/>
                  </a:lnTo>
                  <a:lnTo>
                    <a:pt x="30274" y="1079992"/>
                  </a:lnTo>
                  <a:lnTo>
                    <a:pt x="59995" y="1043128"/>
                  </a:lnTo>
                  <a:cubicBezTo>
                    <a:pt x="61638" y="1041158"/>
                    <a:pt x="63936" y="1039844"/>
                    <a:pt x="66481" y="1039680"/>
                  </a:cubicBezTo>
                  <a:lnTo>
                    <a:pt x="125266" y="1034344"/>
                  </a:lnTo>
                  <a:cubicBezTo>
                    <a:pt x="128057" y="1034097"/>
                    <a:pt x="130848" y="1035082"/>
                    <a:pt x="132819" y="1037053"/>
                  </a:cubicBezTo>
                  <a:cubicBezTo>
                    <a:pt x="134789" y="1039023"/>
                    <a:pt x="135774" y="1041815"/>
                    <a:pt x="135529" y="1044606"/>
                  </a:cubicBezTo>
                  <a:lnTo>
                    <a:pt x="130110" y="1103473"/>
                  </a:lnTo>
                  <a:cubicBezTo>
                    <a:pt x="129863" y="1106018"/>
                    <a:pt x="128631" y="1108399"/>
                    <a:pt x="126661" y="1109959"/>
                  </a:cubicBezTo>
                  <a:lnTo>
                    <a:pt x="89880" y="113959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991;p47">
              <a:extLst>
                <a:ext uri="{FF2B5EF4-FFF2-40B4-BE49-F238E27FC236}">
                  <a16:creationId xmlns:a16="http://schemas.microsoft.com/office/drawing/2014/main" id="{1C496806-BB4A-7511-749D-0939A2791ED0}"/>
                </a:ext>
              </a:extLst>
            </p:cNvPr>
            <p:cNvSpPr/>
            <p:nvPr/>
          </p:nvSpPr>
          <p:spPr>
            <a:xfrm>
              <a:off x="-11187262" y="-7251461"/>
              <a:ext cx="410505" cy="238092"/>
            </a:xfrm>
            <a:custGeom>
              <a:avLst/>
              <a:gdLst/>
              <a:ahLst/>
              <a:cxnLst/>
              <a:rect l="l" t="t" r="r" b="b"/>
              <a:pathLst>
                <a:path w="410505" h="238092" extrusionOk="0">
                  <a:moveTo>
                    <a:pt x="297268" y="242653"/>
                  </a:moveTo>
                  <a:cubicBezTo>
                    <a:pt x="295543" y="242653"/>
                    <a:pt x="293820" y="242161"/>
                    <a:pt x="292259" y="241175"/>
                  </a:cubicBezTo>
                  <a:lnTo>
                    <a:pt x="4413" y="59568"/>
                  </a:lnTo>
                  <a:cubicBezTo>
                    <a:pt x="1950" y="58008"/>
                    <a:pt x="391" y="55463"/>
                    <a:pt x="62" y="52672"/>
                  </a:cubicBezTo>
                  <a:cubicBezTo>
                    <a:pt x="-266" y="49798"/>
                    <a:pt x="719" y="47007"/>
                    <a:pt x="2772" y="44954"/>
                  </a:cubicBezTo>
                  <a:lnTo>
                    <a:pt x="44971" y="2754"/>
                  </a:lnTo>
                  <a:cubicBezTo>
                    <a:pt x="47270" y="455"/>
                    <a:pt x="50554" y="-448"/>
                    <a:pt x="53674" y="209"/>
                  </a:cubicBezTo>
                  <a:lnTo>
                    <a:pt x="404820" y="76399"/>
                  </a:lnTo>
                  <a:cubicBezTo>
                    <a:pt x="407940" y="77056"/>
                    <a:pt x="410485" y="79272"/>
                    <a:pt x="411634" y="82228"/>
                  </a:cubicBezTo>
                  <a:cubicBezTo>
                    <a:pt x="412784" y="85184"/>
                    <a:pt x="412373" y="88550"/>
                    <a:pt x="410485" y="91095"/>
                  </a:cubicBezTo>
                  <a:lnTo>
                    <a:pt x="304985" y="238630"/>
                  </a:lnTo>
                  <a:cubicBezTo>
                    <a:pt x="303179" y="241175"/>
                    <a:pt x="300224" y="242571"/>
                    <a:pt x="297268" y="242571"/>
                  </a:cubicBezTo>
                  <a:close/>
                  <a:moveTo>
                    <a:pt x="24528" y="49962"/>
                  </a:moveTo>
                  <a:lnTo>
                    <a:pt x="294805" y="220486"/>
                  </a:lnTo>
                  <a:lnTo>
                    <a:pt x="386840" y="91916"/>
                  </a:lnTo>
                  <a:lnTo>
                    <a:pt x="54741" y="19831"/>
                  </a:lnTo>
                  <a:lnTo>
                    <a:pt x="24528" y="500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31" name="Google Shape;1992;p47">
              <a:extLst>
                <a:ext uri="{FF2B5EF4-FFF2-40B4-BE49-F238E27FC236}">
                  <a16:creationId xmlns:a16="http://schemas.microsoft.com/office/drawing/2014/main" id="{4D577D30-B6A6-61E7-1D94-CCB868936A03}"/>
                </a:ext>
              </a:extLst>
            </p:cNvPr>
            <p:cNvGrpSpPr/>
            <p:nvPr/>
          </p:nvGrpSpPr>
          <p:grpSpPr>
            <a:xfrm>
              <a:off x="-10934864" y="-7708593"/>
              <a:ext cx="840596" cy="837057"/>
              <a:chOff x="-2986914" y="-3516593"/>
              <a:chExt cx="840596" cy="837057"/>
            </a:xfrm>
          </p:grpSpPr>
          <p:sp>
            <p:nvSpPr>
              <p:cNvPr id="1235" name="Google Shape;1993;p47">
                <a:extLst>
                  <a:ext uri="{FF2B5EF4-FFF2-40B4-BE49-F238E27FC236}">
                    <a16:creationId xmlns:a16="http://schemas.microsoft.com/office/drawing/2014/main" id="{6FA5BAF0-9C38-0E03-E273-59DD9B169DD3}"/>
                  </a:ext>
                </a:extLst>
              </p:cNvPr>
              <p:cNvSpPr/>
              <p:nvPr/>
            </p:nvSpPr>
            <p:spPr>
              <a:xfrm>
                <a:off x="-2195578" y="-2737006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230" y="62397"/>
                    </a:moveTo>
                    <a:cubicBezTo>
                      <a:pt x="16662" y="62397"/>
                      <a:pt x="9930" y="60837"/>
                      <a:pt x="4921" y="55911"/>
                    </a:cubicBezTo>
                    <a:cubicBezTo>
                      <a:pt x="-6901" y="44006"/>
                      <a:pt x="5250" y="18719"/>
                      <a:pt x="13460" y="4680"/>
                    </a:cubicBezTo>
                    <a:cubicBezTo>
                      <a:pt x="15184" y="1724"/>
                      <a:pt x="18303" y="82"/>
                      <a:pt x="21916" y="0"/>
                    </a:cubicBezTo>
                    <a:cubicBezTo>
                      <a:pt x="25365" y="164"/>
                      <a:pt x="28484" y="2135"/>
                      <a:pt x="30044" y="5255"/>
                    </a:cubicBezTo>
                    <a:lnTo>
                      <a:pt x="49667" y="44991"/>
                    </a:lnTo>
                    <a:cubicBezTo>
                      <a:pt x="50816" y="47372"/>
                      <a:pt x="50981" y="50082"/>
                      <a:pt x="49995" y="52545"/>
                    </a:cubicBezTo>
                    <a:cubicBezTo>
                      <a:pt x="49009" y="55008"/>
                      <a:pt x="47121" y="56978"/>
                      <a:pt x="44659" y="57963"/>
                    </a:cubicBezTo>
                    <a:cubicBezTo>
                      <a:pt x="41949" y="59031"/>
                      <a:pt x="32753" y="62397"/>
                      <a:pt x="23148" y="62397"/>
                    </a:cubicBezTo>
                    <a:close/>
                    <a:moveTo>
                      <a:pt x="18879" y="42939"/>
                    </a:moveTo>
                    <a:cubicBezTo>
                      <a:pt x="20438" y="43678"/>
                      <a:pt x="23805" y="43760"/>
                      <a:pt x="27745" y="43103"/>
                    </a:cubicBezTo>
                    <a:lnTo>
                      <a:pt x="21752" y="31034"/>
                    </a:lnTo>
                    <a:cubicBezTo>
                      <a:pt x="19782" y="36289"/>
                      <a:pt x="18632" y="40722"/>
                      <a:pt x="18879" y="429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994;p47">
                <a:extLst>
                  <a:ext uri="{FF2B5EF4-FFF2-40B4-BE49-F238E27FC236}">
                    <a16:creationId xmlns:a16="http://schemas.microsoft.com/office/drawing/2014/main" id="{6CEF63EB-D380-F2B3-900A-B2455247FB13}"/>
                  </a:ext>
                </a:extLst>
              </p:cNvPr>
              <p:cNvSpPr/>
              <p:nvPr/>
            </p:nvSpPr>
            <p:spPr>
              <a:xfrm>
                <a:off x="-2252367" y="-2853014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041" y="61412"/>
                    </a:moveTo>
                    <a:cubicBezTo>
                      <a:pt x="16474" y="61412"/>
                      <a:pt x="9823" y="59852"/>
                      <a:pt x="4897" y="55008"/>
                    </a:cubicBezTo>
                    <a:cubicBezTo>
                      <a:pt x="-3642" y="46387"/>
                      <a:pt x="-1014" y="29474"/>
                      <a:pt x="12779" y="4844"/>
                    </a:cubicBezTo>
                    <a:cubicBezTo>
                      <a:pt x="14502" y="1806"/>
                      <a:pt x="17869" y="0"/>
                      <a:pt x="21235" y="0"/>
                    </a:cubicBezTo>
                    <a:cubicBezTo>
                      <a:pt x="24765" y="82"/>
                      <a:pt x="27885" y="2135"/>
                      <a:pt x="29445" y="5255"/>
                    </a:cubicBezTo>
                    <a:lnTo>
                      <a:pt x="48739" y="44334"/>
                    </a:lnTo>
                    <a:cubicBezTo>
                      <a:pt x="49888" y="46715"/>
                      <a:pt x="50053" y="49589"/>
                      <a:pt x="49068" y="52052"/>
                    </a:cubicBezTo>
                    <a:cubicBezTo>
                      <a:pt x="48082" y="54515"/>
                      <a:pt x="46030" y="56486"/>
                      <a:pt x="43484" y="57389"/>
                    </a:cubicBezTo>
                    <a:cubicBezTo>
                      <a:pt x="39051" y="58949"/>
                      <a:pt x="31005" y="61412"/>
                      <a:pt x="22877" y="61412"/>
                    </a:cubicBezTo>
                    <a:close/>
                    <a:moveTo>
                      <a:pt x="18854" y="42036"/>
                    </a:moveTo>
                    <a:cubicBezTo>
                      <a:pt x="20168" y="42610"/>
                      <a:pt x="22959" y="42857"/>
                      <a:pt x="26818" y="42364"/>
                    </a:cubicBezTo>
                    <a:lnTo>
                      <a:pt x="21317" y="31199"/>
                    </a:lnTo>
                    <a:cubicBezTo>
                      <a:pt x="19429" y="36453"/>
                      <a:pt x="18690" y="40229"/>
                      <a:pt x="18854" y="420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995;p47">
                <a:extLst>
                  <a:ext uri="{FF2B5EF4-FFF2-40B4-BE49-F238E27FC236}">
                    <a16:creationId xmlns:a16="http://schemas.microsoft.com/office/drawing/2014/main" id="{EBB30F10-941A-1EB3-B598-1D8F58B2CC8E}"/>
                  </a:ext>
                </a:extLst>
              </p:cNvPr>
              <p:cNvSpPr/>
              <p:nvPr/>
            </p:nvSpPr>
            <p:spPr>
              <a:xfrm>
                <a:off x="-2313490" y="-2975755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164" y="62397"/>
                    </a:moveTo>
                    <a:cubicBezTo>
                      <a:pt x="16595" y="62397"/>
                      <a:pt x="9863" y="60837"/>
                      <a:pt x="4936" y="55829"/>
                    </a:cubicBezTo>
                    <a:cubicBezTo>
                      <a:pt x="-6886" y="44088"/>
                      <a:pt x="5183" y="18719"/>
                      <a:pt x="13475" y="4680"/>
                    </a:cubicBezTo>
                    <a:cubicBezTo>
                      <a:pt x="15199" y="1724"/>
                      <a:pt x="18648" y="164"/>
                      <a:pt x="21932" y="0"/>
                    </a:cubicBezTo>
                    <a:cubicBezTo>
                      <a:pt x="25379" y="164"/>
                      <a:pt x="28499" y="2134"/>
                      <a:pt x="30060" y="5254"/>
                    </a:cubicBezTo>
                    <a:lnTo>
                      <a:pt x="49682" y="44991"/>
                    </a:lnTo>
                    <a:cubicBezTo>
                      <a:pt x="50832" y="47372"/>
                      <a:pt x="50995" y="50081"/>
                      <a:pt x="50010" y="52545"/>
                    </a:cubicBezTo>
                    <a:cubicBezTo>
                      <a:pt x="49107" y="55008"/>
                      <a:pt x="47136" y="56978"/>
                      <a:pt x="44674" y="57963"/>
                    </a:cubicBezTo>
                    <a:cubicBezTo>
                      <a:pt x="41964" y="59031"/>
                      <a:pt x="32769" y="62397"/>
                      <a:pt x="23164" y="62397"/>
                    </a:cubicBezTo>
                    <a:close/>
                    <a:moveTo>
                      <a:pt x="18812" y="42857"/>
                    </a:moveTo>
                    <a:cubicBezTo>
                      <a:pt x="20371" y="43678"/>
                      <a:pt x="23738" y="43678"/>
                      <a:pt x="27679" y="43103"/>
                    </a:cubicBezTo>
                    <a:lnTo>
                      <a:pt x="21685" y="31034"/>
                    </a:lnTo>
                    <a:cubicBezTo>
                      <a:pt x="19715" y="36289"/>
                      <a:pt x="18565" y="40722"/>
                      <a:pt x="18812" y="42939"/>
                    </a:cubicBezTo>
                    <a:close/>
                    <a:moveTo>
                      <a:pt x="18237" y="42446"/>
                    </a:moveTo>
                    <a:cubicBezTo>
                      <a:pt x="18237" y="42446"/>
                      <a:pt x="18237" y="42446"/>
                      <a:pt x="18237" y="42446"/>
                    </a:cubicBezTo>
                    <a:cubicBezTo>
                      <a:pt x="18237" y="42446"/>
                      <a:pt x="18237" y="42446"/>
                      <a:pt x="18237" y="424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996;p47">
                <a:extLst>
                  <a:ext uri="{FF2B5EF4-FFF2-40B4-BE49-F238E27FC236}">
                    <a16:creationId xmlns:a16="http://schemas.microsoft.com/office/drawing/2014/main" id="{AB9D02A2-5E5A-9671-D2C9-CA029B474163}"/>
                  </a:ext>
                </a:extLst>
              </p:cNvPr>
              <p:cNvSpPr/>
              <p:nvPr/>
            </p:nvSpPr>
            <p:spPr>
              <a:xfrm>
                <a:off x="-2370450" y="-3091764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227" y="61411"/>
                    </a:moveTo>
                    <a:cubicBezTo>
                      <a:pt x="16658" y="61411"/>
                      <a:pt x="9926" y="59852"/>
                      <a:pt x="5000" y="54926"/>
                    </a:cubicBezTo>
                    <a:cubicBezTo>
                      <a:pt x="1881" y="51806"/>
                      <a:pt x="-7808" y="42118"/>
                      <a:pt x="12882" y="4844"/>
                    </a:cubicBezTo>
                    <a:cubicBezTo>
                      <a:pt x="14606" y="1724"/>
                      <a:pt x="17808" y="0"/>
                      <a:pt x="21339" y="0"/>
                    </a:cubicBezTo>
                    <a:cubicBezTo>
                      <a:pt x="24868" y="0"/>
                      <a:pt x="27988" y="2135"/>
                      <a:pt x="29549" y="5254"/>
                    </a:cubicBezTo>
                    <a:lnTo>
                      <a:pt x="48924" y="44417"/>
                    </a:lnTo>
                    <a:cubicBezTo>
                      <a:pt x="50074" y="46797"/>
                      <a:pt x="50238" y="49671"/>
                      <a:pt x="49253" y="52134"/>
                    </a:cubicBezTo>
                    <a:cubicBezTo>
                      <a:pt x="48268" y="54597"/>
                      <a:pt x="46215" y="56567"/>
                      <a:pt x="43670" y="57471"/>
                    </a:cubicBezTo>
                    <a:cubicBezTo>
                      <a:pt x="39236" y="59031"/>
                      <a:pt x="31272" y="61494"/>
                      <a:pt x="23144" y="61494"/>
                    </a:cubicBezTo>
                    <a:close/>
                    <a:moveTo>
                      <a:pt x="18957" y="41953"/>
                    </a:moveTo>
                    <a:cubicBezTo>
                      <a:pt x="20271" y="42610"/>
                      <a:pt x="23144" y="42775"/>
                      <a:pt x="26921" y="42282"/>
                    </a:cubicBezTo>
                    <a:lnTo>
                      <a:pt x="21421" y="31116"/>
                    </a:lnTo>
                    <a:cubicBezTo>
                      <a:pt x="19450" y="36535"/>
                      <a:pt x="18793" y="40147"/>
                      <a:pt x="18957" y="41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997;p47">
                <a:extLst>
                  <a:ext uri="{FF2B5EF4-FFF2-40B4-BE49-F238E27FC236}">
                    <a16:creationId xmlns:a16="http://schemas.microsoft.com/office/drawing/2014/main" id="{31066DAF-607E-9272-3B11-5040412E54BB}"/>
                  </a:ext>
                </a:extLst>
              </p:cNvPr>
              <p:cNvSpPr/>
              <p:nvPr/>
            </p:nvSpPr>
            <p:spPr>
              <a:xfrm>
                <a:off x="-2631170" y="-3340958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19910" y="49853"/>
                    </a:moveTo>
                    <a:cubicBezTo>
                      <a:pt x="14245" y="49853"/>
                      <a:pt x="9812" y="48211"/>
                      <a:pt x="6527" y="44927"/>
                    </a:cubicBezTo>
                    <a:cubicBezTo>
                      <a:pt x="-4474" y="34007"/>
                      <a:pt x="1109" y="14221"/>
                      <a:pt x="4065" y="6175"/>
                    </a:cubicBezTo>
                    <a:cubicBezTo>
                      <a:pt x="4968" y="3630"/>
                      <a:pt x="6938" y="1660"/>
                      <a:pt x="9402" y="674"/>
                    </a:cubicBezTo>
                    <a:cubicBezTo>
                      <a:pt x="11864" y="-311"/>
                      <a:pt x="14655" y="-229"/>
                      <a:pt x="17119" y="1003"/>
                    </a:cubicBezTo>
                    <a:lnTo>
                      <a:pt x="56199" y="20296"/>
                    </a:lnTo>
                    <a:cubicBezTo>
                      <a:pt x="59319" y="21856"/>
                      <a:pt x="61371" y="24976"/>
                      <a:pt x="61454" y="28507"/>
                    </a:cubicBezTo>
                    <a:cubicBezTo>
                      <a:pt x="61536" y="32037"/>
                      <a:pt x="59729" y="35239"/>
                      <a:pt x="56610" y="36963"/>
                    </a:cubicBezTo>
                    <a:cubicBezTo>
                      <a:pt x="41338" y="45501"/>
                      <a:pt x="29105" y="49771"/>
                      <a:pt x="19910" y="49771"/>
                    </a:cubicBezTo>
                    <a:close/>
                    <a:moveTo>
                      <a:pt x="19500" y="31052"/>
                    </a:moveTo>
                    <a:cubicBezTo>
                      <a:pt x="21306" y="31298"/>
                      <a:pt x="25082" y="30477"/>
                      <a:pt x="30255" y="28589"/>
                    </a:cubicBezTo>
                    <a:lnTo>
                      <a:pt x="19171" y="23088"/>
                    </a:lnTo>
                    <a:cubicBezTo>
                      <a:pt x="18678" y="26864"/>
                      <a:pt x="18843" y="29738"/>
                      <a:pt x="19500" y="310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998;p47">
                <a:extLst>
                  <a:ext uri="{FF2B5EF4-FFF2-40B4-BE49-F238E27FC236}">
                    <a16:creationId xmlns:a16="http://schemas.microsoft.com/office/drawing/2014/main" id="{4DA306D0-5C2A-E829-6662-AC98311A12A1}"/>
                  </a:ext>
                </a:extLst>
              </p:cNvPr>
              <p:cNvSpPr/>
              <p:nvPr/>
            </p:nvSpPr>
            <p:spPr>
              <a:xfrm>
                <a:off x="-2748135" y="-3398614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20045" y="50613"/>
                    </a:moveTo>
                    <a:cubicBezTo>
                      <a:pt x="14790" y="50613"/>
                      <a:pt x="10029" y="49217"/>
                      <a:pt x="6498" y="45687"/>
                    </a:cubicBezTo>
                    <a:cubicBezTo>
                      <a:pt x="-5653" y="33536"/>
                      <a:pt x="2640" y="10465"/>
                      <a:pt x="4363" y="5950"/>
                    </a:cubicBezTo>
                    <a:cubicBezTo>
                      <a:pt x="5349" y="3487"/>
                      <a:pt x="7320" y="1516"/>
                      <a:pt x="9782" y="613"/>
                    </a:cubicBezTo>
                    <a:cubicBezTo>
                      <a:pt x="12246" y="-290"/>
                      <a:pt x="14955" y="-208"/>
                      <a:pt x="17336" y="942"/>
                    </a:cubicBezTo>
                    <a:lnTo>
                      <a:pt x="57073" y="20564"/>
                    </a:lnTo>
                    <a:cubicBezTo>
                      <a:pt x="60192" y="22124"/>
                      <a:pt x="62163" y="25243"/>
                      <a:pt x="62327" y="28692"/>
                    </a:cubicBezTo>
                    <a:cubicBezTo>
                      <a:pt x="62492" y="32140"/>
                      <a:pt x="60686" y="35424"/>
                      <a:pt x="57647" y="37148"/>
                    </a:cubicBezTo>
                    <a:cubicBezTo>
                      <a:pt x="47795" y="42977"/>
                      <a:pt x="32442" y="50613"/>
                      <a:pt x="20045" y="50613"/>
                    </a:cubicBezTo>
                    <a:close/>
                    <a:moveTo>
                      <a:pt x="19471" y="31812"/>
                    </a:moveTo>
                    <a:cubicBezTo>
                      <a:pt x="21605" y="32058"/>
                      <a:pt x="26120" y="30908"/>
                      <a:pt x="31375" y="28938"/>
                    </a:cubicBezTo>
                    <a:lnTo>
                      <a:pt x="19306" y="22945"/>
                    </a:lnTo>
                    <a:cubicBezTo>
                      <a:pt x="18731" y="26886"/>
                      <a:pt x="18731" y="30252"/>
                      <a:pt x="19553" y="31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999;p47">
                <a:extLst>
                  <a:ext uri="{FF2B5EF4-FFF2-40B4-BE49-F238E27FC236}">
                    <a16:creationId xmlns:a16="http://schemas.microsoft.com/office/drawing/2014/main" id="{59D469DE-39AC-1BA9-A697-C93B12D06B89}"/>
                  </a:ext>
                </a:extLst>
              </p:cNvPr>
              <p:cNvSpPr/>
              <p:nvPr/>
            </p:nvSpPr>
            <p:spPr>
              <a:xfrm>
                <a:off x="-2869886" y="-3458937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19959" y="49771"/>
                    </a:moveTo>
                    <a:cubicBezTo>
                      <a:pt x="14293" y="49771"/>
                      <a:pt x="9778" y="48129"/>
                      <a:pt x="6494" y="44845"/>
                    </a:cubicBezTo>
                    <a:cubicBezTo>
                      <a:pt x="-4425" y="33925"/>
                      <a:pt x="1075" y="14139"/>
                      <a:pt x="4031" y="6175"/>
                    </a:cubicBezTo>
                    <a:cubicBezTo>
                      <a:pt x="4934" y="3630"/>
                      <a:pt x="6905" y="1659"/>
                      <a:pt x="9368" y="674"/>
                    </a:cubicBezTo>
                    <a:cubicBezTo>
                      <a:pt x="11831" y="-311"/>
                      <a:pt x="14622" y="-229"/>
                      <a:pt x="17086" y="1003"/>
                    </a:cubicBezTo>
                    <a:lnTo>
                      <a:pt x="56166" y="20296"/>
                    </a:lnTo>
                    <a:cubicBezTo>
                      <a:pt x="59286" y="21856"/>
                      <a:pt x="61338" y="24976"/>
                      <a:pt x="61419" y="28507"/>
                    </a:cubicBezTo>
                    <a:cubicBezTo>
                      <a:pt x="61501" y="32037"/>
                      <a:pt x="59695" y="35239"/>
                      <a:pt x="56576" y="36963"/>
                    </a:cubicBezTo>
                    <a:cubicBezTo>
                      <a:pt x="41387" y="45501"/>
                      <a:pt x="29154" y="49771"/>
                      <a:pt x="19959" y="49771"/>
                    </a:cubicBezTo>
                    <a:close/>
                    <a:moveTo>
                      <a:pt x="19466" y="30969"/>
                    </a:moveTo>
                    <a:cubicBezTo>
                      <a:pt x="21191" y="31134"/>
                      <a:pt x="25049" y="30395"/>
                      <a:pt x="30222" y="28507"/>
                    </a:cubicBezTo>
                    <a:lnTo>
                      <a:pt x="19138" y="23006"/>
                    </a:lnTo>
                    <a:cubicBezTo>
                      <a:pt x="18645" y="26782"/>
                      <a:pt x="18809" y="29574"/>
                      <a:pt x="19466" y="309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2000;p47">
                <a:extLst>
                  <a:ext uri="{FF2B5EF4-FFF2-40B4-BE49-F238E27FC236}">
                    <a16:creationId xmlns:a16="http://schemas.microsoft.com/office/drawing/2014/main" id="{5D47D571-0B57-814F-7EE8-7D02C687F1B5}"/>
                  </a:ext>
                </a:extLst>
              </p:cNvPr>
              <p:cNvSpPr/>
              <p:nvPr/>
            </p:nvSpPr>
            <p:spPr>
              <a:xfrm>
                <a:off x="-2986914" y="-3516593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20075" y="50613"/>
                    </a:moveTo>
                    <a:cubicBezTo>
                      <a:pt x="14738" y="50613"/>
                      <a:pt x="10059" y="49217"/>
                      <a:pt x="6528" y="45687"/>
                    </a:cubicBezTo>
                    <a:cubicBezTo>
                      <a:pt x="-5705" y="33454"/>
                      <a:pt x="2669" y="10465"/>
                      <a:pt x="4475" y="5950"/>
                    </a:cubicBezTo>
                    <a:cubicBezTo>
                      <a:pt x="5461" y="3487"/>
                      <a:pt x="7431" y="1598"/>
                      <a:pt x="9894" y="613"/>
                    </a:cubicBezTo>
                    <a:cubicBezTo>
                      <a:pt x="12357" y="-290"/>
                      <a:pt x="15067" y="-208"/>
                      <a:pt x="17447" y="942"/>
                    </a:cubicBezTo>
                    <a:lnTo>
                      <a:pt x="57102" y="20564"/>
                    </a:lnTo>
                    <a:cubicBezTo>
                      <a:pt x="60222" y="22124"/>
                      <a:pt x="62193" y="25243"/>
                      <a:pt x="62357" y="28692"/>
                    </a:cubicBezTo>
                    <a:cubicBezTo>
                      <a:pt x="62520" y="32140"/>
                      <a:pt x="60714" y="35424"/>
                      <a:pt x="57677" y="37148"/>
                    </a:cubicBezTo>
                    <a:cubicBezTo>
                      <a:pt x="47825" y="42977"/>
                      <a:pt x="32472" y="50613"/>
                      <a:pt x="20157" y="50613"/>
                    </a:cubicBezTo>
                    <a:close/>
                    <a:moveTo>
                      <a:pt x="19500" y="31812"/>
                    </a:moveTo>
                    <a:cubicBezTo>
                      <a:pt x="21716" y="31976"/>
                      <a:pt x="26150" y="30908"/>
                      <a:pt x="31323" y="28938"/>
                    </a:cubicBezTo>
                    <a:lnTo>
                      <a:pt x="19254" y="22945"/>
                    </a:lnTo>
                    <a:cubicBezTo>
                      <a:pt x="18679" y="26886"/>
                      <a:pt x="18679" y="30252"/>
                      <a:pt x="19500" y="31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32" name="Google Shape;2001;p47">
              <a:extLst>
                <a:ext uri="{FF2B5EF4-FFF2-40B4-BE49-F238E27FC236}">
                  <a16:creationId xmlns:a16="http://schemas.microsoft.com/office/drawing/2014/main" id="{B9DE70B9-696B-9D3F-B215-1C062EC6DC72}"/>
                </a:ext>
              </a:extLst>
            </p:cNvPr>
            <p:cNvSpPr/>
            <p:nvPr/>
          </p:nvSpPr>
          <p:spPr>
            <a:xfrm>
              <a:off x="-10444300" y="-7893449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2002;p47">
              <a:extLst>
                <a:ext uri="{FF2B5EF4-FFF2-40B4-BE49-F238E27FC236}">
                  <a16:creationId xmlns:a16="http://schemas.microsoft.com/office/drawing/2014/main" id="{76C86C9D-E118-2CA2-B7B3-F13BEDEE6AF4}"/>
                </a:ext>
              </a:extLst>
            </p:cNvPr>
            <p:cNvSpPr/>
            <p:nvPr/>
          </p:nvSpPr>
          <p:spPr>
            <a:xfrm>
              <a:off x="-9950512" y="-7399062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2003;p47">
              <a:extLst>
                <a:ext uri="{FF2B5EF4-FFF2-40B4-BE49-F238E27FC236}">
                  <a16:creationId xmlns:a16="http://schemas.microsoft.com/office/drawing/2014/main" id="{B512907C-F2A1-150C-E38A-16026A896350}"/>
                </a:ext>
              </a:extLst>
            </p:cNvPr>
            <p:cNvSpPr/>
            <p:nvPr/>
          </p:nvSpPr>
          <p:spPr>
            <a:xfrm>
              <a:off x="-9890375" y="-7118912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9" name="Group 1258">
            <a:extLst>
              <a:ext uri="{FF2B5EF4-FFF2-40B4-BE49-F238E27FC236}">
                <a16:creationId xmlns:a16="http://schemas.microsoft.com/office/drawing/2014/main" id="{3F7FF7B3-3B91-93CA-125D-53B6566F0AE8}"/>
              </a:ext>
            </a:extLst>
          </p:cNvPr>
          <p:cNvGrpSpPr/>
          <p:nvPr/>
        </p:nvGrpSpPr>
        <p:grpSpPr>
          <a:xfrm>
            <a:off x="6249240" y="1683080"/>
            <a:ext cx="5587097" cy="3491839"/>
            <a:chOff x="6249240" y="1683080"/>
            <a:chExt cx="5587097" cy="3491839"/>
          </a:xfrm>
        </p:grpSpPr>
        <p:sp>
          <p:nvSpPr>
            <p:cNvPr id="1115" name="Rectangle: Rounded Corners 1114">
              <a:extLst>
                <a:ext uri="{FF2B5EF4-FFF2-40B4-BE49-F238E27FC236}">
                  <a16:creationId xmlns:a16="http://schemas.microsoft.com/office/drawing/2014/main" id="{5E3D5DD7-AC65-9CDA-FF0D-CE30A6C5A6DD}"/>
                </a:ext>
              </a:extLst>
            </p:cNvPr>
            <p:cNvSpPr/>
            <p:nvPr/>
          </p:nvSpPr>
          <p:spPr>
            <a:xfrm>
              <a:off x="6249240" y="1683080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FFFFC3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7" name="TextBox 1116">
              <a:extLst>
                <a:ext uri="{FF2B5EF4-FFF2-40B4-BE49-F238E27FC236}">
                  <a16:creationId xmlns:a16="http://schemas.microsoft.com/office/drawing/2014/main" id="{5004DA9B-D1AD-0067-760E-013833196A05}"/>
                </a:ext>
              </a:extLst>
            </p:cNvPr>
            <p:cNvSpPr txBox="1"/>
            <p:nvPr/>
          </p:nvSpPr>
          <p:spPr>
            <a:xfrm>
              <a:off x="7326882" y="2005164"/>
              <a:ext cx="3431812" cy="592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2143"/>
                </a:lnSpc>
              </a:pPr>
              <a:r>
                <a:rPr lang="en-US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Website </a:t>
              </a:r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който помага с:</a:t>
              </a:r>
            </a:p>
          </p:txBody>
        </p:sp>
        <p:sp>
          <p:nvSpPr>
            <p:cNvPr id="1252" name="TextBox 1251">
              <a:extLst>
                <a:ext uri="{FF2B5EF4-FFF2-40B4-BE49-F238E27FC236}">
                  <a16:creationId xmlns:a16="http://schemas.microsoft.com/office/drawing/2014/main" id="{C9C58406-0EF0-1089-8157-D4940B79C458}"/>
                </a:ext>
              </a:extLst>
            </p:cNvPr>
            <p:cNvSpPr txBox="1"/>
            <p:nvPr/>
          </p:nvSpPr>
          <p:spPr>
            <a:xfrm>
              <a:off x="6603876" y="2707652"/>
              <a:ext cx="5088296" cy="19151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39167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Развномерно разпределяне на трафика</a:t>
              </a:r>
            </a:p>
            <a:p>
              <a:pPr marL="342900" indent="-342900">
                <a:lnSpc>
                  <a:spcPct val="139167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Откриване на нови дестинации</a:t>
              </a:r>
            </a:p>
            <a:p>
              <a:pPr marL="342900" indent="-342900">
                <a:lnSpc>
                  <a:spcPct val="139167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Подобряване на икономиката в </a:t>
              </a:r>
            </a:p>
            <a:p>
              <a:pPr>
                <a:lnSpc>
                  <a:spcPct val="139167"/>
                </a:lnSpc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       по-малко населени места</a:t>
              </a:r>
            </a:p>
          </p:txBody>
        </p:sp>
      </p:grpSp>
      <p:grpSp>
        <p:nvGrpSpPr>
          <p:cNvPr id="1253" name="Group 1252">
            <a:extLst>
              <a:ext uri="{FF2B5EF4-FFF2-40B4-BE49-F238E27FC236}">
                <a16:creationId xmlns:a16="http://schemas.microsoft.com/office/drawing/2014/main" id="{461475DF-726F-1FC4-A723-4E1FF98CADF0}"/>
              </a:ext>
            </a:extLst>
          </p:cNvPr>
          <p:cNvGrpSpPr/>
          <p:nvPr/>
        </p:nvGrpSpPr>
        <p:grpSpPr>
          <a:xfrm>
            <a:off x="21702605" y="1484807"/>
            <a:ext cx="5587097" cy="5520171"/>
            <a:chOff x="5875982" y="1670938"/>
            <a:chExt cx="5587097" cy="5520171"/>
          </a:xfrm>
        </p:grpSpPr>
        <p:grpSp>
          <p:nvGrpSpPr>
            <p:cNvPr id="1254" name="Group 1253">
              <a:extLst>
                <a:ext uri="{FF2B5EF4-FFF2-40B4-BE49-F238E27FC236}">
                  <a16:creationId xmlns:a16="http://schemas.microsoft.com/office/drawing/2014/main" id="{90853E56-D8B7-AC20-3183-BD5F53086328}"/>
                </a:ext>
              </a:extLst>
            </p:cNvPr>
            <p:cNvGrpSpPr/>
            <p:nvPr/>
          </p:nvGrpSpPr>
          <p:grpSpPr>
            <a:xfrm>
              <a:off x="5875982" y="1670938"/>
              <a:ext cx="5587097" cy="5520171"/>
              <a:chOff x="6200962" y="1810238"/>
              <a:chExt cx="5587097" cy="5520171"/>
            </a:xfrm>
          </p:grpSpPr>
          <p:sp>
            <p:nvSpPr>
              <p:cNvPr id="1256" name="Rectangle: Rounded Corners 1255">
                <a:extLst>
                  <a:ext uri="{FF2B5EF4-FFF2-40B4-BE49-F238E27FC236}">
                    <a16:creationId xmlns:a16="http://schemas.microsoft.com/office/drawing/2014/main" id="{8C9AB9CA-BDEE-6BC0-8BBC-0EA9C8E8FCF0}"/>
                  </a:ext>
                </a:extLst>
              </p:cNvPr>
              <p:cNvSpPr/>
              <p:nvPr/>
            </p:nvSpPr>
            <p:spPr>
              <a:xfrm>
                <a:off x="6200962" y="1810238"/>
                <a:ext cx="5587097" cy="3491839"/>
              </a:xfrm>
              <a:prstGeom prst="roundRect">
                <a:avLst>
                  <a:gd name="adj" fmla="val 18328"/>
                </a:avLst>
              </a:prstGeom>
              <a:solidFill>
                <a:srgbClr val="AEF8CF">
                  <a:alpha val="50000"/>
                </a:srgbClr>
              </a:solidFill>
              <a:ln>
                <a:gradFill>
                  <a:gsLst>
                    <a:gs pos="35000">
                      <a:schemeClr val="accent3">
                        <a:lumMod val="40000"/>
                        <a:lumOff val="60000"/>
                      </a:schemeClr>
                    </a:gs>
                    <a:gs pos="10000">
                      <a:schemeClr val="accent6">
                        <a:lumMod val="20000"/>
                        <a:lumOff val="80000"/>
                      </a:schemeClr>
                    </a:gs>
                    <a:gs pos="66000">
                      <a:schemeClr val="accent6">
                        <a:lumMod val="60000"/>
                        <a:lumOff val="40000"/>
                      </a:schemeClr>
                    </a:gs>
                    <a:gs pos="89000">
                      <a:schemeClr val="accent3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7" name="TextBox 1256">
                <a:extLst>
                  <a:ext uri="{FF2B5EF4-FFF2-40B4-BE49-F238E27FC236}">
                    <a16:creationId xmlns:a16="http://schemas.microsoft.com/office/drawing/2014/main" id="{F6B2FA28-0254-610B-0EB3-B9C358945A55}"/>
                  </a:ext>
                </a:extLst>
              </p:cNvPr>
              <p:cNvSpPr txBox="1"/>
              <p:nvPr/>
            </p:nvSpPr>
            <p:spPr>
              <a:xfrm>
                <a:off x="7682861" y="2027719"/>
                <a:ext cx="31065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         CopyCity</a:t>
                </a:r>
                <a:endParaRPr lang="en-US" sz="32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1258" name="TextBox 1257">
                <a:extLst>
                  <a:ext uri="{FF2B5EF4-FFF2-40B4-BE49-F238E27FC236}">
                    <a16:creationId xmlns:a16="http://schemas.microsoft.com/office/drawing/2014/main" id="{AA150DA1-2980-8761-2B1C-A72604E38600}"/>
                  </a:ext>
                </a:extLst>
              </p:cNvPr>
              <p:cNvSpPr txBox="1"/>
              <p:nvPr/>
            </p:nvSpPr>
            <p:spPr>
              <a:xfrm>
                <a:off x="6631640" y="2647589"/>
                <a:ext cx="4834209" cy="4682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Според предпочитанията и бюджетът на потребителят: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Оригиналното място се заменя с  подобно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Новата дестинация е по-евтина и не е толкова населена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endParaRPr lang="bg-BG" sz="24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endParaRPr lang="bg-BG" sz="24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>
                  <a:lnSpc>
                    <a:spcPct val="115000"/>
                  </a:lnSpc>
                </a:pPr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p:grpSp>
        <p:pic>
          <p:nvPicPr>
            <p:cNvPr id="1255" name="Picture 1254">
              <a:extLst>
                <a:ext uri="{FF2B5EF4-FFF2-40B4-BE49-F238E27FC236}">
                  <a16:creationId xmlns:a16="http://schemas.microsoft.com/office/drawing/2014/main" id="{ECC78A96-80B4-9F03-4EF6-D7E3B6B88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25108" y="1769313"/>
              <a:ext cx="812700" cy="8687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4919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92042-C385-0109-D6BC-8731DD957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E42285-66A8-1442-0BA4-A2BC5CBE9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24283"/>
            <a:ext cx="12235169" cy="6882283"/>
          </a:xfrm>
          <a:prstGeom prst="rect">
            <a:avLst/>
          </a:prstGeom>
        </p:spPr>
      </p:pic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BD8C4DF7-0910-6874-EA96-915B9CE81A80}"/>
              </a:ext>
            </a:extLst>
          </p:cNvPr>
          <p:cNvSpPr/>
          <p:nvPr/>
        </p:nvSpPr>
        <p:spPr>
          <a:xfrm rot="5400000">
            <a:off x="155643" y="2928026"/>
            <a:ext cx="719846" cy="100194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676CD0-C004-42EB-8555-55F6AF05E1CA}"/>
              </a:ext>
            </a:extLst>
          </p:cNvPr>
          <p:cNvGrpSpPr/>
          <p:nvPr/>
        </p:nvGrpSpPr>
        <p:grpSpPr>
          <a:xfrm>
            <a:off x="20973249" y="1551385"/>
            <a:ext cx="5587097" cy="3491839"/>
            <a:chOff x="13615302" y="1670938"/>
            <a:chExt cx="5587097" cy="349183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4D03B64-13EC-8F46-1F7F-16E389F73345}"/>
                </a:ext>
              </a:extLst>
            </p:cNvPr>
            <p:cNvSpPr/>
            <p:nvPr/>
          </p:nvSpPr>
          <p:spPr>
            <a:xfrm>
              <a:off x="13615302" y="16709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F7F9AD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D615DF6-D1FB-0B1C-0630-92A82F5FD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28608" y="1829616"/>
              <a:ext cx="812700" cy="86874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2E9746-A749-D384-DCB5-EC0EE94BC664}"/>
                </a:ext>
              </a:extLst>
            </p:cNvPr>
            <p:cNvSpPr txBox="1"/>
            <p:nvPr/>
          </p:nvSpPr>
          <p:spPr>
            <a:xfrm>
              <a:off x="14012710" y="2725191"/>
              <a:ext cx="4994579" cy="1999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Frontend :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Прост </a:t>
              </a: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Wizard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и информационнна страницан с карта</a:t>
              </a:r>
            </a:p>
            <a:p>
              <a:pPr>
                <a:lnSpc>
                  <a:spcPct val="115000"/>
                </a:lnSpc>
              </a:pPr>
              <a:endParaRPr lang="bg-BG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Backend: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Връзка с </a:t>
              </a: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AI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, който препоръчва град, спрямо желанията на потребителя</a:t>
              </a:r>
              <a:endParaRPr lang="en-US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D7587F6-6652-0E1E-7ECD-DBC5224B9AA0}"/>
                </a:ext>
              </a:extLst>
            </p:cNvPr>
            <p:cNvSpPr txBox="1"/>
            <p:nvPr/>
          </p:nvSpPr>
          <p:spPr>
            <a:xfrm>
              <a:off x="14762710" y="2026900"/>
              <a:ext cx="3106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Как го постигнахме?</a:t>
              </a:r>
              <a:endPara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FB267098-A1AC-9546-9F4E-2979BB57314D}"/>
              </a:ext>
            </a:extLst>
          </p:cNvPr>
          <p:cNvSpPr txBox="1"/>
          <p:nvPr/>
        </p:nvSpPr>
        <p:spPr>
          <a:xfrm>
            <a:off x="-11604" y="1098772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IDEA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A520982-7CF6-029E-540B-EF58B031158D}"/>
              </a:ext>
            </a:extLst>
          </p:cNvPr>
          <p:cNvSpPr txBox="1"/>
          <p:nvPr/>
        </p:nvSpPr>
        <p:spPr>
          <a:xfrm>
            <a:off x="-47783" y="128949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PROBLEM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C017843-D5A5-4DB9-8413-BEB14D219E6E}"/>
              </a:ext>
            </a:extLst>
          </p:cNvPr>
          <p:cNvSpPr txBox="1"/>
          <p:nvPr/>
        </p:nvSpPr>
        <p:spPr>
          <a:xfrm>
            <a:off x="1016541" y="3025834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EXECUTION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370619F-95D9-870E-3BE5-B5A0577DE268}"/>
              </a:ext>
            </a:extLst>
          </p:cNvPr>
          <p:cNvSpPr txBox="1"/>
          <p:nvPr/>
        </p:nvSpPr>
        <p:spPr>
          <a:xfrm>
            <a:off x="-11604" y="5122975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EXPRIRIENCE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0B19869-F87F-32C5-7265-8DE08FF727FE}"/>
              </a:ext>
            </a:extLst>
          </p:cNvPr>
          <p:cNvSpPr txBox="1"/>
          <p:nvPr/>
        </p:nvSpPr>
        <p:spPr>
          <a:xfrm>
            <a:off x="-11604" y="4074404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5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DEMO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99C4D4E-C304-85BD-7B8F-ABC03ACE7F83}"/>
              </a:ext>
            </a:extLst>
          </p:cNvPr>
          <p:cNvSpPr txBox="1"/>
          <p:nvPr/>
        </p:nvSpPr>
        <p:spPr>
          <a:xfrm>
            <a:off x="-11604" y="2062303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5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SOLUTION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F601848-F596-0FA7-BA5F-0015E26BB4C4}"/>
              </a:ext>
            </a:extLst>
          </p:cNvPr>
          <p:cNvSpPr txBox="1"/>
          <p:nvPr/>
        </p:nvSpPr>
        <p:spPr>
          <a:xfrm>
            <a:off x="10403840" y="436880"/>
            <a:ext cx="10566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DAY 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185CC00-F343-990E-46C0-86A377966BA9}"/>
              </a:ext>
            </a:extLst>
          </p:cNvPr>
          <p:cNvGrpSpPr/>
          <p:nvPr/>
        </p:nvGrpSpPr>
        <p:grpSpPr>
          <a:xfrm>
            <a:off x="18381998" y="1664634"/>
            <a:ext cx="5587097" cy="3491839"/>
            <a:chOff x="13615302" y="1670938"/>
            <a:chExt cx="5587097" cy="349183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3AD1CA2-9C70-ABA4-4467-CB8B205AABF1}"/>
                </a:ext>
              </a:extLst>
            </p:cNvPr>
            <p:cNvSpPr/>
            <p:nvPr/>
          </p:nvSpPr>
          <p:spPr>
            <a:xfrm>
              <a:off x="13615302" y="16709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FFFFC3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31E1C3C-08E2-AFEB-20E6-395E6ECCE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28608" y="1829616"/>
              <a:ext cx="812700" cy="86874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F7DDA2B-A040-0FD8-0A59-E6E5D4EF3DB1}"/>
                </a:ext>
              </a:extLst>
            </p:cNvPr>
            <p:cNvSpPr txBox="1"/>
            <p:nvPr/>
          </p:nvSpPr>
          <p:spPr>
            <a:xfrm>
              <a:off x="14012710" y="2725191"/>
              <a:ext cx="4994579" cy="1999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Frontend :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Прост </a:t>
              </a: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Wizard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и информационнна страницан с карта</a:t>
              </a:r>
            </a:p>
            <a:p>
              <a:pPr>
                <a:lnSpc>
                  <a:spcPct val="115000"/>
                </a:lnSpc>
              </a:pPr>
              <a:endParaRPr lang="bg-BG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Backend: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Връзка с </a:t>
              </a: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AI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, който препоръчва град, спрямо желанията на потребителя</a:t>
              </a:r>
              <a:endParaRPr lang="en-US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B957DC1-8B67-35F3-8CC9-5813A445E7B4}"/>
                </a:ext>
              </a:extLst>
            </p:cNvPr>
            <p:cNvSpPr txBox="1"/>
            <p:nvPr/>
          </p:nvSpPr>
          <p:spPr>
            <a:xfrm>
              <a:off x="14762710" y="2026900"/>
              <a:ext cx="33513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Как го реализирахме?</a:t>
              </a:r>
              <a:endPara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8C74AB08-92DC-DB57-D974-07FCD3478C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08274" y="4061257"/>
            <a:ext cx="2757419" cy="1790824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A254A351-AB0A-C7A1-21B2-DF90D3220D76}"/>
              </a:ext>
            </a:extLst>
          </p:cNvPr>
          <p:cNvGrpSpPr/>
          <p:nvPr/>
        </p:nvGrpSpPr>
        <p:grpSpPr>
          <a:xfrm>
            <a:off x="6096000" y="1710063"/>
            <a:ext cx="5587097" cy="3491839"/>
            <a:chOff x="13615302" y="1670938"/>
            <a:chExt cx="5587097" cy="3491839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96941646-8C0E-F38D-B21B-A7176CCB699F}"/>
                </a:ext>
              </a:extLst>
            </p:cNvPr>
            <p:cNvSpPr/>
            <p:nvPr/>
          </p:nvSpPr>
          <p:spPr>
            <a:xfrm>
              <a:off x="13615302" y="16709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AEF8CF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F2C52EC-9A1A-8FD1-9C04-4968D2D67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28608" y="1829616"/>
              <a:ext cx="812700" cy="868748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0B77CF7-E968-C969-970A-98D58A797AF6}"/>
                </a:ext>
              </a:extLst>
            </p:cNvPr>
            <p:cNvSpPr txBox="1"/>
            <p:nvPr/>
          </p:nvSpPr>
          <p:spPr>
            <a:xfrm>
              <a:off x="14012710" y="2725191"/>
              <a:ext cx="4994579" cy="1999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Frontend :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Прост </a:t>
              </a: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Wizard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и информационнна страницан с карта</a:t>
              </a:r>
            </a:p>
            <a:p>
              <a:pPr>
                <a:lnSpc>
                  <a:spcPct val="115000"/>
                </a:lnSpc>
              </a:pPr>
              <a:endParaRPr lang="bg-BG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Backend: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Връзка с </a:t>
              </a: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AI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, който препоръчва град, спрямо желанията на потребителя</a:t>
              </a:r>
              <a:endParaRPr lang="en-US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FB47AC3-CD48-97FF-B21A-4210126A67C7}"/>
                </a:ext>
              </a:extLst>
            </p:cNvPr>
            <p:cNvSpPr txBox="1"/>
            <p:nvPr/>
          </p:nvSpPr>
          <p:spPr>
            <a:xfrm>
              <a:off x="14762710" y="2026900"/>
              <a:ext cx="33513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Как го реализирахме?</a:t>
              </a:r>
              <a:endPara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pic>
        <p:nvPicPr>
          <p:cNvPr id="94" name="Picture 93">
            <a:extLst>
              <a:ext uri="{FF2B5EF4-FFF2-40B4-BE49-F238E27FC236}">
                <a16:creationId xmlns:a16="http://schemas.microsoft.com/office/drawing/2014/main" id="{2259B558-7D49-EF51-07BD-D19C716F34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53999">
            <a:off x="13214459" y="6080728"/>
            <a:ext cx="4024472" cy="1871494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1CBB20B3-DB1B-839F-6D14-A7F73520E249}"/>
              </a:ext>
            </a:extLst>
          </p:cNvPr>
          <p:cNvSpPr/>
          <p:nvPr/>
        </p:nvSpPr>
        <p:spPr>
          <a:xfrm>
            <a:off x="10293561" y="-24283"/>
            <a:ext cx="1956199" cy="166271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480CBF8E-3547-F369-9224-9B9B2C2B62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54000" y1="56548" x2="54000" y2="56548"/>
                        <a14:foregroundMark x1="30667" y1="44643" x2="59667" y2="46429"/>
                        <a14:foregroundMark x1="59667" y1="46429" x2="61667" y2="315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65068">
            <a:off x="5908322" y="236152"/>
            <a:ext cx="2292599" cy="1283856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753194F1-7428-86F7-07BE-CC76CC5FA5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652" y="38353"/>
            <a:ext cx="1349803" cy="1349803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168E27D0-549B-8B29-24CE-DF3E8FF837E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6588">
            <a:off x="9091200" y="472806"/>
            <a:ext cx="1591487" cy="994679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01D6CB90-2215-62ED-FBF2-72EAB0BC748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13408">
            <a:off x="10111083" y="5116142"/>
            <a:ext cx="1259401" cy="1259401"/>
          </a:xfrm>
          <a:prstGeom prst="rect">
            <a:avLst/>
          </a:prstGeom>
        </p:spPr>
      </p:pic>
      <p:pic>
        <p:nvPicPr>
          <p:cNvPr id="100" name="Picture 4" descr="Ollama Logo PNG HD Download With Transparent Background | PNGHDPro">
            <a:extLst>
              <a:ext uri="{FF2B5EF4-FFF2-40B4-BE49-F238E27FC236}">
                <a16:creationId xmlns:a16="http://schemas.microsoft.com/office/drawing/2014/main" id="{5D891718-37B4-7E00-ADC6-583206C5D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2442">
            <a:off x="4319108" y="3780720"/>
            <a:ext cx="3276470" cy="327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3A940873-890A-F2E2-F321-93544106E3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49935">
            <a:off x="1223469" y="6614475"/>
            <a:ext cx="4024472" cy="1871494"/>
          </a:xfrm>
          <a:prstGeom prst="rect">
            <a:avLst/>
          </a:prstGeom>
        </p:spPr>
      </p:pic>
      <p:grpSp>
        <p:nvGrpSpPr>
          <p:cNvPr id="102" name="Google Shape;1946;p47">
            <a:extLst>
              <a:ext uri="{FF2B5EF4-FFF2-40B4-BE49-F238E27FC236}">
                <a16:creationId xmlns:a16="http://schemas.microsoft.com/office/drawing/2014/main" id="{B1B37C6B-5E26-9DB4-DF7D-B41275717699}"/>
              </a:ext>
            </a:extLst>
          </p:cNvPr>
          <p:cNvGrpSpPr/>
          <p:nvPr/>
        </p:nvGrpSpPr>
        <p:grpSpPr>
          <a:xfrm rot="1461052">
            <a:off x="11465554" y="-2484402"/>
            <a:ext cx="1927300" cy="2119534"/>
            <a:chOff x="-11234829" y="-8025664"/>
            <a:chExt cx="1455271" cy="1453123"/>
          </a:xfrm>
        </p:grpSpPr>
        <p:sp>
          <p:nvSpPr>
            <p:cNvPr id="103" name="Google Shape;1947;p47">
              <a:extLst>
                <a:ext uri="{FF2B5EF4-FFF2-40B4-BE49-F238E27FC236}">
                  <a16:creationId xmlns:a16="http://schemas.microsoft.com/office/drawing/2014/main" id="{AC952482-5C19-A10C-62CC-3E398BC45FF7}"/>
                </a:ext>
              </a:extLst>
            </p:cNvPr>
            <p:cNvSpPr/>
            <p:nvPr/>
          </p:nvSpPr>
          <p:spPr>
            <a:xfrm>
              <a:off x="-10936135" y="-8016134"/>
              <a:ext cx="1149414" cy="1149414"/>
            </a:xfrm>
            <a:custGeom>
              <a:avLst/>
              <a:gdLst/>
              <a:ahLst/>
              <a:cxnLst/>
              <a:rect l="l" t="t" r="r" b="b"/>
              <a:pathLst>
                <a:path w="1149414" h="1149414" extrusionOk="0">
                  <a:moveTo>
                    <a:pt x="662390" y="296250"/>
                  </a:moveTo>
                  <a:lnTo>
                    <a:pt x="732258" y="229091"/>
                  </a:lnTo>
                  <a:lnTo>
                    <a:pt x="885624" y="81884"/>
                  </a:lnTo>
                  <a:cubicBezTo>
                    <a:pt x="910254" y="58157"/>
                    <a:pt x="938250" y="38124"/>
                    <a:pt x="969202" y="23510"/>
                  </a:cubicBezTo>
                  <a:cubicBezTo>
                    <a:pt x="1076098" y="-26982"/>
                    <a:pt x="1131187" y="19569"/>
                    <a:pt x="1131187" y="19569"/>
                  </a:cubicBezTo>
                  <a:cubicBezTo>
                    <a:pt x="1131187" y="19569"/>
                    <a:pt x="1177739" y="74577"/>
                    <a:pt x="1127329" y="181473"/>
                  </a:cubicBezTo>
                  <a:cubicBezTo>
                    <a:pt x="1112714" y="212425"/>
                    <a:pt x="1092600" y="240421"/>
                    <a:pt x="1068873" y="265133"/>
                  </a:cubicBezTo>
                  <a:lnTo>
                    <a:pt x="921665" y="418498"/>
                  </a:lnTo>
                  <a:lnTo>
                    <a:pt x="854507" y="488366"/>
                  </a:lnTo>
                  <a:lnTo>
                    <a:pt x="629140" y="723093"/>
                  </a:lnTo>
                  <a:lnTo>
                    <a:pt x="596381" y="757165"/>
                  </a:lnTo>
                  <a:cubicBezTo>
                    <a:pt x="534969" y="821204"/>
                    <a:pt x="467647" y="879413"/>
                    <a:pt x="395398" y="931055"/>
                  </a:cubicBezTo>
                  <a:lnTo>
                    <a:pt x="300325" y="999034"/>
                  </a:lnTo>
                  <a:lnTo>
                    <a:pt x="242279" y="1040495"/>
                  </a:lnTo>
                  <a:lnTo>
                    <a:pt x="152790" y="1104452"/>
                  </a:lnTo>
                  <a:lnTo>
                    <a:pt x="88176" y="1150675"/>
                  </a:lnTo>
                  <a:lnTo>
                    <a:pt x="68472" y="1130971"/>
                  </a:lnTo>
                  <a:lnTo>
                    <a:pt x="66666" y="1128754"/>
                  </a:lnTo>
                  <a:lnTo>
                    <a:pt x="111493" y="1092712"/>
                  </a:lnTo>
                  <a:lnTo>
                    <a:pt x="116830" y="1033845"/>
                  </a:lnTo>
                  <a:lnTo>
                    <a:pt x="58045" y="1039182"/>
                  </a:lnTo>
                  <a:lnTo>
                    <a:pt x="21920" y="1084009"/>
                  </a:lnTo>
                  <a:lnTo>
                    <a:pt x="19703" y="1082203"/>
                  </a:lnTo>
                  <a:lnTo>
                    <a:pt x="0" y="1062498"/>
                  </a:lnTo>
                  <a:lnTo>
                    <a:pt x="46223" y="997803"/>
                  </a:lnTo>
                  <a:lnTo>
                    <a:pt x="110179" y="908313"/>
                  </a:lnTo>
                  <a:lnTo>
                    <a:pt x="151723" y="850267"/>
                  </a:lnTo>
                  <a:lnTo>
                    <a:pt x="219701" y="755194"/>
                  </a:lnTo>
                  <a:cubicBezTo>
                    <a:pt x="271343" y="683028"/>
                    <a:pt x="329553" y="615787"/>
                    <a:pt x="393592" y="554211"/>
                  </a:cubicBezTo>
                  <a:lnTo>
                    <a:pt x="427664" y="521453"/>
                  </a:lnTo>
                  <a:lnTo>
                    <a:pt x="662390" y="296085"/>
                  </a:lnTo>
                  <a:close/>
                  <a:moveTo>
                    <a:pt x="1057707" y="213903"/>
                  </a:moveTo>
                  <a:cubicBezTo>
                    <a:pt x="1072239" y="174576"/>
                    <a:pt x="1036771" y="113985"/>
                    <a:pt x="1036771" y="113985"/>
                  </a:cubicBezTo>
                  <a:cubicBezTo>
                    <a:pt x="1036771" y="113985"/>
                    <a:pt x="976180" y="78600"/>
                    <a:pt x="936937" y="93050"/>
                  </a:cubicBezTo>
                  <a:cubicBezTo>
                    <a:pt x="897610" y="107582"/>
                    <a:pt x="879219" y="128353"/>
                    <a:pt x="879219" y="128353"/>
                  </a:cubicBezTo>
                  <a:lnTo>
                    <a:pt x="890056" y="139191"/>
                  </a:lnTo>
                  <a:cubicBezTo>
                    <a:pt x="890056" y="139191"/>
                    <a:pt x="949415" y="91818"/>
                    <a:pt x="1004259" y="146580"/>
                  </a:cubicBezTo>
                  <a:cubicBezTo>
                    <a:pt x="1059021" y="201341"/>
                    <a:pt x="1011566" y="260782"/>
                    <a:pt x="1011566" y="260782"/>
                  </a:cubicBezTo>
                  <a:lnTo>
                    <a:pt x="1022403" y="271620"/>
                  </a:lnTo>
                  <a:cubicBezTo>
                    <a:pt x="1022403" y="271620"/>
                    <a:pt x="1043093" y="253229"/>
                    <a:pt x="1057625" y="2139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948;p47">
              <a:extLst>
                <a:ext uri="{FF2B5EF4-FFF2-40B4-BE49-F238E27FC236}">
                  <a16:creationId xmlns:a16="http://schemas.microsoft.com/office/drawing/2014/main" id="{3A99A9B3-5DB1-7D62-DD93-228958E14430}"/>
                </a:ext>
              </a:extLst>
            </p:cNvPr>
            <p:cNvSpPr/>
            <p:nvPr/>
          </p:nvSpPr>
          <p:spPr>
            <a:xfrm>
              <a:off x="-9909253" y="-7138218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209" y="24814"/>
                  </a:moveTo>
                  <a:cubicBezTo>
                    <a:pt x="75652" y="45174"/>
                    <a:pt x="85340" y="68573"/>
                    <a:pt x="76883" y="77030"/>
                  </a:cubicBezTo>
                  <a:lnTo>
                    <a:pt x="75324" y="78261"/>
                  </a:lnTo>
                  <a:lnTo>
                    <a:pt x="75242" y="78261"/>
                  </a:lnTo>
                  <a:cubicBezTo>
                    <a:pt x="75242" y="78261"/>
                    <a:pt x="75242" y="78343"/>
                    <a:pt x="75242" y="78343"/>
                  </a:cubicBezTo>
                  <a:cubicBezTo>
                    <a:pt x="65635" y="84172"/>
                    <a:pt x="43879" y="74403"/>
                    <a:pt x="24749" y="55273"/>
                  </a:cubicBezTo>
                  <a:cubicBezTo>
                    <a:pt x="5045" y="35569"/>
                    <a:pt x="-4643" y="13073"/>
                    <a:pt x="2172" y="3960"/>
                  </a:cubicBezTo>
                  <a:lnTo>
                    <a:pt x="2336" y="3796"/>
                  </a:lnTo>
                  <a:lnTo>
                    <a:pt x="2664" y="3467"/>
                  </a:lnTo>
                  <a:lnTo>
                    <a:pt x="3075" y="3057"/>
                  </a:lnTo>
                  <a:cubicBezTo>
                    <a:pt x="11449" y="-5400"/>
                    <a:pt x="34848" y="4288"/>
                    <a:pt x="55291" y="24731"/>
                  </a:cubicBezTo>
                  <a:close/>
                  <a:moveTo>
                    <a:pt x="66046" y="67095"/>
                  </a:moveTo>
                  <a:cubicBezTo>
                    <a:pt x="69330" y="63729"/>
                    <a:pt x="60134" y="49198"/>
                    <a:pt x="45521" y="34501"/>
                  </a:cubicBezTo>
                  <a:cubicBezTo>
                    <a:pt x="30907" y="19805"/>
                    <a:pt x="16293" y="10610"/>
                    <a:pt x="12926" y="13976"/>
                  </a:cubicBezTo>
                  <a:cubicBezTo>
                    <a:pt x="9561" y="17342"/>
                    <a:pt x="18838" y="31792"/>
                    <a:pt x="33452" y="46570"/>
                  </a:cubicBezTo>
                  <a:cubicBezTo>
                    <a:pt x="48066" y="61184"/>
                    <a:pt x="62680" y="70462"/>
                    <a:pt x="66046" y="670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949;p47">
              <a:extLst>
                <a:ext uri="{FF2B5EF4-FFF2-40B4-BE49-F238E27FC236}">
                  <a16:creationId xmlns:a16="http://schemas.microsoft.com/office/drawing/2014/main" id="{ED07FBC3-5822-F989-81E2-1A1B3D27F117}"/>
                </a:ext>
              </a:extLst>
            </p:cNvPr>
            <p:cNvSpPr/>
            <p:nvPr/>
          </p:nvSpPr>
          <p:spPr>
            <a:xfrm>
              <a:off x="-9962828" y="-7134176"/>
              <a:ext cx="123151" cy="139571"/>
            </a:xfrm>
            <a:custGeom>
              <a:avLst/>
              <a:gdLst/>
              <a:ahLst/>
              <a:cxnLst/>
              <a:rect l="l" t="t" r="r" b="b"/>
              <a:pathLst>
                <a:path w="123151" h="139571" extrusionOk="0">
                  <a:moveTo>
                    <a:pt x="128653" y="74383"/>
                  </a:moveTo>
                  <a:lnTo>
                    <a:pt x="54186" y="131936"/>
                  </a:lnTo>
                  <a:cubicBezTo>
                    <a:pt x="42364" y="141132"/>
                    <a:pt x="27094" y="144252"/>
                    <a:pt x="12726" y="140721"/>
                  </a:cubicBezTo>
                  <a:lnTo>
                    <a:pt x="0" y="72002"/>
                  </a:lnTo>
                  <a:lnTo>
                    <a:pt x="55583" y="0"/>
                  </a:lnTo>
                  <a:cubicBezTo>
                    <a:pt x="48769" y="9195"/>
                    <a:pt x="58456" y="31609"/>
                    <a:pt x="78160" y="51313"/>
                  </a:cubicBezTo>
                  <a:cubicBezTo>
                    <a:pt x="97207" y="70443"/>
                    <a:pt x="119046" y="80213"/>
                    <a:pt x="128653" y="743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950;p47">
              <a:extLst>
                <a:ext uri="{FF2B5EF4-FFF2-40B4-BE49-F238E27FC236}">
                  <a16:creationId xmlns:a16="http://schemas.microsoft.com/office/drawing/2014/main" id="{F081C8D0-46D5-8695-07AB-DF1D647D8471}"/>
                </a:ext>
              </a:extLst>
            </p:cNvPr>
            <p:cNvSpPr/>
            <p:nvPr/>
          </p:nvSpPr>
          <p:spPr>
            <a:xfrm>
              <a:off x="-10056834" y="-7926552"/>
              <a:ext cx="180622" cy="180622"/>
            </a:xfrm>
            <a:custGeom>
              <a:avLst/>
              <a:gdLst/>
              <a:ahLst/>
              <a:cxnLst/>
              <a:rect l="l" t="t" r="r" b="b"/>
              <a:pathLst>
                <a:path w="180622" h="180622" extrusionOk="0">
                  <a:moveTo>
                    <a:pt x="157469" y="24485"/>
                  </a:moveTo>
                  <a:cubicBezTo>
                    <a:pt x="157469" y="24485"/>
                    <a:pt x="192937" y="85076"/>
                    <a:pt x="178405" y="124402"/>
                  </a:cubicBezTo>
                  <a:cubicBezTo>
                    <a:pt x="163873" y="163728"/>
                    <a:pt x="143184" y="182037"/>
                    <a:pt x="143184" y="182037"/>
                  </a:cubicBezTo>
                  <a:lnTo>
                    <a:pt x="132347" y="171200"/>
                  </a:lnTo>
                  <a:cubicBezTo>
                    <a:pt x="132347" y="171200"/>
                    <a:pt x="179801" y="111759"/>
                    <a:pt x="125040" y="56997"/>
                  </a:cubicBezTo>
                  <a:cubicBezTo>
                    <a:pt x="70196" y="2236"/>
                    <a:pt x="10837" y="49608"/>
                    <a:pt x="10837" y="49608"/>
                  </a:cubicBezTo>
                  <a:lnTo>
                    <a:pt x="0" y="38771"/>
                  </a:lnTo>
                  <a:cubicBezTo>
                    <a:pt x="0" y="38771"/>
                    <a:pt x="18391" y="17999"/>
                    <a:pt x="57717" y="3467"/>
                  </a:cubicBezTo>
                  <a:cubicBezTo>
                    <a:pt x="97043" y="-10982"/>
                    <a:pt x="157551" y="24403"/>
                    <a:pt x="157551" y="244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951;p47">
              <a:extLst>
                <a:ext uri="{FF2B5EF4-FFF2-40B4-BE49-F238E27FC236}">
                  <a16:creationId xmlns:a16="http://schemas.microsoft.com/office/drawing/2014/main" id="{52277CBB-7601-D132-8A7E-B7798AAB3045}"/>
                </a:ext>
              </a:extLst>
            </p:cNvPr>
            <p:cNvSpPr/>
            <p:nvPr/>
          </p:nvSpPr>
          <p:spPr>
            <a:xfrm>
              <a:off x="-9968737" y="-7417608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251" y="24731"/>
                  </a:moveTo>
                  <a:cubicBezTo>
                    <a:pt x="75694" y="45174"/>
                    <a:pt x="85383" y="68573"/>
                    <a:pt x="76926" y="76948"/>
                  </a:cubicBezTo>
                  <a:lnTo>
                    <a:pt x="75366" y="78261"/>
                  </a:lnTo>
                  <a:lnTo>
                    <a:pt x="75202" y="78261"/>
                  </a:lnTo>
                  <a:cubicBezTo>
                    <a:pt x="65596" y="84172"/>
                    <a:pt x="43839" y="74403"/>
                    <a:pt x="24710" y="55273"/>
                  </a:cubicBezTo>
                  <a:cubicBezTo>
                    <a:pt x="5005" y="35569"/>
                    <a:pt x="-4683" y="13237"/>
                    <a:pt x="2214" y="4042"/>
                  </a:cubicBezTo>
                  <a:lnTo>
                    <a:pt x="2706" y="3385"/>
                  </a:lnTo>
                  <a:lnTo>
                    <a:pt x="3035" y="3057"/>
                  </a:lnTo>
                  <a:cubicBezTo>
                    <a:pt x="11492" y="-5400"/>
                    <a:pt x="34890" y="4288"/>
                    <a:pt x="55333" y="24731"/>
                  </a:cubicBezTo>
                  <a:close/>
                  <a:moveTo>
                    <a:pt x="66089" y="66931"/>
                  </a:moveTo>
                  <a:cubicBezTo>
                    <a:pt x="69372" y="63647"/>
                    <a:pt x="60259" y="49115"/>
                    <a:pt x="45564" y="34337"/>
                  </a:cubicBezTo>
                  <a:cubicBezTo>
                    <a:pt x="30867" y="19559"/>
                    <a:pt x="16335" y="10446"/>
                    <a:pt x="12969" y="13812"/>
                  </a:cubicBezTo>
                  <a:cubicBezTo>
                    <a:pt x="9604" y="17178"/>
                    <a:pt x="18881" y="31628"/>
                    <a:pt x="33494" y="46406"/>
                  </a:cubicBezTo>
                  <a:cubicBezTo>
                    <a:pt x="48191" y="61020"/>
                    <a:pt x="62723" y="70215"/>
                    <a:pt x="66089" y="669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952;p47">
              <a:extLst>
                <a:ext uri="{FF2B5EF4-FFF2-40B4-BE49-F238E27FC236}">
                  <a16:creationId xmlns:a16="http://schemas.microsoft.com/office/drawing/2014/main" id="{6FDA9954-30D0-D81E-B32B-A7E2D479244B}"/>
                </a:ext>
              </a:extLst>
            </p:cNvPr>
            <p:cNvSpPr/>
            <p:nvPr/>
          </p:nvSpPr>
          <p:spPr>
            <a:xfrm>
              <a:off x="-10016112" y="-7413566"/>
              <a:ext cx="114941" cy="139571"/>
            </a:xfrm>
            <a:custGeom>
              <a:avLst/>
              <a:gdLst/>
              <a:ahLst/>
              <a:cxnLst/>
              <a:rect l="l" t="t" r="r" b="b"/>
              <a:pathLst>
                <a:path w="114941" h="139571" extrusionOk="0">
                  <a:moveTo>
                    <a:pt x="122495" y="74301"/>
                  </a:moveTo>
                  <a:lnTo>
                    <a:pt x="48029" y="131854"/>
                  </a:lnTo>
                  <a:cubicBezTo>
                    <a:pt x="38424" y="139325"/>
                    <a:pt x="26436" y="142856"/>
                    <a:pt x="14450" y="141952"/>
                  </a:cubicBezTo>
                  <a:lnTo>
                    <a:pt x="0" y="63875"/>
                  </a:lnTo>
                  <a:lnTo>
                    <a:pt x="49425" y="0"/>
                  </a:lnTo>
                  <a:cubicBezTo>
                    <a:pt x="42611" y="9195"/>
                    <a:pt x="52298" y="31527"/>
                    <a:pt x="71921" y="51231"/>
                  </a:cubicBezTo>
                  <a:cubicBezTo>
                    <a:pt x="91050" y="70361"/>
                    <a:pt x="112889" y="80130"/>
                    <a:pt x="122413" y="743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953;p47">
              <a:extLst>
                <a:ext uri="{FF2B5EF4-FFF2-40B4-BE49-F238E27FC236}">
                  <a16:creationId xmlns:a16="http://schemas.microsoft.com/office/drawing/2014/main" id="{4F6B5C77-6617-363C-BE30-7884E293FC4B}"/>
                </a:ext>
              </a:extLst>
            </p:cNvPr>
            <p:cNvSpPr/>
            <p:nvPr/>
          </p:nvSpPr>
          <p:spPr>
            <a:xfrm>
              <a:off x="-10045997" y="-7334420"/>
              <a:ext cx="139571" cy="755329"/>
            </a:xfrm>
            <a:custGeom>
              <a:avLst/>
              <a:gdLst/>
              <a:ahLst/>
              <a:cxnLst/>
              <a:rect l="l" t="t" r="r" b="b"/>
              <a:pathLst>
                <a:path w="139571" h="755329" extrusionOk="0">
                  <a:moveTo>
                    <a:pt x="146961" y="616743"/>
                  </a:moveTo>
                  <a:cubicBezTo>
                    <a:pt x="147043" y="619206"/>
                    <a:pt x="149178" y="688745"/>
                    <a:pt x="74958" y="758367"/>
                  </a:cubicBezTo>
                  <a:lnTo>
                    <a:pt x="69129" y="708450"/>
                  </a:lnTo>
                  <a:lnTo>
                    <a:pt x="0" y="0"/>
                  </a:lnTo>
                  <a:lnTo>
                    <a:pt x="119046" y="644575"/>
                  </a:lnTo>
                  <a:lnTo>
                    <a:pt x="146879" y="6167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954;p47">
              <a:extLst>
                <a:ext uri="{FF2B5EF4-FFF2-40B4-BE49-F238E27FC236}">
                  <a16:creationId xmlns:a16="http://schemas.microsoft.com/office/drawing/2014/main" id="{498D6916-D7E2-9A7B-24ED-850C1A0F1F68}"/>
                </a:ext>
              </a:extLst>
            </p:cNvPr>
            <p:cNvSpPr/>
            <p:nvPr/>
          </p:nvSpPr>
          <p:spPr>
            <a:xfrm>
              <a:off x="-10081628" y="-7597554"/>
              <a:ext cx="180622" cy="903111"/>
            </a:xfrm>
            <a:custGeom>
              <a:avLst/>
              <a:gdLst/>
              <a:ahLst/>
              <a:cxnLst/>
              <a:rect l="l" t="t" r="r" b="b"/>
              <a:pathLst>
                <a:path w="180622" h="903111" extrusionOk="0">
                  <a:moveTo>
                    <a:pt x="182593" y="879794"/>
                  </a:moveTo>
                  <a:lnTo>
                    <a:pt x="182593" y="879794"/>
                  </a:lnTo>
                  <a:cubicBezTo>
                    <a:pt x="182593" y="879794"/>
                    <a:pt x="154760" y="907709"/>
                    <a:pt x="154760" y="907709"/>
                  </a:cubicBezTo>
                  <a:lnTo>
                    <a:pt x="35714" y="263134"/>
                  </a:lnTo>
                  <a:lnTo>
                    <a:pt x="0" y="69868"/>
                  </a:lnTo>
                  <a:lnTo>
                    <a:pt x="67158" y="0"/>
                  </a:lnTo>
                  <a:lnTo>
                    <a:pt x="37438" y="95812"/>
                  </a:lnTo>
                  <a:lnTo>
                    <a:pt x="65599" y="247863"/>
                  </a:lnTo>
                  <a:lnTo>
                    <a:pt x="80048" y="325941"/>
                  </a:lnTo>
                  <a:lnTo>
                    <a:pt x="118882" y="535381"/>
                  </a:lnTo>
                  <a:lnTo>
                    <a:pt x="131608" y="604099"/>
                  </a:lnTo>
                  <a:lnTo>
                    <a:pt x="182675" y="8797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955;p47">
              <a:extLst>
                <a:ext uri="{FF2B5EF4-FFF2-40B4-BE49-F238E27FC236}">
                  <a16:creationId xmlns:a16="http://schemas.microsoft.com/office/drawing/2014/main" id="{747D1547-6ED3-17A7-B72E-467B8EF73051}"/>
                </a:ext>
              </a:extLst>
            </p:cNvPr>
            <p:cNvSpPr/>
            <p:nvPr/>
          </p:nvSpPr>
          <p:spPr>
            <a:xfrm>
              <a:off x="-10306995" y="-7527686"/>
              <a:ext cx="328404" cy="894900"/>
            </a:xfrm>
            <a:custGeom>
              <a:avLst/>
              <a:gdLst/>
              <a:ahLst/>
              <a:cxnLst/>
              <a:rect l="l" t="t" r="r" b="b"/>
              <a:pathLst>
                <a:path w="328404" h="894900" extrusionOk="0">
                  <a:moveTo>
                    <a:pt x="127749" y="492113"/>
                  </a:moveTo>
                  <a:lnTo>
                    <a:pt x="86698" y="409109"/>
                  </a:lnTo>
                  <a:lnTo>
                    <a:pt x="67076" y="369455"/>
                  </a:lnTo>
                  <a:lnTo>
                    <a:pt x="29145" y="292526"/>
                  </a:lnTo>
                  <a:lnTo>
                    <a:pt x="9687" y="253364"/>
                  </a:lnTo>
                  <a:lnTo>
                    <a:pt x="985" y="235630"/>
                  </a:lnTo>
                  <a:lnTo>
                    <a:pt x="0" y="234727"/>
                  </a:lnTo>
                  <a:lnTo>
                    <a:pt x="225367" y="0"/>
                  </a:lnTo>
                  <a:lnTo>
                    <a:pt x="261081" y="193266"/>
                  </a:lnTo>
                  <a:lnTo>
                    <a:pt x="330210" y="901715"/>
                  </a:lnTo>
                  <a:lnTo>
                    <a:pt x="204759" y="647941"/>
                  </a:lnTo>
                  <a:lnTo>
                    <a:pt x="185137" y="608204"/>
                  </a:lnTo>
                  <a:lnTo>
                    <a:pt x="147124" y="531193"/>
                  </a:lnTo>
                  <a:lnTo>
                    <a:pt x="127749" y="49211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956;p47">
              <a:extLst>
                <a:ext uri="{FF2B5EF4-FFF2-40B4-BE49-F238E27FC236}">
                  <a16:creationId xmlns:a16="http://schemas.microsoft.com/office/drawing/2014/main" id="{45415463-A844-1EE5-570A-EF6EE2343EEA}"/>
                </a:ext>
              </a:extLst>
            </p:cNvPr>
            <p:cNvSpPr/>
            <p:nvPr/>
          </p:nvSpPr>
          <p:spPr>
            <a:xfrm>
              <a:off x="-11111504" y="-7902477"/>
              <a:ext cx="903111" cy="180622"/>
            </a:xfrm>
            <a:custGeom>
              <a:avLst/>
              <a:gdLst/>
              <a:ahLst/>
              <a:cxnLst/>
              <a:rect l="l" t="t" r="r" b="b"/>
              <a:pathLst>
                <a:path w="903111" h="180622" extrusionOk="0">
                  <a:moveTo>
                    <a:pt x="907627" y="115516"/>
                  </a:moveTo>
                  <a:lnTo>
                    <a:pt x="837759" y="182593"/>
                  </a:lnTo>
                  <a:lnTo>
                    <a:pt x="644575" y="146879"/>
                  </a:lnTo>
                  <a:lnTo>
                    <a:pt x="0" y="27915"/>
                  </a:lnTo>
                  <a:lnTo>
                    <a:pt x="27832" y="0"/>
                  </a:lnTo>
                  <a:lnTo>
                    <a:pt x="303528" y="51067"/>
                  </a:lnTo>
                  <a:lnTo>
                    <a:pt x="372247" y="63875"/>
                  </a:lnTo>
                  <a:lnTo>
                    <a:pt x="581769" y="102626"/>
                  </a:lnTo>
                  <a:lnTo>
                    <a:pt x="659682" y="117076"/>
                  </a:lnTo>
                  <a:lnTo>
                    <a:pt x="811815" y="145237"/>
                  </a:lnTo>
                  <a:lnTo>
                    <a:pt x="907627" y="11551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957;p47">
              <a:extLst>
                <a:ext uri="{FF2B5EF4-FFF2-40B4-BE49-F238E27FC236}">
                  <a16:creationId xmlns:a16="http://schemas.microsoft.com/office/drawing/2014/main" id="{5545FD7C-45F3-24A1-5A04-D671F4F96A58}"/>
                </a:ext>
              </a:extLst>
            </p:cNvPr>
            <p:cNvSpPr/>
            <p:nvPr/>
          </p:nvSpPr>
          <p:spPr>
            <a:xfrm>
              <a:off x="-11175378" y="-7824645"/>
              <a:ext cx="894901" cy="328404"/>
            </a:xfrm>
            <a:custGeom>
              <a:avLst/>
              <a:gdLst/>
              <a:ahLst/>
              <a:cxnLst/>
              <a:rect l="l" t="t" r="r" b="b"/>
              <a:pathLst>
                <a:path w="894901" h="328404" extrusionOk="0">
                  <a:moveTo>
                    <a:pt x="370358" y="183085"/>
                  </a:moveTo>
                  <a:lnTo>
                    <a:pt x="293429" y="145073"/>
                  </a:lnTo>
                  <a:lnTo>
                    <a:pt x="253774" y="125450"/>
                  </a:lnTo>
                  <a:lnTo>
                    <a:pt x="0" y="0"/>
                  </a:lnTo>
                  <a:lnTo>
                    <a:pt x="708449" y="69047"/>
                  </a:lnTo>
                  <a:lnTo>
                    <a:pt x="901633" y="104761"/>
                  </a:lnTo>
                  <a:lnTo>
                    <a:pt x="666906" y="330128"/>
                  </a:lnTo>
                  <a:lnTo>
                    <a:pt x="666003" y="329225"/>
                  </a:lnTo>
                  <a:lnTo>
                    <a:pt x="648187" y="320440"/>
                  </a:lnTo>
                  <a:lnTo>
                    <a:pt x="609107" y="301146"/>
                  </a:lnTo>
                  <a:lnTo>
                    <a:pt x="532178" y="263052"/>
                  </a:lnTo>
                  <a:lnTo>
                    <a:pt x="492442" y="243429"/>
                  </a:lnTo>
                  <a:lnTo>
                    <a:pt x="409520" y="202461"/>
                  </a:lnTo>
                  <a:lnTo>
                    <a:pt x="370358" y="1830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958;p47">
              <a:extLst>
                <a:ext uri="{FF2B5EF4-FFF2-40B4-BE49-F238E27FC236}">
                  <a16:creationId xmlns:a16="http://schemas.microsoft.com/office/drawing/2014/main" id="{1A654DCA-25D4-702A-64F3-856ABC95F3ED}"/>
                </a:ext>
              </a:extLst>
            </p:cNvPr>
            <p:cNvSpPr/>
            <p:nvPr/>
          </p:nvSpPr>
          <p:spPr>
            <a:xfrm>
              <a:off x="-10463979" y="-7912549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424" y="24604"/>
                  </a:moveTo>
                  <a:cubicBezTo>
                    <a:pt x="75786" y="45047"/>
                    <a:pt x="85474" y="68446"/>
                    <a:pt x="77099" y="76902"/>
                  </a:cubicBezTo>
                  <a:lnTo>
                    <a:pt x="76689" y="77231"/>
                  </a:lnTo>
                  <a:lnTo>
                    <a:pt x="76114" y="77723"/>
                  </a:lnTo>
                  <a:cubicBezTo>
                    <a:pt x="66919" y="84620"/>
                    <a:pt x="44505" y="74850"/>
                    <a:pt x="24801" y="55227"/>
                  </a:cubicBezTo>
                  <a:cubicBezTo>
                    <a:pt x="5097" y="35605"/>
                    <a:pt x="-4099" y="14341"/>
                    <a:pt x="1731" y="4735"/>
                  </a:cubicBezTo>
                  <a:lnTo>
                    <a:pt x="1731" y="4571"/>
                  </a:lnTo>
                  <a:cubicBezTo>
                    <a:pt x="1731" y="4571"/>
                    <a:pt x="3126" y="3011"/>
                    <a:pt x="3126" y="3011"/>
                  </a:cubicBezTo>
                  <a:cubicBezTo>
                    <a:pt x="11583" y="-5363"/>
                    <a:pt x="34981" y="4325"/>
                    <a:pt x="55424" y="24686"/>
                  </a:cubicBezTo>
                  <a:close/>
                  <a:moveTo>
                    <a:pt x="66262" y="66886"/>
                  </a:moveTo>
                  <a:cubicBezTo>
                    <a:pt x="69546" y="63602"/>
                    <a:pt x="60351" y="48988"/>
                    <a:pt x="45737" y="34292"/>
                  </a:cubicBezTo>
                  <a:cubicBezTo>
                    <a:pt x="31123" y="19678"/>
                    <a:pt x="16509" y="10400"/>
                    <a:pt x="13143" y="13766"/>
                  </a:cubicBezTo>
                  <a:cubicBezTo>
                    <a:pt x="9777" y="17133"/>
                    <a:pt x="19054" y="31664"/>
                    <a:pt x="33668" y="46361"/>
                  </a:cubicBezTo>
                  <a:cubicBezTo>
                    <a:pt x="48282" y="61057"/>
                    <a:pt x="62896" y="70252"/>
                    <a:pt x="66262" y="66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959;p47">
              <a:extLst>
                <a:ext uri="{FF2B5EF4-FFF2-40B4-BE49-F238E27FC236}">
                  <a16:creationId xmlns:a16="http://schemas.microsoft.com/office/drawing/2014/main" id="{EFEAD9AA-A0F5-BDC3-87C1-48FADB027FBF}"/>
                </a:ext>
              </a:extLst>
            </p:cNvPr>
            <p:cNvSpPr/>
            <p:nvPr/>
          </p:nvSpPr>
          <p:spPr>
            <a:xfrm>
              <a:off x="-10529958" y="-7907896"/>
              <a:ext cx="139571" cy="114941"/>
            </a:xfrm>
            <a:custGeom>
              <a:avLst/>
              <a:gdLst/>
              <a:ahLst/>
              <a:cxnLst/>
              <a:rect l="l" t="t" r="r" b="b"/>
              <a:pathLst>
                <a:path w="139571" h="114941" extrusionOk="0">
                  <a:moveTo>
                    <a:pt x="142093" y="73070"/>
                  </a:moveTo>
                  <a:lnTo>
                    <a:pt x="78137" y="122495"/>
                  </a:lnTo>
                  <a:lnTo>
                    <a:pt x="141" y="108045"/>
                  </a:lnTo>
                  <a:cubicBezTo>
                    <a:pt x="-762" y="96140"/>
                    <a:pt x="2686" y="84154"/>
                    <a:pt x="10157" y="74466"/>
                  </a:cubicBezTo>
                  <a:lnTo>
                    <a:pt x="67710" y="0"/>
                  </a:lnTo>
                  <a:cubicBezTo>
                    <a:pt x="61880" y="9606"/>
                    <a:pt x="71568" y="31363"/>
                    <a:pt x="90780" y="50492"/>
                  </a:cubicBezTo>
                  <a:cubicBezTo>
                    <a:pt x="109992" y="69622"/>
                    <a:pt x="132898" y="79884"/>
                    <a:pt x="142093" y="729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960;p47">
              <a:extLst>
                <a:ext uri="{FF2B5EF4-FFF2-40B4-BE49-F238E27FC236}">
                  <a16:creationId xmlns:a16="http://schemas.microsoft.com/office/drawing/2014/main" id="{AFBEBEBA-25B5-84D2-D296-05F01B98D6F2}"/>
                </a:ext>
              </a:extLst>
            </p:cNvPr>
            <p:cNvSpPr/>
            <p:nvPr/>
          </p:nvSpPr>
          <p:spPr>
            <a:xfrm>
              <a:off x="-11225296" y="-7902501"/>
              <a:ext cx="755329" cy="139571"/>
            </a:xfrm>
            <a:custGeom>
              <a:avLst/>
              <a:gdLst/>
              <a:ahLst/>
              <a:cxnLst/>
              <a:rect l="l" t="t" r="r" b="b"/>
              <a:pathLst>
                <a:path w="755329" h="139571" extrusionOk="0">
                  <a:moveTo>
                    <a:pt x="758367" y="146903"/>
                  </a:moveTo>
                  <a:lnTo>
                    <a:pt x="49918" y="77856"/>
                  </a:lnTo>
                  <a:lnTo>
                    <a:pt x="0" y="72027"/>
                  </a:lnTo>
                  <a:cubicBezTo>
                    <a:pt x="70771" y="-3424"/>
                    <a:pt x="141624" y="24"/>
                    <a:pt x="141624" y="24"/>
                  </a:cubicBezTo>
                  <a:lnTo>
                    <a:pt x="113792" y="27939"/>
                  </a:lnTo>
                  <a:lnTo>
                    <a:pt x="758367" y="1469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961;p47">
              <a:extLst>
                <a:ext uri="{FF2B5EF4-FFF2-40B4-BE49-F238E27FC236}">
                  <a16:creationId xmlns:a16="http://schemas.microsoft.com/office/drawing/2014/main" id="{2828BFBD-4F07-0568-41CD-EE3BD1F2C012}"/>
                </a:ext>
              </a:extLst>
            </p:cNvPr>
            <p:cNvSpPr/>
            <p:nvPr/>
          </p:nvSpPr>
          <p:spPr>
            <a:xfrm>
              <a:off x="-10693774" y="-7017018"/>
              <a:ext cx="131361" cy="385874"/>
            </a:xfrm>
            <a:custGeom>
              <a:avLst/>
              <a:gdLst/>
              <a:ahLst/>
              <a:cxnLst/>
              <a:rect l="l" t="t" r="r" b="b"/>
              <a:pathLst>
                <a:path w="131361" h="385874" extrusionOk="0">
                  <a:moveTo>
                    <a:pt x="58046" y="0"/>
                  </a:moveTo>
                  <a:lnTo>
                    <a:pt x="134318" y="351146"/>
                  </a:lnTo>
                  <a:lnTo>
                    <a:pt x="92118" y="393346"/>
                  </a:lnTo>
                  <a:lnTo>
                    <a:pt x="54351" y="333494"/>
                  </a:lnTo>
                  <a:lnTo>
                    <a:pt x="81609" y="306237"/>
                  </a:lnTo>
                  <a:lnTo>
                    <a:pt x="0" y="41543"/>
                  </a:lnTo>
                  <a:lnTo>
                    <a:pt x="580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962;p47">
              <a:extLst>
                <a:ext uri="{FF2B5EF4-FFF2-40B4-BE49-F238E27FC236}">
                  <a16:creationId xmlns:a16="http://schemas.microsoft.com/office/drawing/2014/main" id="{4295F3C4-134E-99F7-C7C7-30319C071B4B}"/>
                </a:ext>
              </a:extLst>
            </p:cNvPr>
            <p:cNvSpPr/>
            <p:nvPr/>
          </p:nvSpPr>
          <p:spPr>
            <a:xfrm>
              <a:off x="-10783263" y="-6975475"/>
              <a:ext cx="164202" cy="287353"/>
            </a:xfrm>
            <a:custGeom>
              <a:avLst/>
              <a:gdLst/>
              <a:ahLst/>
              <a:cxnLst/>
              <a:rect l="l" t="t" r="r" b="b"/>
              <a:pathLst>
                <a:path w="164202" h="287353" extrusionOk="0">
                  <a:moveTo>
                    <a:pt x="89489" y="0"/>
                  </a:moveTo>
                  <a:lnTo>
                    <a:pt x="171098" y="264694"/>
                  </a:lnTo>
                  <a:lnTo>
                    <a:pt x="143840" y="291951"/>
                  </a:lnTo>
                  <a:lnTo>
                    <a:pt x="0" y="63957"/>
                  </a:lnTo>
                  <a:lnTo>
                    <a:pt x="894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963;p47">
              <a:extLst>
                <a:ext uri="{FF2B5EF4-FFF2-40B4-BE49-F238E27FC236}">
                  <a16:creationId xmlns:a16="http://schemas.microsoft.com/office/drawing/2014/main" id="{FD0EF027-D063-E089-F691-822F1CF91B08}"/>
                </a:ext>
              </a:extLst>
            </p:cNvPr>
            <p:cNvSpPr/>
            <p:nvPr/>
          </p:nvSpPr>
          <p:spPr>
            <a:xfrm>
              <a:off x="-10743241" y="-7972036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215" y="24649"/>
                  </a:moveTo>
                  <a:cubicBezTo>
                    <a:pt x="75658" y="45092"/>
                    <a:pt x="85345" y="68491"/>
                    <a:pt x="76890" y="76948"/>
                  </a:cubicBezTo>
                  <a:lnTo>
                    <a:pt x="76479" y="77358"/>
                  </a:lnTo>
                  <a:lnTo>
                    <a:pt x="76150" y="77604"/>
                  </a:lnTo>
                  <a:lnTo>
                    <a:pt x="75987" y="77769"/>
                  </a:lnTo>
                  <a:cubicBezTo>
                    <a:pt x="66791" y="84665"/>
                    <a:pt x="44377" y="74895"/>
                    <a:pt x="24674" y="55273"/>
                  </a:cubicBezTo>
                  <a:cubicBezTo>
                    <a:pt x="5543" y="36143"/>
                    <a:pt x="-4144" y="14305"/>
                    <a:pt x="1685" y="4781"/>
                  </a:cubicBezTo>
                  <a:lnTo>
                    <a:pt x="1685" y="4616"/>
                  </a:lnTo>
                  <a:cubicBezTo>
                    <a:pt x="1685" y="4616"/>
                    <a:pt x="2999" y="3057"/>
                    <a:pt x="2999" y="3057"/>
                  </a:cubicBezTo>
                  <a:cubicBezTo>
                    <a:pt x="11454" y="-5400"/>
                    <a:pt x="34854" y="4288"/>
                    <a:pt x="55297" y="24731"/>
                  </a:cubicBezTo>
                  <a:close/>
                  <a:moveTo>
                    <a:pt x="66052" y="66931"/>
                  </a:moveTo>
                  <a:cubicBezTo>
                    <a:pt x="69336" y="63647"/>
                    <a:pt x="60141" y="49033"/>
                    <a:pt x="45527" y="34337"/>
                  </a:cubicBezTo>
                  <a:cubicBezTo>
                    <a:pt x="30912" y="19723"/>
                    <a:pt x="16299" y="10446"/>
                    <a:pt x="12933" y="13812"/>
                  </a:cubicBezTo>
                  <a:cubicBezTo>
                    <a:pt x="9648" y="17096"/>
                    <a:pt x="18762" y="31710"/>
                    <a:pt x="33458" y="46406"/>
                  </a:cubicBezTo>
                  <a:cubicBezTo>
                    <a:pt x="48072" y="61102"/>
                    <a:pt x="62686" y="70297"/>
                    <a:pt x="66052" y="669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964;p47">
              <a:extLst>
                <a:ext uri="{FF2B5EF4-FFF2-40B4-BE49-F238E27FC236}">
                  <a16:creationId xmlns:a16="http://schemas.microsoft.com/office/drawing/2014/main" id="{C20ED5A2-99C6-C4CE-D2DF-E65F35F3931F}"/>
                </a:ext>
              </a:extLst>
            </p:cNvPr>
            <p:cNvSpPr/>
            <p:nvPr/>
          </p:nvSpPr>
          <p:spPr>
            <a:xfrm>
              <a:off x="-10809344" y="-7967255"/>
              <a:ext cx="139571" cy="123151"/>
            </a:xfrm>
            <a:custGeom>
              <a:avLst/>
              <a:gdLst/>
              <a:ahLst/>
              <a:cxnLst/>
              <a:rect l="l" t="t" r="r" b="b"/>
              <a:pathLst>
                <a:path w="139571" h="123151" extrusionOk="0">
                  <a:moveTo>
                    <a:pt x="142090" y="72988"/>
                  </a:moveTo>
                  <a:lnTo>
                    <a:pt x="70087" y="128652"/>
                  </a:lnTo>
                  <a:lnTo>
                    <a:pt x="1369" y="115927"/>
                  </a:lnTo>
                  <a:cubicBezTo>
                    <a:pt x="-2080" y="101559"/>
                    <a:pt x="1040" y="86288"/>
                    <a:pt x="10153" y="74466"/>
                  </a:cubicBezTo>
                  <a:lnTo>
                    <a:pt x="67788" y="0"/>
                  </a:lnTo>
                  <a:cubicBezTo>
                    <a:pt x="61959" y="9606"/>
                    <a:pt x="71646" y="31363"/>
                    <a:pt x="90777" y="50492"/>
                  </a:cubicBezTo>
                  <a:cubicBezTo>
                    <a:pt x="110480" y="70196"/>
                    <a:pt x="132976" y="79884"/>
                    <a:pt x="142090" y="729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965;p47">
              <a:extLst>
                <a:ext uri="{FF2B5EF4-FFF2-40B4-BE49-F238E27FC236}">
                  <a16:creationId xmlns:a16="http://schemas.microsoft.com/office/drawing/2014/main" id="{6EC6AF97-A1A4-F33C-A0D9-1645BE16AC67}"/>
                </a:ext>
              </a:extLst>
            </p:cNvPr>
            <p:cNvSpPr/>
            <p:nvPr/>
          </p:nvSpPr>
          <p:spPr>
            <a:xfrm>
              <a:off x="-10727100" y="-7954974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966;p47">
              <a:extLst>
                <a:ext uri="{FF2B5EF4-FFF2-40B4-BE49-F238E27FC236}">
                  <a16:creationId xmlns:a16="http://schemas.microsoft.com/office/drawing/2014/main" id="{9DF92340-BF5A-DFDB-AA1B-DCD289639831}"/>
                </a:ext>
              </a:extLst>
            </p:cNvPr>
            <p:cNvSpPr/>
            <p:nvPr/>
          </p:nvSpPr>
          <p:spPr>
            <a:xfrm>
              <a:off x="-11177759" y="-7241975"/>
              <a:ext cx="385874" cy="131361"/>
            </a:xfrm>
            <a:custGeom>
              <a:avLst/>
              <a:gdLst/>
              <a:ahLst/>
              <a:cxnLst/>
              <a:rect l="l" t="t" r="r" b="b"/>
              <a:pathLst>
                <a:path w="385874" h="131361" extrusionOk="0">
                  <a:moveTo>
                    <a:pt x="393346" y="76190"/>
                  </a:moveTo>
                  <a:lnTo>
                    <a:pt x="351803" y="134317"/>
                  </a:lnTo>
                  <a:lnTo>
                    <a:pt x="87109" y="52627"/>
                  </a:lnTo>
                  <a:lnTo>
                    <a:pt x="59852" y="79966"/>
                  </a:lnTo>
                  <a:lnTo>
                    <a:pt x="0" y="42200"/>
                  </a:lnTo>
                  <a:lnTo>
                    <a:pt x="42200" y="0"/>
                  </a:lnTo>
                  <a:lnTo>
                    <a:pt x="393346" y="761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967;p47">
              <a:extLst>
                <a:ext uri="{FF2B5EF4-FFF2-40B4-BE49-F238E27FC236}">
                  <a16:creationId xmlns:a16="http://schemas.microsoft.com/office/drawing/2014/main" id="{79E1828F-93D4-2702-0AEE-79E1F685E855}"/>
                </a:ext>
              </a:extLst>
            </p:cNvPr>
            <p:cNvSpPr/>
            <p:nvPr/>
          </p:nvSpPr>
          <p:spPr>
            <a:xfrm>
              <a:off x="-10981259" y="-6982207"/>
              <a:ext cx="155991" cy="155991"/>
            </a:xfrm>
            <a:custGeom>
              <a:avLst/>
              <a:gdLst/>
              <a:ahLst/>
              <a:cxnLst/>
              <a:rect l="l" t="t" r="r" b="b"/>
              <a:pathLst>
                <a:path w="155991" h="155991" extrusionOk="0">
                  <a:moveTo>
                    <a:pt x="161954" y="0"/>
                  </a:moveTo>
                  <a:lnTo>
                    <a:pt x="156617" y="58867"/>
                  </a:lnTo>
                  <a:lnTo>
                    <a:pt x="111790" y="94909"/>
                  </a:lnTo>
                  <a:lnTo>
                    <a:pt x="34204" y="157388"/>
                  </a:lnTo>
                  <a:cubicBezTo>
                    <a:pt x="25912" y="164120"/>
                    <a:pt x="13761" y="163463"/>
                    <a:pt x="6126" y="155828"/>
                  </a:cubicBezTo>
                  <a:cubicBezTo>
                    <a:pt x="-1428" y="148192"/>
                    <a:pt x="-2084" y="136124"/>
                    <a:pt x="4648" y="127749"/>
                  </a:cubicBezTo>
                  <a:lnTo>
                    <a:pt x="67044" y="50246"/>
                  </a:lnTo>
                  <a:lnTo>
                    <a:pt x="103169" y="5419"/>
                  </a:lnTo>
                  <a:lnTo>
                    <a:pt x="161954" y="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968;p47">
              <a:extLst>
                <a:ext uri="{FF2B5EF4-FFF2-40B4-BE49-F238E27FC236}">
                  <a16:creationId xmlns:a16="http://schemas.microsoft.com/office/drawing/2014/main" id="{E6D674D3-807E-0754-7505-6E2BE3DC4E1C}"/>
                </a:ext>
              </a:extLst>
            </p:cNvPr>
            <p:cNvSpPr/>
            <p:nvPr/>
          </p:nvSpPr>
          <p:spPr>
            <a:xfrm>
              <a:off x="-11117907" y="-7189348"/>
              <a:ext cx="287353" cy="164202"/>
            </a:xfrm>
            <a:custGeom>
              <a:avLst/>
              <a:gdLst/>
              <a:ahLst/>
              <a:cxnLst/>
              <a:rect l="l" t="t" r="r" b="b"/>
              <a:pathLst>
                <a:path w="287353" h="164202" extrusionOk="0">
                  <a:moveTo>
                    <a:pt x="291951" y="81690"/>
                  </a:moveTo>
                  <a:lnTo>
                    <a:pt x="227912" y="171098"/>
                  </a:lnTo>
                  <a:lnTo>
                    <a:pt x="0" y="27340"/>
                  </a:lnTo>
                  <a:lnTo>
                    <a:pt x="27257" y="0"/>
                  </a:lnTo>
                  <a:lnTo>
                    <a:pt x="291951" y="8169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0" name="Google Shape;1969;p47">
              <a:extLst>
                <a:ext uri="{FF2B5EF4-FFF2-40B4-BE49-F238E27FC236}">
                  <a16:creationId xmlns:a16="http://schemas.microsoft.com/office/drawing/2014/main" id="{CFD6BCFD-53F0-AF32-37EB-473AD4D67D09}"/>
                </a:ext>
              </a:extLst>
            </p:cNvPr>
            <p:cNvGrpSpPr/>
            <p:nvPr/>
          </p:nvGrpSpPr>
          <p:grpSpPr>
            <a:xfrm>
              <a:off x="-10925362" y="-7699195"/>
              <a:ext cx="815932" cy="820763"/>
              <a:chOff x="-2977412" y="-3507195"/>
              <a:chExt cx="815932" cy="820763"/>
            </a:xfrm>
          </p:grpSpPr>
          <p:sp>
            <p:nvSpPr>
              <p:cNvPr id="157" name="Google Shape;1970;p47">
                <a:extLst>
                  <a:ext uri="{FF2B5EF4-FFF2-40B4-BE49-F238E27FC236}">
                    <a16:creationId xmlns:a16="http://schemas.microsoft.com/office/drawing/2014/main" id="{F7626358-E9D1-7823-9107-3297194C79CE}"/>
                  </a:ext>
                </a:extLst>
              </p:cNvPr>
              <p:cNvSpPr/>
              <p:nvPr/>
            </p:nvSpPr>
            <p:spPr>
              <a:xfrm>
                <a:off x="-2186110" y="-2727482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2202" y="0"/>
                    </a:moveTo>
                    <a:lnTo>
                      <a:pt x="31824" y="39737"/>
                    </a:lnTo>
                    <a:cubicBezTo>
                      <a:pt x="31824" y="39737"/>
                      <a:pt x="10642" y="48111"/>
                      <a:pt x="2186" y="39737"/>
                    </a:cubicBezTo>
                    <a:cubicBezTo>
                      <a:pt x="-6189" y="31280"/>
                      <a:pt x="12202" y="0"/>
                      <a:pt x="12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971;p47">
                <a:extLst>
                  <a:ext uri="{FF2B5EF4-FFF2-40B4-BE49-F238E27FC236}">
                    <a16:creationId xmlns:a16="http://schemas.microsoft.com/office/drawing/2014/main" id="{68701F57-E953-1AE9-8AA2-4C14E6FB09A8}"/>
                  </a:ext>
                </a:extLst>
              </p:cNvPr>
              <p:cNvSpPr/>
              <p:nvPr/>
            </p:nvSpPr>
            <p:spPr>
              <a:xfrm>
                <a:off x="-2243007" y="-2843655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1711" y="82"/>
                    </a:moveTo>
                    <a:lnTo>
                      <a:pt x="31005" y="39162"/>
                    </a:lnTo>
                    <a:cubicBezTo>
                      <a:pt x="27228" y="40558"/>
                      <a:pt x="9659" y="46387"/>
                      <a:pt x="2187" y="38916"/>
                    </a:cubicBezTo>
                    <a:cubicBezTo>
                      <a:pt x="-5366" y="31280"/>
                      <a:pt x="8838" y="5090"/>
                      <a:pt x="117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972;p47">
                <a:extLst>
                  <a:ext uri="{FF2B5EF4-FFF2-40B4-BE49-F238E27FC236}">
                    <a16:creationId xmlns:a16="http://schemas.microsoft.com/office/drawing/2014/main" id="{770FD7C8-2A8F-2DEA-7D6A-F1F7FA33F1FB}"/>
                  </a:ext>
                </a:extLst>
              </p:cNvPr>
              <p:cNvSpPr/>
              <p:nvPr/>
            </p:nvSpPr>
            <p:spPr>
              <a:xfrm>
                <a:off x="-2304201" y="-2966231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2232" y="0"/>
                    </a:moveTo>
                    <a:lnTo>
                      <a:pt x="31854" y="39737"/>
                    </a:lnTo>
                    <a:cubicBezTo>
                      <a:pt x="31854" y="39737"/>
                      <a:pt x="10673" y="48193"/>
                      <a:pt x="2216" y="39737"/>
                    </a:cubicBezTo>
                    <a:cubicBezTo>
                      <a:pt x="-6241" y="31362"/>
                      <a:pt x="12232" y="0"/>
                      <a:pt x="122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973;p47">
                <a:extLst>
                  <a:ext uri="{FF2B5EF4-FFF2-40B4-BE49-F238E27FC236}">
                    <a16:creationId xmlns:a16="http://schemas.microsoft.com/office/drawing/2014/main" id="{78A3811C-093A-46B1-F2DE-F6949F7A514F}"/>
                  </a:ext>
                </a:extLst>
              </p:cNvPr>
              <p:cNvSpPr/>
              <p:nvPr/>
            </p:nvSpPr>
            <p:spPr>
              <a:xfrm>
                <a:off x="-2361019" y="-3082405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1662" y="82"/>
                    </a:moveTo>
                    <a:lnTo>
                      <a:pt x="31037" y="39244"/>
                    </a:lnTo>
                    <a:cubicBezTo>
                      <a:pt x="27261" y="40640"/>
                      <a:pt x="9609" y="46387"/>
                      <a:pt x="2220" y="38916"/>
                    </a:cubicBezTo>
                    <a:cubicBezTo>
                      <a:pt x="-5415" y="31280"/>
                      <a:pt x="8870" y="5090"/>
                      <a:pt x="116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974;p47">
                <a:extLst>
                  <a:ext uri="{FF2B5EF4-FFF2-40B4-BE49-F238E27FC236}">
                    <a16:creationId xmlns:a16="http://schemas.microsoft.com/office/drawing/2014/main" id="{352B364F-7D9D-906A-1729-936EC087522F}"/>
                  </a:ext>
                </a:extLst>
              </p:cNvPr>
              <p:cNvSpPr/>
              <p:nvPr/>
            </p:nvSpPr>
            <p:spPr>
              <a:xfrm>
                <a:off x="-2621783" y="-3331499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463" y="0"/>
                    </a:moveTo>
                    <a:lnTo>
                      <a:pt x="42543" y="19294"/>
                    </a:lnTo>
                    <a:cubicBezTo>
                      <a:pt x="37288" y="22250"/>
                      <a:pt x="11344" y="36371"/>
                      <a:pt x="3791" y="28818"/>
                    </a:cubicBezTo>
                    <a:cubicBezTo>
                      <a:pt x="-3762" y="21264"/>
                      <a:pt x="2068" y="3859"/>
                      <a:pt x="34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975;p47">
                <a:extLst>
                  <a:ext uri="{FF2B5EF4-FFF2-40B4-BE49-F238E27FC236}">
                    <a16:creationId xmlns:a16="http://schemas.microsoft.com/office/drawing/2014/main" id="{D274F11C-20A6-CADA-D3F5-CEA6F0128E9C}"/>
                  </a:ext>
                </a:extLst>
              </p:cNvPr>
              <p:cNvSpPr/>
              <p:nvPr/>
            </p:nvSpPr>
            <p:spPr>
              <a:xfrm>
                <a:off x="-2738744" y="-3389216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759" y="0"/>
                    </a:moveTo>
                    <a:lnTo>
                      <a:pt x="43495" y="19622"/>
                    </a:lnTo>
                    <a:cubicBezTo>
                      <a:pt x="43495" y="19622"/>
                      <a:pt x="12215" y="38095"/>
                      <a:pt x="3759" y="29639"/>
                    </a:cubicBezTo>
                    <a:cubicBezTo>
                      <a:pt x="-4698" y="21182"/>
                      <a:pt x="3759" y="0"/>
                      <a:pt x="37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976;p47">
                <a:extLst>
                  <a:ext uri="{FF2B5EF4-FFF2-40B4-BE49-F238E27FC236}">
                    <a16:creationId xmlns:a16="http://schemas.microsoft.com/office/drawing/2014/main" id="{636FE860-79A7-6770-4C46-25DBA4F379EF}"/>
                  </a:ext>
                </a:extLst>
              </p:cNvPr>
              <p:cNvSpPr/>
              <p:nvPr/>
            </p:nvSpPr>
            <p:spPr>
              <a:xfrm>
                <a:off x="-2860579" y="-3449560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509" y="0"/>
                    </a:moveTo>
                    <a:lnTo>
                      <a:pt x="42589" y="19294"/>
                    </a:lnTo>
                    <a:cubicBezTo>
                      <a:pt x="37335" y="22250"/>
                      <a:pt x="11308" y="36289"/>
                      <a:pt x="3756" y="28735"/>
                    </a:cubicBezTo>
                    <a:cubicBezTo>
                      <a:pt x="-3716" y="21264"/>
                      <a:pt x="2031" y="3859"/>
                      <a:pt x="34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977;p47">
                <a:extLst>
                  <a:ext uri="{FF2B5EF4-FFF2-40B4-BE49-F238E27FC236}">
                    <a16:creationId xmlns:a16="http://schemas.microsoft.com/office/drawing/2014/main" id="{5000CA03-9533-1696-316C-9035B936C0C5}"/>
                  </a:ext>
                </a:extLst>
              </p:cNvPr>
              <p:cNvSpPr/>
              <p:nvPr/>
            </p:nvSpPr>
            <p:spPr>
              <a:xfrm>
                <a:off x="-2977412" y="-3507195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758" y="0"/>
                    </a:moveTo>
                    <a:lnTo>
                      <a:pt x="43413" y="19622"/>
                    </a:lnTo>
                    <a:cubicBezTo>
                      <a:pt x="43413" y="19622"/>
                      <a:pt x="12133" y="38095"/>
                      <a:pt x="3758" y="29639"/>
                    </a:cubicBezTo>
                    <a:cubicBezTo>
                      <a:pt x="-4698" y="21182"/>
                      <a:pt x="3758" y="0"/>
                      <a:pt x="37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" name="Google Shape;1978;p47">
              <a:extLst>
                <a:ext uri="{FF2B5EF4-FFF2-40B4-BE49-F238E27FC236}">
                  <a16:creationId xmlns:a16="http://schemas.microsoft.com/office/drawing/2014/main" id="{C9203572-D937-AB44-1AAC-62B46AEF584B}"/>
                </a:ext>
              </a:extLst>
            </p:cNvPr>
            <p:cNvSpPr/>
            <p:nvPr/>
          </p:nvSpPr>
          <p:spPr>
            <a:xfrm>
              <a:off x="-9918874" y="-7147476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720" y="98849"/>
                  </a:moveTo>
                  <a:cubicBezTo>
                    <a:pt x="62202" y="98849"/>
                    <a:pt x="42580" y="86370"/>
                    <a:pt x="27555" y="71264"/>
                  </a:cubicBezTo>
                  <a:cubicBezTo>
                    <a:pt x="8016" y="51724"/>
                    <a:pt x="-7748" y="23399"/>
                    <a:pt x="4074" y="7635"/>
                  </a:cubicBezTo>
                  <a:cubicBezTo>
                    <a:pt x="4321" y="7307"/>
                    <a:pt x="4650" y="6978"/>
                    <a:pt x="4977" y="6650"/>
                  </a:cubicBezTo>
                  <a:lnTo>
                    <a:pt x="12531" y="12479"/>
                  </a:lnTo>
                  <a:lnTo>
                    <a:pt x="5799" y="5829"/>
                  </a:lnTo>
                  <a:cubicBezTo>
                    <a:pt x="8426" y="3202"/>
                    <a:pt x="13187" y="0"/>
                    <a:pt x="21070" y="0"/>
                  </a:cubicBezTo>
                  <a:lnTo>
                    <a:pt x="21070" y="0"/>
                  </a:lnTo>
                  <a:cubicBezTo>
                    <a:pt x="35109" y="0"/>
                    <a:pt x="54402" y="10509"/>
                    <a:pt x="71398" y="27504"/>
                  </a:cubicBezTo>
                  <a:cubicBezTo>
                    <a:pt x="88310" y="44417"/>
                    <a:pt x="98901" y="63628"/>
                    <a:pt x="98901" y="77750"/>
                  </a:cubicBezTo>
                  <a:cubicBezTo>
                    <a:pt x="98901" y="85631"/>
                    <a:pt x="95781" y="90475"/>
                    <a:pt x="93073" y="93103"/>
                  </a:cubicBezTo>
                  <a:cubicBezTo>
                    <a:pt x="92744" y="93349"/>
                    <a:pt x="92497" y="93677"/>
                    <a:pt x="92170" y="93924"/>
                  </a:cubicBezTo>
                  <a:lnTo>
                    <a:pt x="90691" y="95073"/>
                  </a:lnTo>
                  <a:cubicBezTo>
                    <a:pt x="90691" y="95073"/>
                    <a:pt x="89953" y="95648"/>
                    <a:pt x="89542" y="95894"/>
                  </a:cubicBezTo>
                  <a:lnTo>
                    <a:pt x="89542" y="95894"/>
                  </a:lnTo>
                  <a:cubicBezTo>
                    <a:pt x="86012" y="98029"/>
                    <a:pt x="81988" y="99014"/>
                    <a:pt x="77637" y="99014"/>
                  </a:cubicBezTo>
                  <a:close/>
                  <a:moveTo>
                    <a:pt x="86504" y="86288"/>
                  </a:moveTo>
                  <a:lnTo>
                    <a:pt x="86504" y="86288"/>
                  </a:lnTo>
                  <a:lnTo>
                    <a:pt x="86504" y="86288"/>
                  </a:lnTo>
                  <a:close/>
                  <a:moveTo>
                    <a:pt x="19099" y="19212"/>
                  </a:moveTo>
                  <a:cubicBezTo>
                    <a:pt x="17786" y="22496"/>
                    <a:pt x="21562" y="38587"/>
                    <a:pt x="40938" y="57963"/>
                  </a:cubicBezTo>
                  <a:cubicBezTo>
                    <a:pt x="59083" y="76190"/>
                    <a:pt x="75913" y="81444"/>
                    <a:pt x="79608" y="79720"/>
                  </a:cubicBezTo>
                  <a:lnTo>
                    <a:pt x="79936" y="79474"/>
                  </a:lnTo>
                  <a:cubicBezTo>
                    <a:pt x="81332" y="76436"/>
                    <a:pt x="77720" y="60262"/>
                    <a:pt x="58180" y="40722"/>
                  </a:cubicBezTo>
                  <a:cubicBezTo>
                    <a:pt x="39460" y="21921"/>
                    <a:pt x="22384" y="16995"/>
                    <a:pt x="19264" y="19047"/>
                  </a:cubicBezTo>
                  <a:lnTo>
                    <a:pt x="19099" y="192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979;p47">
              <a:extLst>
                <a:ext uri="{FF2B5EF4-FFF2-40B4-BE49-F238E27FC236}">
                  <a16:creationId xmlns:a16="http://schemas.microsoft.com/office/drawing/2014/main" id="{1CA64F85-A915-82FF-B99F-8EA0E554B50B}"/>
                </a:ext>
              </a:extLst>
            </p:cNvPr>
            <p:cNvSpPr/>
            <p:nvPr/>
          </p:nvSpPr>
          <p:spPr>
            <a:xfrm>
              <a:off x="-9972265" y="-7143690"/>
              <a:ext cx="139571" cy="155991"/>
            </a:xfrm>
            <a:custGeom>
              <a:avLst/>
              <a:gdLst/>
              <a:ahLst/>
              <a:cxnLst/>
              <a:rect l="l" t="t" r="r" b="b"/>
              <a:pathLst>
                <a:path w="139571" h="155991" extrusionOk="0">
                  <a:moveTo>
                    <a:pt x="33903" y="161072"/>
                  </a:moveTo>
                  <a:cubicBezTo>
                    <a:pt x="29224" y="161072"/>
                    <a:pt x="24544" y="160498"/>
                    <a:pt x="19946" y="159348"/>
                  </a:cubicBezTo>
                  <a:cubicBezTo>
                    <a:pt x="16333" y="158445"/>
                    <a:pt x="13624" y="155572"/>
                    <a:pt x="12886" y="151877"/>
                  </a:cubicBezTo>
                  <a:lnTo>
                    <a:pt x="160" y="83159"/>
                  </a:lnTo>
                  <a:cubicBezTo>
                    <a:pt x="-332" y="80531"/>
                    <a:pt x="324" y="77822"/>
                    <a:pt x="1966" y="75687"/>
                  </a:cubicBezTo>
                  <a:lnTo>
                    <a:pt x="57548" y="3685"/>
                  </a:lnTo>
                  <a:cubicBezTo>
                    <a:pt x="60750" y="-420"/>
                    <a:pt x="66579" y="-1241"/>
                    <a:pt x="70766" y="1961"/>
                  </a:cubicBezTo>
                  <a:cubicBezTo>
                    <a:pt x="74871" y="5080"/>
                    <a:pt x="75693" y="10992"/>
                    <a:pt x="72573" y="15097"/>
                  </a:cubicBezTo>
                  <a:cubicBezTo>
                    <a:pt x="70931" y="17560"/>
                    <a:pt x="74297" y="34144"/>
                    <a:pt x="94248" y="54095"/>
                  </a:cubicBezTo>
                  <a:cubicBezTo>
                    <a:pt x="112802" y="72732"/>
                    <a:pt x="129962" y="77740"/>
                    <a:pt x="133082" y="75770"/>
                  </a:cubicBezTo>
                  <a:cubicBezTo>
                    <a:pt x="137351" y="73142"/>
                    <a:pt x="142934" y="74292"/>
                    <a:pt x="145807" y="78479"/>
                  </a:cubicBezTo>
                  <a:cubicBezTo>
                    <a:pt x="148680" y="82584"/>
                    <a:pt x="147777" y="88249"/>
                    <a:pt x="143837" y="91287"/>
                  </a:cubicBezTo>
                  <a:lnTo>
                    <a:pt x="69371" y="148839"/>
                  </a:lnTo>
                  <a:cubicBezTo>
                    <a:pt x="59027" y="156803"/>
                    <a:pt x="46629" y="161072"/>
                    <a:pt x="33821" y="161072"/>
                  </a:cubicBezTo>
                  <a:close/>
                  <a:moveTo>
                    <a:pt x="30291" y="142025"/>
                  </a:moveTo>
                  <a:cubicBezTo>
                    <a:pt x="40061" y="142928"/>
                    <a:pt x="49913" y="140137"/>
                    <a:pt x="57877" y="133979"/>
                  </a:cubicBezTo>
                  <a:lnTo>
                    <a:pt x="113624" y="90876"/>
                  </a:lnTo>
                  <a:cubicBezTo>
                    <a:pt x="102376" y="85950"/>
                    <a:pt x="90717" y="77247"/>
                    <a:pt x="80947" y="67477"/>
                  </a:cubicBezTo>
                  <a:cubicBezTo>
                    <a:pt x="71260" y="57789"/>
                    <a:pt x="62556" y="45967"/>
                    <a:pt x="57630" y="34555"/>
                  </a:cubicBezTo>
                  <a:lnTo>
                    <a:pt x="19535" y="83897"/>
                  </a:lnTo>
                  <a:lnTo>
                    <a:pt x="30291" y="1420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980;p47">
              <a:extLst>
                <a:ext uri="{FF2B5EF4-FFF2-40B4-BE49-F238E27FC236}">
                  <a16:creationId xmlns:a16="http://schemas.microsoft.com/office/drawing/2014/main" id="{1F77DC31-C1B4-800A-42BB-9608CE1005EA}"/>
                </a:ext>
              </a:extLst>
            </p:cNvPr>
            <p:cNvSpPr/>
            <p:nvPr/>
          </p:nvSpPr>
          <p:spPr>
            <a:xfrm>
              <a:off x="-9978245" y="-7426953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731" y="98854"/>
                  </a:moveTo>
                  <a:cubicBezTo>
                    <a:pt x="62132" y="98854"/>
                    <a:pt x="42592" y="86375"/>
                    <a:pt x="27485" y="71350"/>
                  </a:cubicBezTo>
                  <a:cubicBezTo>
                    <a:pt x="7945" y="51810"/>
                    <a:pt x="-7736" y="23567"/>
                    <a:pt x="4086" y="7804"/>
                  </a:cubicBezTo>
                  <a:cubicBezTo>
                    <a:pt x="4415" y="7394"/>
                    <a:pt x="5154" y="6408"/>
                    <a:pt x="5482" y="6080"/>
                  </a:cubicBezTo>
                  <a:cubicBezTo>
                    <a:pt x="9834" y="1729"/>
                    <a:pt x="19357" y="-3854"/>
                    <a:pt x="37665" y="3781"/>
                  </a:cubicBezTo>
                  <a:cubicBezTo>
                    <a:pt x="48668" y="8297"/>
                    <a:pt x="60654" y="16753"/>
                    <a:pt x="71410" y="27508"/>
                  </a:cubicBezTo>
                  <a:cubicBezTo>
                    <a:pt x="88404" y="44503"/>
                    <a:pt x="98913" y="63797"/>
                    <a:pt x="98913" y="77836"/>
                  </a:cubicBezTo>
                  <a:cubicBezTo>
                    <a:pt x="98913" y="85718"/>
                    <a:pt x="95711" y="90480"/>
                    <a:pt x="93084" y="93107"/>
                  </a:cubicBezTo>
                  <a:cubicBezTo>
                    <a:pt x="92838" y="93353"/>
                    <a:pt x="92674" y="93517"/>
                    <a:pt x="92427" y="93764"/>
                  </a:cubicBezTo>
                  <a:lnTo>
                    <a:pt x="90868" y="95077"/>
                  </a:lnTo>
                  <a:cubicBezTo>
                    <a:pt x="90210" y="95570"/>
                    <a:pt x="89554" y="95981"/>
                    <a:pt x="88815" y="96309"/>
                  </a:cubicBezTo>
                  <a:cubicBezTo>
                    <a:pt x="85449" y="98115"/>
                    <a:pt x="81755" y="98936"/>
                    <a:pt x="77731" y="98936"/>
                  </a:cubicBezTo>
                  <a:close/>
                  <a:moveTo>
                    <a:pt x="86434" y="86293"/>
                  </a:moveTo>
                  <a:lnTo>
                    <a:pt x="86434" y="86293"/>
                  </a:lnTo>
                  <a:lnTo>
                    <a:pt x="86434" y="86293"/>
                  </a:lnTo>
                  <a:close/>
                  <a:moveTo>
                    <a:pt x="19193" y="19052"/>
                  </a:moveTo>
                  <a:lnTo>
                    <a:pt x="19193" y="19052"/>
                  </a:lnTo>
                  <a:cubicBezTo>
                    <a:pt x="17551" y="21515"/>
                    <a:pt x="20835" y="38017"/>
                    <a:pt x="40785" y="57968"/>
                  </a:cubicBezTo>
                  <a:cubicBezTo>
                    <a:pt x="59258" y="76441"/>
                    <a:pt x="76171" y="81531"/>
                    <a:pt x="79620" y="79725"/>
                  </a:cubicBezTo>
                  <a:lnTo>
                    <a:pt x="79783" y="79560"/>
                  </a:lnTo>
                  <a:cubicBezTo>
                    <a:pt x="81590" y="76112"/>
                    <a:pt x="76582" y="59281"/>
                    <a:pt x="58027" y="40809"/>
                  </a:cubicBezTo>
                  <a:cubicBezTo>
                    <a:pt x="38241" y="21022"/>
                    <a:pt x="21903" y="17574"/>
                    <a:pt x="19111" y="191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981;p47">
              <a:extLst>
                <a:ext uri="{FF2B5EF4-FFF2-40B4-BE49-F238E27FC236}">
                  <a16:creationId xmlns:a16="http://schemas.microsoft.com/office/drawing/2014/main" id="{C7BD0415-66CF-B6B6-2C46-E77C81EA5ED7}"/>
                </a:ext>
              </a:extLst>
            </p:cNvPr>
            <p:cNvSpPr/>
            <p:nvPr/>
          </p:nvSpPr>
          <p:spPr>
            <a:xfrm>
              <a:off x="-10025385" y="-7423045"/>
              <a:ext cx="139571" cy="155991"/>
            </a:xfrm>
            <a:custGeom>
              <a:avLst/>
              <a:gdLst/>
              <a:ahLst/>
              <a:cxnLst/>
              <a:rect l="l" t="t" r="r" b="b"/>
              <a:pathLst>
                <a:path w="139571" h="155991" extrusionOk="0">
                  <a:moveTo>
                    <a:pt x="27499" y="160955"/>
                  </a:moveTo>
                  <a:cubicBezTo>
                    <a:pt x="26022" y="160955"/>
                    <a:pt x="24544" y="160955"/>
                    <a:pt x="23149" y="160791"/>
                  </a:cubicBezTo>
                  <a:cubicBezTo>
                    <a:pt x="18879" y="160463"/>
                    <a:pt x="15349" y="157343"/>
                    <a:pt x="14610" y="153074"/>
                  </a:cubicBezTo>
                  <a:lnTo>
                    <a:pt x="160" y="74996"/>
                  </a:lnTo>
                  <a:cubicBezTo>
                    <a:pt x="-333" y="72369"/>
                    <a:pt x="325" y="69659"/>
                    <a:pt x="1966" y="67525"/>
                  </a:cubicBezTo>
                  <a:lnTo>
                    <a:pt x="51391" y="3650"/>
                  </a:lnTo>
                  <a:cubicBezTo>
                    <a:pt x="54593" y="-455"/>
                    <a:pt x="60422" y="-1194"/>
                    <a:pt x="64609" y="1926"/>
                  </a:cubicBezTo>
                  <a:cubicBezTo>
                    <a:pt x="68714" y="5046"/>
                    <a:pt x="69535" y="10957"/>
                    <a:pt x="66415" y="15062"/>
                  </a:cubicBezTo>
                  <a:cubicBezTo>
                    <a:pt x="64774" y="17525"/>
                    <a:pt x="68058" y="34027"/>
                    <a:pt x="88008" y="53978"/>
                  </a:cubicBezTo>
                  <a:cubicBezTo>
                    <a:pt x="106645" y="72615"/>
                    <a:pt x="123723" y="77623"/>
                    <a:pt x="126924" y="75653"/>
                  </a:cubicBezTo>
                  <a:cubicBezTo>
                    <a:pt x="131193" y="73025"/>
                    <a:pt x="136776" y="74257"/>
                    <a:pt x="139650" y="78362"/>
                  </a:cubicBezTo>
                  <a:cubicBezTo>
                    <a:pt x="142523" y="82467"/>
                    <a:pt x="141620" y="88132"/>
                    <a:pt x="137679" y="91169"/>
                  </a:cubicBezTo>
                  <a:lnTo>
                    <a:pt x="63214" y="148722"/>
                  </a:lnTo>
                  <a:cubicBezTo>
                    <a:pt x="53033" y="156686"/>
                    <a:pt x="40472" y="160955"/>
                    <a:pt x="27582" y="160955"/>
                  </a:cubicBezTo>
                  <a:close/>
                  <a:moveTo>
                    <a:pt x="19454" y="75735"/>
                  </a:moveTo>
                  <a:lnTo>
                    <a:pt x="31687" y="141826"/>
                  </a:lnTo>
                  <a:cubicBezTo>
                    <a:pt x="38912" y="141087"/>
                    <a:pt x="45808" y="138296"/>
                    <a:pt x="51638" y="133780"/>
                  </a:cubicBezTo>
                  <a:lnTo>
                    <a:pt x="107384" y="90677"/>
                  </a:lnTo>
                  <a:cubicBezTo>
                    <a:pt x="96136" y="85751"/>
                    <a:pt x="84478" y="77130"/>
                    <a:pt x="74625" y="67360"/>
                  </a:cubicBezTo>
                  <a:cubicBezTo>
                    <a:pt x="64938" y="57672"/>
                    <a:pt x="56235" y="45932"/>
                    <a:pt x="51309" y="34520"/>
                  </a:cubicBezTo>
                  <a:lnTo>
                    <a:pt x="19454" y="757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982;p47">
              <a:extLst>
                <a:ext uri="{FF2B5EF4-FFF2-40B4-BE49-F238E27FC236}">
                  <a16:creationId xmlns:a16="http://schemas.microsoft.com/office/drawing/2014/main" id="{3290B3BE-F161-CF50-12CF-216D7CCFCD5E}"/>
                </a:ext>
              </a:extLst>
            </p:cNvPr>
            <p:cNvSpPr/>
            <p:nvPr/>
          </p:nvSpPr>
          <p:spPr>
            <a:xfrm>
              <a:off x="-10316437" y="-7607013"/>
              <a:ext cx="418715" cy="1034472"/>
            </a:xfrm>
            <a:custGeom>
              <a:avLst/>
              <a:gdLst/>
              <a:ahLst/>
              <a:cxnLst/>
              <a:rect l="l" t="t" r="r" b="b"/>
              <a:pathLst>
                <a:path w="418715" h="1034472" extrusionOk="0">
                  <a:moveTo>
                    <a:pt x="345481" y="1040401"/>
                  </a:moveTo>
                  <a:cubicBezTo>
                    <a:pt x="344413" y="1040401"/>
                    <a:pt x="343264" y="1040237"/>
                    <a:pt x="342196" y="1039826"/>
                  </a:cubicBezTo>
                  <a:cubicBezTo>
                    <a:pt x="338831" y="1038595"/>
                    <a:pt x="336450" y="1035557"/>
                    <a:pt x="336039" y="1032027"/>
                  </a:cubicBezTo>
                  <a:lnTo>
                    <a:pt x="330457" y="983751"/>
                  </a:lnTo>
                  <a:lnTo>
                    <a:pt x="2709" y="320622"/>
                  </a:lnTo>
                  <a:cubicBezTo>
                    <a:pt x="1067" y="318897"/>
                    <a:pt x="82" y="316681"/>
                    <a:pt x="0" y="314300"/>
                  </a:cubicBezTo>
                  <a:cubicBezTo>
                    <a:pt x="0" y="311755"/>
                    <a:pt x="903" y="309292"/>
                    <a:pt x="2627" y="307485"/>
                  </a:cubicBezTo>
                  <a:lnTo>
                    <a:pt x="295071" y="2891"/>
                  </a:lnTo>
                  <a:cubicBezTo>
                    <a:pt x="298108" y="-311"/>
                    <a:pt x="302871" y="-886"/>
                    <a:pt x="306647" y="1331"/>
                  </a:cubicBezTo>
                  <a:cubicBezTo>
                    <a:pt x="310423" y="3547"/>
                    <a:pt x="312148" y="8063"/>
                    <a:pt x="310834" y="12250"/>
                  </a:cubicBezTo>
                  <a:lnTo>
                    <a:pt x="281770" y="105763"/>
                  </a:lnTo>
                  <a:lnTo>
                    <a:pt x="426514" y="887529"/>
                  </a:lnTo>
                  <a:cubicBezTo>
                    <a:pt x="426597" y="888104"/>
                    <a:pt x="426679" y="888678"/>
                    <a:pt x="426679" y="889253"/>
                  </a:cubicBezTo>
                  <a:cubicBezTo>
                    <a:pt x="426843" y="891962"/>
                    <a:pt x="429388" y="964868"/>
                    <a:pt x="351720" y="1037856"/>
                  </a:cubicBezTo>
                  <a:cubicBezTo>
                    <a:pt x="349914" y="1039498"/>
                    <a:pt x="347615" y="1040401"/>
                    <a:pt x="345234" y="1040401"/>
                  </a:cubicBezTo>
                  <a:close/>
                  <a:moveTo>
                    <a:pt x="21264" y="315449"/>
                  </a:moveTo>
                  <a:lnTo>
                    <a:pt x="348190" y="976855"/>
                  </a:lnTo>
                  <a:cubicBezTo>
                    <a:pt x="348683" y="977840"/>
                    <a:pt x="349011" y="978907"/>
                    <a:pt x="349094" y="979975"/>
                  </a:cubicBezTo>
                  <a:lnTo>
                    <a:pt x="352623" y="1010434"/>
                  </a:lnTo>
                  <a:cubicBezTo>
                    <a:pt x="407303" y="951404"/>
                    <a:pt x="408124" y="895903"/>
                    <a:pt x="408042" y="890238"/>
                  </a:cubicBezTo>
                  <a:lnTo>
                    <a:pt x="262969" y="106995"/>
                  </a:lnTo>
                  <a:cubicBezTo>
                    <a:pt x="262723" y="105517"/>
                    <a:pt x="262805" y="103957"/>
                    <a:pt x="263215" y="102479"/>
                  </a:cubicBezTo>
                  <a:lnTo>
                    <a:pt x="281114" y="44844"/>
                  </a:lnTo>
                  <a:lnTo>
                    <a:pt x="21182" y="3155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983;p47">
              <a:extLst>
                <a:ext uri="{FF2B5EF4-FFF2-40B4-BE49-F238E27FC236}">
                  <a16:creationId xmlns:a16="http://schemas.microsoft.com/office/drawing/2014/main" id="{DCF94042-5BC2-5912-EC46-E89D2ACC96AC}"/>
                </a:ext>
              </a:extLst>
            </p:cNvPr>
            <p:cNvSpPr/>
            <p:nvPr/>
          </p:nvSpPr>
          <p:spPr>
            <a:xfrm>
              <a:off x="-10473362" y="-7922015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862" y="98766"/>
                  </a:moveTo>
                  <a:cubicBezTo>
                    <a:pt x="62181" y="98766"/>
                    <a:pt x="42394" y="86204"/>
                    <a:pt x="27534" y="71344"/>
                  </a:cubicBezTo>
                  <a:cubicBezTo>
                    <a:pt x="8323" y="52132"/>
                    <a:pt x="-6702" y="25449"/>
                    <a:pt x="3068" y="9275"/>
                  </a:cubicBezTo>
                  <a:cubicBezTo>
                    <a:pt x="3232" y="8947"/>
                    <a:pt x="3561" y="8454"/>
                    <a:pt x="3807" y="8208"/>
                  </a:cubicBezTo>
                  <a:lnTo>
                    <a:pt x="5039" y="6648"/>
                  </a:lnTo>
                  <a:cubicBezTo>
                    <a:pt x="5039" y="6648"/>
                    <a:pt x="5531" y="5991"/>
                    <a:pt x="5860" y="5745"/>
                  </a:cubicBezTo>
                  <a:cubicBezTo>
                    <a:pt x="20309" y="-8541"/>
                    <a:pt x="49783" y="5745"/>
                    <a:pt x="71458" y="27420"/>
                  </a:cubicBezTo>
                  <a:cubicBezTo>
                    <a:pt x="93133" y="49094"/>
                    <a:pt x="107501" y="78651"/>
                    <a:pt x="93215" y="93018"/>
                  </a:cubicBezTo>
                  <a:cubicBezTo>
                    <a:pt x="93051" y="93183"/>
                    <a:pt x="92804" y="93429"/>
                    <a:pt x="92640" y="93593"/>
                  </a:cubicBezTo>
                  <a:lnTo>
                    <a:pt x="92230" y="93921"/>
                  </a:lnTo>
                  <a:cubicBezTo>
                    <a:pt x="92230" y="93921"/>
                    <a:pt x="91490" y="94496"/>
                    <a:pt x="91409" y="94578"/>
                  </a:cubicBezTo>
                  <a:cubicBezTo>
                    <a:pt x="87550" y="97534"/>
                    <a:pt x="82953" y="98766"/>
                    <a:pt x="77945" y="98766"/>
                  </a:cubicBezTo>
                  <a:close/>
                  <a:moveTo>
                    <a:pt x="86482" y="86368"/>
                  </a:moveTo>
                  <a:lnTo>
                    <a:pt x="86482" y="86368"/>
                  </a:lnTo>
                  <a:lnTo>
                    <a:pt x="86482" y="86368"/>
                  </a:lnTo>
                  <a:close/>
                  <a:moveTo>
                    <a:pt x="19078" y="19292"/>
                  </a:moveTo>
                  <a:cubicBezTo>
                    <a:pt x="17599" y="22822"/>
                    <a:pt x="21787" y="38914"/>
                    <a:pt x="40835" y="57961"/>
                  </a:cubicBezTo>
                  <a:cubicBezTo>
                    <a:pt x="60867" y="77912"/>
                    <a:pt x="77287" y="81278"/>
                    <a:pt x="79750" y="79636"/>
                  </a:cubicBezTo>
                  <a:lnTo>
                    <a:pt x="79750" y="79636"/>
                  </a:lnTo>
                  <a:cubicBezTo>
                    <a:pt x="81639" y="76352"/>
                    <a:pt x="76713" y="59439"/>
                    <a:pt x="58076" y="40720"/>
                  </a:cubicBezTo>
                  <a:cubicBezTo>
                    <a:pt x="39603" y="22329"/>
                    <a:pt x="22936" y="17239"/>
                    <a:pt x="19242" y="18963"/>
                  </a:cubicBezTo>
                  <a:lnTo>
                    <a:pt x="18996" y="19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984;p47">
              <a:extLst>
                <a:ext uri="{FF2B5EF4-FFF2-40B4-BE49-F238E27FC236}">
                  <a16:creationId xmlns:a16="http://schemas.microsoft.com/office/drawing/2014/main" id="{2DD0B553-3F2B-579F-3533-46C6BE71E702}"/>
                </a:ext>
              </a:extLst>
            </p:cNvPr>
            <p:cNvSpPr/>
            <p:nvPr/>
          </p:nvSpPr>
          <p:spPr>
            <a:xfrm>
              <a:off x="-10539420" y="-7917315"/>
              <a:ext cx="155991" cy="139571"/>
            </a:xfrm>
            <a:custGeom>
              <a:avLst/>
              <a:gdLst/>
              <a:ahLst/>
              <a:cxnLst/>
              <a:rect l="l" t="t" r="r" b="b"/>
              <a:pathLst>
                <a:path w="155991" h="139571" extrusionOk="0">
                  <a:moveTo>
                    <a:pt x="87599" y="141355"/>
                  </a:moveTo>
                  <a:cubicBezTo>
                    <a:pt x="87023" y="141355"/>
                    <a:pt x="86449" y="141355"/>
                    <a:pt x="85874" y="141191"/>
                  </a:cubicBezTo>
                  <a:lnTo>
                    <a:pt x="7878" y="126741"/>
                  </a:lnTo>
                  <a:cubicBezTo>
                    <a:pt x="3691" y="125920"/>
                    <a:pt x="490" y="122472"/>
                    <a:pt x="161" y="118121"/>
                  </a:cubicBezTo>
                  <a:cubicBezTo>
                    <a:pt x="-906" y="103588"/>
                    <a:pt x="3363" y="89385"/>
                    <a:pt x="12147" y="78055"/>
                  </a:cubicBezTo>
                  <a:lnTo>
                    <a:pt x="69700" y="3672"/>
                  </a:lnTo>
                  <a:cubicBezTo>
                    <a:pt x="72738" y="-269"/>
                    <a:pt x="78403" y="-1172"/>
                    <a:pt x="82508" y="1619"/>
                  </a:cubicBezTo>
                  <a:cubicBezTo>
                    <a:pt x="86614" y="4493"/>
                    <a:pt x="87844" y="9993"/>
                    <a:pt x="85217" y="14263"/>
                  </a:cubicBezTo>
                  <a:cubicBezTo>
                    <a:pt x="83411" y="17218"/>
                    <a:pt x="87352" y="33721"/>
                    <a:pt x="106892" y="53179"/>
                  </a:cubicBezTo>
                  <a:cubicBezTo>
                    <a:pt x="126924" y="73129"/>
                    <a:pt x="143345" y="76495"/>
                    <a:pt x="145808" y="74853"/>
                  </a:cubicBezTo>
                  <a:cubicBezTo>
                    <a:pt x="150077" y="71980"/>
                    <a:pt x="155988" y="72883"/>
                    <a:pt x="158944" y="76988"/>
                  </a:cubicBezTo>
                  <a:cubicBezTo>
                    <a:pt x="161900" y="81093"/>
                    <a:pt x="161325" y="86676"/>
                    <a:pt x="157302" y="89796"/>
                  </a:cubicBezTo>
                  <a:lnTo>
                    <a:pt x="93345" y="139221"/>
                  </a:lnTo>
                  <a:cubicBezTo>
                    <a:pt x="91704" y="140534"/>
                    <a:pt x="89651" y="141191"/>
                    <a:pt x="87599" y="141191"/>
                  </a:cubicBezTo>
                  <a:close/>
                  <a:moveTo>
                    <a:pt x="19126" y="109582"/>
                  </a:moveTo>
                  <a:lnTo>
                    <a:pt x="85135" y="121815"/>
                  </a:lnTo>
                  <a:lnTo>
                    <a:pt x="126432" y="89878"/>
                  </a:lnTo>
                  <a:cubicBezTo>
                    <a:pt x="115102" y="84952"/>
                    <a:pt x="103279" y="76249"/>
                    <a:pt x="93592" y="66561"/>
                  </a:cubicBezTo>
                  <a:cubicBezTo>
                    <a:pt x="83821" y="56791"/>
                    <a:pt x="75119" y="45133"/>
                    <a:pt x="70276" y="33803"/>
                  </a:cubicBezTo>
                  <a:lnTo>
                    <a:pt x="27172" y="89549"/>
                  </a:lnTo>
                  <a:cubicBezTo>
                    <a:pt x="22657" y="95378"/>
                    <a:pt x="19948" y="102275"/>
                    <a:pt x="19208" y="1095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985;p47">
              <a:extLst>
                <a:ext uri="{FF2B5EF4-FFF2-40B4-BE49-F238E27FC236}">
                  <a16:creationId xmlns:a16="http://schemas.microsoft.com/office/drawing/2014/main" id="{6A7F0FBC-D093-5231-5515-B9FCDDD19BF4}"/>
                </a:ext>
              </a:extLst>
            </p:cNvPr>
            <p:cNvSpPr/>
            <p:nvPr/>
          </p:nvSpPr>
          <p:spPr>
            <a:xfrm>
              <a:off x="-11234829" y="-7911963"/>
              <a:ext cx="1034472" cy="418715"/>
            </a:xfrm>
            <a:custGeom>
              <a:avLst/>
              <a:gdLst/>
              <a:ahLst/>
              <a:cxnLst/>
              <a:rect l="l" t="t" r="r" b="b"/>
              <a:pathLst>
                <a:path w="1034472" h="418715" extrusionOk="0">
                  <a:moveTo>
                    <a:pt x="726358" y="426887"/>
                  </a:moveTo>
                  <a:cubicBezTo>
                    <a:pt x="724059" y="426887"/>
                    <a:pt x="721678" y="426067"/>
                    <a:pt x="719872" y="424342"/>
                  </a:cubicBezTo>
                  <a:lnTo>
                    <a:pt x="56660" y="96513"/>
                  </a:lnTo>
                  <a:lnTo>
                    <a:pt x="8384" y="90848"/>
                  </a:lnTo>
                  <a:cubicBezTo>
                    <a:pt x="4854" y="90438"/>
                    <a:pt x="1817" y="88057"/>
                    <a:pt x="585" y="84691"/>
                  </a:cubicBezTo>
                  <a:cubicBezTo>
                    <a:pt x="-647" y="81324"/>
                    <a:pt x="93" y="77630"/>
                    <a:pt x="2555" y="75003"/>
                  </a:cubicBezTo>
                  <a:cubicBezTo>
                    <a:pt x="75461" y="-2747"/>
                    <a:pt x="148449" y="-120"/>
                    <a:pt x="151569" y="44"/>
                  </a:cubicBezTo>
                  <a:cubicBezTo>
                    <a:pt x="151980" y="44"/>
                    <a:pt x="152390" y="44"/>
                    <a:pt x="152801" y="209"/>
                  </a:cubicBezTo>
                  <a:lnTo>
                    <a:pt x="934566" y="144953"/>
                  </a:lnTo>
                  <a:lnTo>
                    <a:pt x="1028162" y="115889"/>
                  </a:lnTo>
                  <a:cubicBezTo>
                    <a:pt x="1032349" y="114575"/>
                    <a:pt x="1036864" y="116299"/>
                    <a:pt x="1039081" y="120076"/>
                  </a:cubicBezTo>
                  <a:cubicBezTo>
                    <a:pt x="1041298" y="123853"/>
                    <a:pt x="1040641" y="128615"/>
                    <a:pt x="1037521" y="131652"/>
                  </a:cubicBezTo>
                  <a:lnTo>
                    <a:pt x="732844" y="424178"/>
                  </a:lnTo>
                  <a:cubicBezTo>
                    <a:pt x="731037" y="425902"/>
                    <a:pt x="728657" y="426806"/>
                    <a:pt x="726276" y="426806"/>
                  </a:cubicBezTo>
                  <a:close/>
                  <a:moveTo>
                    <a:pt x="30059" y="74346"/>
                  </a:moveTo>
                  <a:lnTo>
                    <a:pt x="60519" y="77876"/>
                  </a:lnTo>
                  <a:cubicBezTo>
                    <a:pt x="61586" y="78040"/>
                    <a:pt x="62654" y="78287"/>
                    <a:pt x="63639" y="78779"/>
                  </a:cubicBezTo>
                  <a:lnTo>
                    <a:pt x="724880" y="405706"/>
                  </a:lnTo>
                  <a:lnTo>
                    <a:pt x="995649" y="145774"/>
                  </a:lnTo>
                  <a:lnTo>
                    <a:pt x="937933" y="163672"/>
                  </a:lnTo>
                  <a:cubicBezTo>
                    <a:pt x="936454" y="164082"/>
                    <a:pt x="934895" y="164246"/>
                    <a:pt x="933417" y="163918"/>
                  </a:cubicBezTo>
                  <a:lnTo>
                    <a:pt x="150173" y="18846"/>
                  </a:lnTo>
                  <a:cubicBezTo>
                    <a:pt x="144180" y="18763"/>
                    <a:pt x="88761" y="19995"/>
                    <a:pt x="30059" y="742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986;p47">
              <a:extLst>
                <a:ext uri="{FF2B5EF4-FFF2-40B4-BE49-F238E27FC236}">
                  <a16:creationId xmlns:a16="http://schemas.microsoft.com/office/drawing/2014/main" id="{A085ED9F-73CA-4C01-D37D-AF64FEAA73DD}"/>
                </a:ext>
              </a:extLst>
            </p:cNvPr>
            <p:cNvSpPr/>
            <p:nvPr/>
          </p:nvSpPr>
          <p:spPr>
            <a:xfrm>
              <a:off x="-10792700" y="-7026421"/>
              <a:ext cx="238092" cy="410505"/>
            </a:xfrm>
            <a:custGeom>
              <a:avLst/>
              <a:gdLst/>
              <a:ahLst/>
              <a:cxnLst/>
              <a:rect l="l" t="t" r="r" b="b"/>
              <a:pathLst>
                <a:path w="238092" h="410505" extrusionOk="0">
                  <a:moveTo>
                    <a:pt x="191044" y="412191"/>
                  </a:moveTo>
                  <a:cubicBezTo>
                    <a:pt x="191044" y="412191"/>
                    <a:pt x="190387" y="412191"/>
                    <a:pt x="189977" y="412191"/>
                  </a:cubicBezTo>
                  <a:cubicBezTo>
                    <a:pt x="187102" y="411862"/>
                    <a:pt x="184558" y="410302"/>
                    <a:pt x="183080" y="407839"/>
                  </a:cubicBezTo>
                  <a:lnTo>
                    <a:pt x="1472" y="119993"/>
                  </a:lnTo>
                  <a:cubicBezTo>
                    <a:pt x="-1237" y="115806"/>
                    <a:pt x="-87" y="110223"/>
                    <a:pt x="3936" y="107268"/>
                  </a:cubicBezTo>
                  <a:lnTo>
                    <a:pt x="151471" y="1768"/>
                  </a:lnTo>
                  <a:cubicBezTo>
                    <a:pt x="154017" y="-38"/>
                    <a:pt x="157382" y="-531"/>
                    <a:pt x="160338" y="618"/>
                  </a:cubicBezTo>
                  <a:cubicBezTo>
                    <a:pt x="163294" y="1768"/>
                    <a:pt x="165511" y="4313"/>
                    <a:pt x="166167" y="7433"/>
                  </a:cubicBezTo>
                  <a:lnTo>
                    <a:pt x="242357" y="358497"/>
                  </a:lnTo>
                  <a:cubicBezTo>
                    <a:pt x="243014" y="361616"/>
                    <a:pt x="242111" y="364901"/>
                    <a:pt x="239812" y="367199"/>
                  </a:cubicBezTo>
                  <a:lnTo>
                    <a:pt x="197612" y="409399"/>
                  </a:lnTo>
                  <a:cubicBezTo>
                    <a:pt x="195806" y="411205"/>
                    <a:pt x="193424" y="412191"/>
                    <a:pt x="190962" y="412191"/>
                  </a:cubicBezTo>
                  <a:close/>
                  <a:moveTo>
                    <a:pt x="22244" y="117448"/>
                  </a:moveTo>
                  <a:lnTo>
                    <a:pt x="192768" y="387725"/>
                  </a:lnTo>
                  <a:lnTo>
                    <a:pt x="222982" y="357511"/>
                  </a:lnTo>
                  <a:lnTo>
                    <a:pt x="150897" y="25495"/>
                  </a:lnTo>
                  <a:lnTo>
                    <a:pt x="22244" y="1174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987;p47">
              <a:extLst>
                <a:ext uri="{FF2B5EF4-FFF2-40B4-BE49-F238E27FC236}">
                  <a16:creationId xmlns:a16="http://schemas.microsoft.com/office/drawing/2014/main" id="{07DD1212-3B58-AFAE-10B5-C29F016A7952}"/>
                </a:ext>
              </a:extLst>
            </p:cNvPr>
            <p:cNvSpPr/>
            <p:nvPr/>
          </p:nvSpPr>
          <p:spPr>
            <a:xfrm>
              <a:off x="-10752725" y="-7981610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917" y="99001"/>
                  </a:moveTo>
                  <a:cubicBezTo>
                    <a:pt x="62318" y="99001"/>
                    <a:pt x="42368" y="86358"/>
                    <a:pt x="27507" y="71497"/>
                  </a:cubicBezTo>
                  <a:cubicBezTo>
                    <a:pt x="8460" y="52450"/>
                    <a:pt x="-6401" y="26178"/>
                    <a:pt x="2794" y="9922"/>
                  </a:cubicBezTo>
                  <a:cubicBezTo>
                    <a:pt x="3123" y="9347"/>
                    <a:pt x="3451" y="8772"/>
                    <a:pt x="3780" y="8280"/>
                  </a:cubicBezTo>
                  <a:lnTo>
                    <a:pt x="5011" y="6720"/>
                  </a:lnTo>
                  <a:cubicBezTo>
                    <a:pt x="5011" y="6720"/>
                    <a:pt x="5503" y="6145"/>
                    <a:pt x="5750" y="5817"/>
                  </a:cubicBezTo>
                  <a:cubicBezTo>
                    <a:pt x="20200" y="-8633"/>
                    <a:pt x="49674" y="5817"/>
                    <a:pt x="71431" y="27491"/>
                  </a:cubicBezTo>
                  <a:cubicBezTo>
                    <a:pt x="93106" y="49166"/>
                    <a:pt x="107555" y="78722"/>
                    <a:pt x="93106" y="93172"/>
                  </a:cubicBezTo>
                  <a:lnTo>
                    <a:pt x="92696" y="93583"/>
                  </a:lnTo>
                  <a:cubicBezTo>
                    <a:pt x="92696" y="93583"/>
                    <a:pt x="91874" y="94321"/>
                    <a:pt x="91464" y="94568"/>
                  </a:cubicBezTo>
                  <a:cubicBezTo>
                    <a:pt x="91382" y="94650"/>
                    <a:pt x="91217" y="94732"/>
                    <a:pt x="91135" y="94814"/>
                  </a:cubicBezTo>
                  <a:cubicBezTo>
                    <a:pt x="87359" y="97688"/>
                    <a:pt x="82843" y="98919"/>
                    <a:pt x="77835" y="98919"/>
                  </a:cubicBezTo>
                  <a:close/>
                  <a:moveTo>
                    <a:pt x="86045" y="86932"/>
                  </a:moveTo>
                  <a:lnTo>
                    <a:pt x="86045" y="86932"/>
                  </a:lnTo>
                  <a:lnTo>
                    <a:pt x="86045" y="86932"/>
                  </a:lnTo>
                  <a:close/>
                  <a:moveTo>
                    <a:pt x="19297" y="19199"/>
                  </a:moveTo>
                  <a:cubicBezTo>
                    <a:pt x="19297" y="19199"/>
                    <a:pt x="19297" y="19199"/>
                    <a:pt x="19297" y="19199"/>
                  </a:cubicBezTo>
                  <a:cubicBezTo>
                    <a:pt x="17327" y="22401"/>
                    <a:pt x="22335" y="39560"/>
                    <a:pt x="40889" y="58115"/>
                  </a:cubicBezTo>
                  <a:cubicBezTo>
                    <a:pt x="60594" y="77819"/>
                    <a:pt x="76850" y="81350"/>
                    <a:pt x="79723" y="79872"/>
                  </a:cubicBezTo>
                  <a:cubicBezTo>
                    <a:pt x="79723" y="79872"/>
                    <a:pt x="79723" y="79872"/>
                    <a:pt x="79805" y="79872"/>
                  </a:cubicBezTo>
                  <a:cubicBezTo>
                    <a:pt x="81366" y="77162"/>
                    <a:pt x="77917" y="60824"/>
                    <a:pt x="58130" y="40956"/>
                  </a:cubicBezTo>
                  <a:cubicBezTo>
                    <a:pt x="38508" y="21334"/>
                    <a:pt x="22417" y="17803"/>
                    <a:pt x="19379" y="19199"/>
                  </a:cubicBezTo>
                  <a:lnTo>
                    <a:pt x="19379" y="191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988;p47">
              <a:extLst>
                <a:ext uri="{FF2B5EF4-FFF2-40B4-BE49-F238E27FC236}">
                  <a16:creationId xmlns:a16="http://schemas.microsoft.com/office/drawing/2014/main" id="{A7AB0C52-6A2A-06BD-5EE6-58884B3BBBC8}"/>
                </a:ext>
              </a:extLst>
            </p:cNvPr>
            <p:cNvSpPr/>
            <p:nvPr/>
          </p:nvSpPr>
          <p:spPr>
            <a:xfrm>
              <a:off x="-10818919" y="-7976737"/>
              <a:ext cx="155991" cy="139571"/>
            </a:xfrm>
            <a:custGeom>
              <a:avLst/>
              <a:gdLst/>
              <a:ahLst/>
              <a:cxnLst/>
              <a:rect l="l" t="t" r="r" b="b"/>
              <a:pathLst>
                <a:path w="155991" h="139571" extrusionOk="0">
                  <a:moveTo>
                    <a:pt x="79580" y="147577"/>
                  </a:moveTo>
                  <a:cubicBezTo>
                    <a:pt x="79005" y="147577"/>
                    <a:pt x="78431" y="147577"/>
                    <a:pt x="77855" y="147412"/>
                  </a:cubicBezTo>
                  <a:lnTo>
                    <a:pt x="9137" y="134687"/>
                  </a:lnTo>
                  <a:cubicBezTo>
                    <a:pt x="5443" y="134030"/>
                    <a:pt x="2569" y="131238"/>
                    <a:pt x="1666" y="127626"/>
                  </a:cubicBezTo>
                  <a:cubicBezTo>
                    <a:pt x="-2521" y="110220"/>
                    <a:pt x="1256" y="92158"/>
                    <a:pt x="12175" y="78119"/>
                  </a:cubicBezTo>
                  <a:lnTo>
                    <a:pt x="69810" y="3654"/>
                  </a:lnTo>
                  <a:cubicBezTo>
                    <a:pt x="72847" y="-287"/>
                    <a:pt x="78513" y="-1191"/>
                    <a:pt x="82618" y="1683"/>
                  </a:cubicBezTo>
                  <a:cubicBezTo>
                    <a:pt x="86723" y="4557"/>
                    <a:pt x="87955" y="10139"/>
                    <a:pt x="85327" y="14409"/>
                  </a:cubicBezTo>
                  <a:cubicBezTo>
                    <a:pt x="83357" y="17611"/>
                    <a:pt x="88365" y="34770"/>
                    <a:pt x="106920" y="53325"/>
                  </a:cubicBezTo>
                  <a:cubicBezTo>
                    <a:pt x="126953" y="73275"/>
                    <a:pt x="143373" y="76641"/>
                    <a:pt x="145917" y="74999"/>
                  </a:cubicBezTo>
                  <a:cubicBezTo>
                    <a:pt x="150105" y="72126"/>
                    <a:pt x="156098" y="73029"/>
                    <a:pt x="159053" y="77134"/>
                  </a:cubicBezTo>
                  <a:cubicBezTo>
                    <a:pt x="162009" y="81239"/>
                    <a:pt x="161435" y="86904"/>
                    <a:pt x="157412" y="90024"/>
                  </a:cubicBezTo>
                  <a:lnTo>
                    <a:pt x="85409" y="145688"/>
                  </a:lnTo>
                  <a:cubicBezTo>
                    <a:pt x="83767" y="147002"/>
                    <a:pt x="81715" y="147659"/>
                    <a:pt x="79662" y="147659"/>
                  </a:cubicBezTo>
                  <a:close/>
                  <a:moveTo>
                    <a:pt x="19072" y="117281"/>
                  </a:moveTo>
                  <a:lnTo>
                    <a:pt x="77117" y="128036"/>
                  </a:lnTo>
                  <a:lnTo>
                    <a:pt x="126460" y="89942"/>
                  </a:lnTo>
                  <a:cubicBezTo>
                    <a:pt x="115047" y="85015"/>
                    <a:pt x="103308" y="76313"/>
                    <a:pt x="93537" y="66625"/>
                  </a:cubicBezTo>
                  <a:cubicBezTo>
                    <a:pt x="83767" y="56855"/>
                    <a:pt x="75064" y="45197"/>
                    <a:pt x="70221" y="33949"/>
                  </a:cubicBezTo>
                  <a:lnTo>
                    <a:pt x="27118" y="89695"/>
                  </a:lnTo>
                  <a:cubicBezTo>
                    <a:pt x="20960" y="97659"/>
                    <a:pt x="18169" y="107429"/>
                    <a:pt x="19072" y="1172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989;p47">
              <a:extLst>
                <a:ext uri="{FF2B5EF4-FFF2-40B4-BE49-F238E27FC236}">
                  <a16:creationId xmlns:a16="http://schemas.microsoft.com/office/drawing/2014/main" id="{D0C71FA3-3811-C4B1-5BC2-085B1782B518}"/>
                </a:ext>
              </a:extLst>
            </p:cNvPr>
            <p:cNvSpPr/>
            <p:nvPr/>
          </p:nvSpPr>
          <p:spPr>
            <a:xfrm>
              <a:off x="-10990682" y="-6991522"/>
              <a:ext cx="180622" cy="180622"/>
            </a:xfrm>
            <a:custGeom>
              <a:avLst/>
              <a:gdLst/>
              <a:ahLst/>
              <a:cxnLst/>
              <a:rect l="l" t="t" r="r" b="b"/>
              <a:pathLst>
                <a:path w="180622" h="180622" extrusionOk="0">
                  <a:moveTo>
                    <a:pt x="30491" y="180824"/>
                  </a:moveTo>
                  <a:cubicBezTo>
                    <a:pt x="22691" y="180824"/>
                    <a:pt x="14809" y="177786"/>
                    <a:pt x="8898" y="171875"/>
                  </a:cubicBezTo>
                  <a:cubicBezTo>
                    <a:pt x="-2103" y="160791"/>
                    <a:pt x="-3006" y="143385"/>
                    <a:pt x="6763" y="131234"/>
                  </a:cubicBezTo>
                  <a:lnTo>
                    <a:pt x="105285" y="8822"/>
                  </a:lnTo>
                  <a:cubicBezTo>
                    <a:pt x="106927" y="6851"/>
                    <a:pt x="109225" y="5538"/>
                    <a:pt x="111771" y="5374"/>
                  </a:cubicBezTo>
                  <a:lnTo>
                    <a:pt x="170555" y="37"/>
                  </a:lnTo>
                  <a:cubicBezTo>
                    <a:pt x="173347" y="-209"/>
                    <a:pt x="176138" y="776"/>
                    <a:pt x="178108" y="2746"/>
                  </a:cubicBezTo>
                  <a:cubicBezTo>
                    <a:pt x="180078" y="4717"/>
                    <a:pt x="181064" y="7508"/>
                    <a:pt x="180818" y="10300"/>
                  </a:cubicBezTo>
                  <a:lnTo>
                    <a:pt x="175399" y="69166"/>
                  </a:lnTo>
                  <a:cubicBezTo>
                    <a:pt x="175153" y="71711"/>
                    <a:pt x="173921" y="74092"/>
                    <a:pt x="171951" y="75652"/>
                  </a:cubicBezTo>
                  <a:lnTo>
                    <a:pt x="49620" y="174173"/>
                  </a:lnTo>
                  <a:cubicBezTo>
                    <a:pt x="44037" y="178689"/>
                    <a:pt x="37305" y="180906"/>
                    <a:pt x="30573" y="180906"/>
                  </a:cubicBezTo>
                  <a:close/>
                  <a:moveTo>
                    <a:pt x="117435" y="23764"/>
                  </a:moveTo>
                  <a:lnTo>
                    <a:pt x="21460" y="142975"/>
                  </a:lnTo>
                  <a:cubicBezTo>
                    <a:pt x="17765" y="147573"/>
                    <a:pt x="18093" y="154305"/>
                    <a:pt x="22281" y="158492"/>
                  </a:cubicBezTo>
                  <a:cubicBezTo>
                    <a:pt x="26468" y="162679"/>
                    <a:pt x="33117" y="163090"/>
                    <a:pt x="37716" y="159313"/>
                  </a:cubicBezTo>
                  <a:lnTo>
                    <a:pt x="157009" y="63337"/>
                  </a:lnTo>
                  <a:lnTo>
                    <a:pt x="161031" y="19741"/>
                  </a:lnTo>
                  <a:lnTo>
                    <a:pt x="117518" y="236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990;p47">
              <a:extLst>
                <a:ext uri="{FF2B5EF4-FFF2-40B4-BE49-F238E27FC236}">
                  <a16:creationId xmlns:a16="http://schemas.microsoft.com/office/drawing/2014/main" id="{8A5D7CC0-A89D-4D6A-6FF1-5C28883F1DEE}"/>
                </a:ext>
              </a:extLst>
            </p:cNvPr>
            <p:cNvSpPr/>
            <p:nvPr/>
          </p:nvSpPr>
          <p:spPr>
            <a:xfrm>
              <a:off x="-10945392" y="-8025664"/>
              <a:ext cx="1165834" cy="1165834"/>
            </a:xfrm>
            <a:custGeom>
              <a:avLst/>
              <a:gdLst/>
              <a:ahLst/>
              <a:cxnLst/>
              <a:rect l="l" t="t" r="r" b="b"/>
              <a:pathLst>
                <a:path w="1165834" h="1165834" extrusionOk="0">
                  <a:moveTo>
                    <a:pt x="97516" y="1169810"/>
                  </a:moveTo>
                  <a:cubicBezTo>
                    <a:pt x="95052" y="1169810"/>
                    <a:pt x="92671" y="1168907"/>
                    <a:pt x="90865" y="1167019"/>
                  </a:cubicBezTo>
                  <a:lnTo>
                    <a:pt x="71161" y="1147315"/>
                  </a:lnTo>
                  <a:cubicBezTo>
                    <a:pt x="71161" y="1147315"/>
                    <a:pt x="70751" y="1146822"/>
                    <a:pt x="70504" y="1146658"/>
                  </a:cubicBezTo>
                  <a:lnTo>
                    <a:pt x="68698" y="1144441"/>
                  </a:lnTo>
                  <a:cubicBezTo>
                    <a:pt x="67138" y="1142471"/>
                    <a:pt x="66317" y="1140008"/>
                    <a:pt x="66646" y="1137462"/>
                  </a:cubicBezTo>
                  <a:cubicBezTo>
                    <a:pt x="66891" y="1135000"/>
                    <a:pt x="68123" y="1132701"/>
                    <a:pt x="70093" y="1131059"/>
                  </a:cubicBezTo>
                  <a:lnTo>
                    <a:pt x="111801" y="1097561"/>
                  </a:lnTo>
                  <a:lnTo>
                    <a:pt x="115824" y="1053966"/>
                  </a:lnTo>
                  <a:lnTo>
                    <a:pt x="72310" y="1057907"/>
                  </a:lnTo>
                  <a:lnTo>
                    <a:pt x="38731" y="1099614"/>
                  </a:lnTo>
                  <a:cubicBezTo>
                    <a:pt x="37171" y="1101584"/>
                    <a:pt x="34873" y="1102816"/>
                    <a:pt x="32327" y="1103062"/>
                  </a:cubicBezTo>
                  <a:cubicBezTo>
                    <a:pt x="29782" y="1103391"/>
                    <a:pt x="27319" y="1102570"/>
                    <a:pt x="25349" y="1101010"/>
                  </a:cubicBezTo>
                  <a:lnTo>
                    <a:pt x="23132" y="1099203"/>
                  </a:lnTo>
                  <a:cubicBezTo>
                    <a:pt x="23132" y="1099203"/>
                    <a:pt x="22640" y="1098793"/>
                    <a:pt x="22475" y="1098547"/>
                  </a:cubicBezTo>
                  <a:lnTo>
                    <a:pt x="2771" y="1078842"/>
                  </a:lnTo>
                  <a:cubicBezTo>
                    <a:pt x="-513" y="1075558"/>
                    <a:pt x="-924" y="1070468"/>
                    <a:pt x="1786" y="1066691"/>
                  </a:cubicBezTo>
                  <a:lnTo>
                    <a:pt x="221488" y="759387"/>
                  </a:lnTo>
                  <a:cubicBezTo>
                    <a:pt x="273293" y="686974"/>
                    <a:pt x="332160" y="618912"/>
                    <a:pt x="396527" y="557090"/>
                  </a:cubicBezTo>
                  <a:lnTo>
                    <a:pt x="888641" y="84599"/>
                  </a:lnTo>
                  <a:cubicBezTo>
                    <a:pt x="914995" y="59230"/>
                    <a:pt x="943977" y="38951"/>
                    <a:pt x="974765" y="24501"/>
                  </a:cubicBezTo>
                  <a:cubicBezTo>
                    <a:pt x="1085848" y="-27961"/>
                    <a:pt x="1144385" y="19821"/>
                    <a:pt x="1146848" y="21956"/>
                  </a:cubicBezTo>
                  <a:cubicBezTo>
                    <a:pt x="1147259" y="22285"/>
                    <a:pt x="1147587" y="22695"/>
                    <a:pt x="1147998" y="23023"/>
                  </a:cubicBezTo>
                  <a:cubicBezTo>
                    <a:pt x="1150050" y="25486"/>
                    <a:pt x="1197915" y="83942"/>
                    <a:pt x="1145452" y="195025"/>
                  </a:cubicBezTo>
                  <a:cubicBezTo>
                    <a:pt x="1131003" y="225649"/>
                    <a:pt x="1110806" y="254630"/>
                    <a:pt x="1085273" y="281231"/>
                  </a:cubicBezTo>
                  <a:lnTo>
                    <a:pt x="612781" y="773344"/>
                  </a:lnTo>
                  <a:cubicBezTo>
                    <a:pt x="551205" y="837547"/>
                    <a:pt x="483144" y="896414"/>
                    <a:pt x="410485" y="948384"/>
                  </a:cubicBezTo>
                  <a:lnTo>
                    <a:pt x="103262" y="1168086"/>
                  </a:lnTo>
                  <a:cubicBezTo>
                    <a:pt x="101621" y="1169236"/>
                    <a:pt x="99649" y="1169810"/>
                    <a:pt x="97761" y="1169810"/>
                  </a:cubicBezTo>
                  <a:close/>
                  <a:moveTo>
                    <a:pt x="89798" y="1139351"/>
                  </a:moveTo>
                  <a:lnTo>
                    <a:pt x="98501" y="1148054"/>
                  </a:lnTo>
                  <a:lnTo>
                    <a:pt x="399237" y="933031"/>
                  </a:lnTo>
                  <a:cubicBezTo>
                    <a:pt x="470911" y="881718"/>
                    <a:pt x="538069" y="823672"/>
                    <a:pt x="598824" y="760290"/>
                  </a:cubicBezTo>
                  <a:lnTo>
                    <a:pt x="1071316" y="268177"/>
                  </a:lnTo>
                  <a:cubicBezTo>
                    <a:pt x="1095371" y="243054"/>
                    <a:pt x="1114501" y="215796"/>
                    <a:pt x="1128047" y="187061"/>
                  </a:cubicBezTo>
                  <a:lnTo>
                    <a:pt x="1128047" y="187061"/>
                  </a:lnTo>
                  <a:cubicBezTo>
                    <a:pt x="1172628" y="92563"/>
                    <a:pt x="1138720" y="42399"/>
                    <a:pt x="1133795" y="35913"/>
                  </a:cubicBezTo>
                  <a:cubicBezTo>
                    <a:pt x="1127390" y="31069"/>
                    <a:pt x="1077227" y="-3085"/>
                    <a:pt x="982564" y="41660"/>
                  </a:cubicBezTo>
                  <a:cubicBezTo>
                    <a:pt x="953664" y="55289"/>
                    <a:pt x="926407" y="74337"/>
                    <a:pt x="901448" y="98310"/>
                  </a:cubicBezTo>
                  <a:lnTo>
                    <a:pt x="409335" y="570801"/>
                  </a:lnTo>
                  <a:cubicBezTo>
                    <a:pt x="345789" y="631802"/>
                    <a:pt x="287661" y="698961"/>
                    <a:pt x="236594" y="770471"/>
                  </a:cubicBezTo>
                  <a:lnTo>
                    <a:pt x="21572" y="1071289"/>
                  </a:lnTo>
                  <a:lnTo>
                    <a:pt x="30274" y="1079992"/>
                  </a:lnTo>
                  <a:lnTo>
                    <a:pt x="59995" y="1043128"/>
                  </a:lnTo>
                  <a:cubicBezTo>
                    <a:pt x="61638" y="1041158"/>
                    <a:pt x="63936" y="1039844"/>
                    <a:pt x="66481" y="1039680"/>
                  </a:cubicBezTo>
                  <a:lnTo>
                    <a:pt x="125266" y="1034344"/>
                  </a:lnTo>
                  <a:cubicBezTo>
                    <a:pt x="128057" y="1034097"/>
                    <a:pt x="130848" y="1035082"/>
                    <a:pt x="132819" y="1037053"/>
                  </a:cubicBezTo>
                  <a:cubicBezTo>
                    <a:pt x="134789" y="1039023"/>
                    <a:pt x="135774" y="1041815"/>
                    <a:pt x="135529" y="1044606"/>
                  </a:cubicBezTo>
                  <a:lnTo>
                    <a:pt x="130110" y="1103473"/>
                  </a:lnTo>
                  <a:cubicBezTo>
                    <a:pt x="129863" y="1106018"/>
                    <a:pt x="128631" y="1108399"/>
                    <a:pt x="126661" y="1109959"/>
                  </a:cubicBezTo>
                  <a:lnTo>
                    <a:pt x="89880" y="113959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991;p47">
              <a:extLst>
                <a:ext uri="{FF2B5EF4-FFF2-40B4-BE49-F238E27FC236}">
                  <a16:creationId xmlns:a16="http://schemas.microsoft.com/office/drawing/2014/main" id="{C2B9263D-A275-991D-5260-8FE0EE382203}"/>
                </a:ext>
              </a:extLst>
            </p:cNvPr>
            <p:cNvSpPr/>
            <p:nvPr/>
          </p:nvSpPr>
          <p:spPr>
            <a:xfrm>
              <a:off x="-11187262" y="-7251461"/>
              <a:ext cx="410505" cy="238092"/>
            </a:xfrm>
            <a:custGeom>
              <a:avLst/>
              <a:gdLst/>
              <a:ahLst/>
              <a:cxnLst/>
              <a:rect l="l" t="t" r="r" b="b"/>
              <a:pathLst>
                <a:path w="410505" h="238092" extrusionOk="0">
                  <a:moveTo>
                    <a:pt x="297268" y="242653"/>
                  </a:moveTo>
                  <a:cubicBezTo>
                    <a:pt x="295543" y="242653"/>
                    <a:pt x="293820" y="242161"/>
                    <a:pt x="292259" y="241175"/>
                  </a:cubicBezTo>
                  <a:lnTo>
                    <a:pt x="4413" y="59568"/>
                  </a:lnTo>
                  <a:cubicBezTo>
                    <a:pt x="1950" y="58008"/>
                    <a:pt x="391" y="55463"/>
                    <a:pt x="62" y="52672"/>
                  </a:cubicBezTo>
                  <a:cubicBezTo>
                    <a:pt x="-266" y="49798"/>
                    <a:pt x="719" y="47007"/>
                    <a:pt x="2772" y="44954"/>
                  </a:cubicBezTo>
                  <a:lnTo>
                    <a:pt x="44971" y="2754"/>
                  </a:lnTo>
                  <a:cubicBezTo>
                    <a:pt x="47270" y="455"/>
                    <a:pt x="50554" y="-448"/>
                    <a:pt x="53674" y="209"/>
                  </a:cubicBezTo>
                  <a:lnTo>
                    <a:pt x="404820" y="76399"/>
                  </a:lnTo>
                  <a:cubicBezTo>
                    <a:pt x="407940" y="77056"/>
                    <a:pt x="410485" y="79272"/>
                    <a:pt x="411634" y="82228"/>
                  </a:cubicBezTo>
                  <a:cubicBezTo>
                    <a:pt x="412784" y="85184"/>
                    <a:pt x="412373" y="88550"/>
                    <a:pt x="410485" y="91095"/>
                  </a:cubicBezTo>
                  <a:lnTo>
                    <a:pt x="304985" y="238630"/>
                  </a:lnTo>
                  <a:cubicBezTo>
                    <a:pt x="303179" y="241175"/>
                    <a:pt x="300224" y="242571"/>
                    <a:pt x="297268" y="242571"/>
                  </a:cubicBezTo>
                  <a:close/>
                  <a:moveTo>
                    <a:pt x="24528" y="49962"/>
                  </a:moveTo>
                  <a:lnTo>
                    <a:pt x="294805" y="220486"/>
                  </a:lnTo>
                  <a:lnTo>
                    <a:pt x="386840" y="91916"/>
                  </a:lnTo>
                  <a:lnTo>
                    <a:pt x="54741" y="19831"/>
                  </a:lnTo>
                  <a:lnTo>
                    <a:pt x="24528" y="500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" name="Google Shape;1992;p47">
              <a:extLst>
                <a:ext uri="{FF2B5EF4-FFF2-40B4-BE49-F238E27FC236}">
                  <a16:creationId xmlns:a16="http://schemas.microsoft.com/office/drawing/2014/main" id="{96060D6D-10AB-E8B2-AD77-1F0BB58582EE}"/>
                </a:ext>
              </a:extLst>
            </p:cNvPr>
            <p:cNvGrpSpPr/>
            <p:nvPr/>
          </p:nvGrpSpPr>
          <p:grpSpPr>
            <a:xfrm>
              <a:off x="-10934864" y="-7708593"/>
              <a:ext cx="840596" cy="837057"/>
              <a:chOff x="-2986914" y="-3516593"/>
              <a:chExt cx="840596" cy="837057"/>
            </a:xfrm>
          </p:grpSpPr>
          <p:sp>
            <p:nvSpPr>
              <p:cNvPr id="149" name="Google Shape;1993;p47">
                <a:extLst>
                  <a:ext uri="{FF2B5EF4-FFF2-40B4-BE49-F238E27FC236}">
                    <a16:creationId xmlns:a16="http://schemas.microsoft.com/office/drawing/2014/main" id="{B61859B6-74D2-0D84-41CB-811B11873FBF}"/>
                  </a:ext>
                </a:extLst>
              </p:cNvPr>
              <p:cNvSpPr/>
              <p:nvPr/>
            </p:nvSpPr>
            <p:spPr>
              <a:xfrm>
                <a:off x="-2195578" y="-2737006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230" y="62397"/>
                    </a:moveTo>
                    <a:cubicBezTo>
                      <a:pt x="16662" y="62397"/>
                      <a:pt x="9930" y="60837"/>
                      <a:pt x="4921" y="55911"/>
                    </a:cubicBezTo>
                    <a:cubicBezTo>
                      <a:pt x="-6901" y="44006"/>
                      <a:pt x="5250" y="18719"/>
                      <a:pt x="13460" y="4680"/>
                    </a:cubicBezTo>
                    <a:cubicBezTo>
                      <a:pt x="15184" y="1724"/>
                      <a:pt x="18303" y="82"/>
                      <a:pt x="21916" y="0"/>
                    </a:cubicBezTo>
                    <a:cubicBezTo>
                      <a:pt x="25365" y="164"/>
                      <a:pt x="28484" y="2135"/>
                      <a:pt x="30044" y="5255"/>
                    </a:cubicBezTo>
                    <a:lnTo>
                      <a:pt x="49667" y="44991"/>
                    </a:lnTo>
                    <a:cubicBezTo>
                      <a:pt x="50816" y="47372"/>
                      <a:pt x="50981" y="50082"/>
                      <a:pt x="49995" y="52545"/>
                    </a:cubicBezTo>
                    <a:cubicBezTo>
                      <a:pt x="49009" y="55008"/>
                      <a:pt x="47121" y="56978"/>
                      <a:pt x="44659" y="57963"/>
                    </a:cubicBezTo>
                    <a:cubicBezTo>
                      <a:pt x="41949" y="59031"/>
                      <a:pt x="32753" y="62397"/>
                      <a:pt x="23148" y="62397"/>
                    </a:cubicBezTo>
                    <a:close/>
                    <a:moveTo>
                      <a:pt x="18879" y="42939"/>
                    </a:moveTo>
                    <a:cubicBezTo>
                      <a:pt x="20438" y="43678"/>
                      <a:pt x="23805" y="43760"/>
                      <a:pt x="27745" y="43103"/>
                    </a:cubicBezTo>
                    <a:lnTo>
                      <a:pt x="21752" y="31034"/>
                    </a:lnTo>
                    <a:cubicBezTo>
                      <a:pt x="19782" y="36289"/>
                      <a:pt x="18632" y="40722"/>
                      <a:pt x="18879" y="429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994;p47">
                <a:extLst>
                  <a:ext uri="{FF2B5EF4-FFF2-40B4-BE49-F238E27FC236}">
                    <a16:creationId xmlns:a16="http://schemas.microsoft.com/office/drawing/2014/main" id="{AF91780E-B5F1-E3DF-9F14-1561D8814B70}"/>
                  </a:ext>
                </a:extLst>
              </p:cNvPr>
              <p:cNvSpPr/>
              <p:nvPr/>
            </p:nvSpPr>
            <p:spPr>
              <a:xfrm>
                <a:off x="-2252367" y="-2853014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041" y="61412"/>
                    </a:moveTo>
                    <a:cubicBezTo>
                      <a:pt x="16474" y="61412"/>
                      <a:pt x="9823" y="59852"/>
                      <a:pt x="4897" y="55008"/>
                    </a:cubicBezTo>
                    <a:cubicBezTo>
                      <a:pt x="-3642" y="46387"/>
                      <a:pt x="-1014" y="29474"/>
                      <a:pt x="12779" y="4844"/>
                    </a:cubicBezTo>
                    <a:cubicBezTo>
                      <a:pt x="14502" y="1806"/>
                      <a:pt x="17869" y="0"/>
                      <a:pt x="21235" y="0"/>
                    </a:cubicBezTo>
                    <a:cubicBezTo>
                      <a:pt x="24765" y="82"/>
                      <a:pt x="27885" y="2135"/>
                      <a:pt x="29445" y="5255"/>
                    </a:cubicBezTo>
                    <a:lnTo>
                      <a:pt x="48739" y="44334"/>
                    </a:lnTo>
                    <a:cubicBezTo>
                      <a:pt x="49888" y="46715"/>
                      <a:pt x="50053" y="49589"/>
                      <a:pt x="49068" y="52052"/>
                    </a:cubicBezTo>
                    <a:cubicBezTo>
                      <a:pt x="48082" y="54515"/>
                      <a:pt x="46030" y="56486"/>
                      <a:pt x="43484" y="57389"/>
                    </a:cubicBezTo>
                    <a:cubicBezTo>
                      <a:pt x="39051" y="58949"/>
                      <a:pt x="31005" y="61412"/>
                      <a:pt x="22877" y="61412"/>
                    </a:cubicBezTo>
                    <a:close/>
                    <a:moveTo>
                      <a:pt x="18854" y="42036"/>
                    </a:moveTo>
                    <a:cubicBezTo>
                      <a:pt x="20168" y="42610"/>
                      <a:pt x="22959" y="42857"/>
                      <a:pt x="26818" y="42364"/>
                    </a:cubicBezTo>
                    <a:lnTo>
                      <a:pt x="21317" y="31199"/>
                    </a:lnTo>
                    <a:cubicBezTo>
                      <a:pt x="19429" y="36453"/>
                      <a:pt x="18690" y="40229"/>
                      <a:pt x="18854" y="420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995;p47">
                <a:extLst>
                  <a:ext uri="{FF2B5EF4-FFF2-40B4-BE49-F238E27FC236}">
                    <a16:creationId xmlns:a16="http://schemas.microsoft.com/office/drawing/2014/main" id="{C9E1A064-1696-3AA1-F502-F3B993AAC3F1}"/>
                  </a:ext>
                </a:extLst>
              </p:cNvPr>
              <p:cNvSpPr/>
              <p:nvPr/>
            </p:nvSpPr>
            <p:spPr>
              <a:xfrm>
                <a:off x="-2313490" y="-2975755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164" y="62397"/>
                    </a:moveTo>
                    <a:cubicBezTo>
                      <a:pt x="16595" y="62397"/>
                      <a:pt x="9863" y="60837"/>
                      <a:pt x="4936" y="55829"/>
                    </a:cubicBezTo>
                    <a:cubicBezTo>
                      <a:pt x="-6886" y="44088"/>
                      <a:pt x="5183" y="18719"/>
                      <a:pt x="13475" y="4680"/>
                    </a:cubicBezTo>
                    <a:cubicBezTo>
                      <a:pt x="15199" y="1724"/>
                      <a:pt x="18648" y="164"/>
                      <a:pt x="21932" y="0"/>
                    </a:cubicBezTo>
                    <a:cubicBezTo>
                      <a:pt x="25379" y="164"/>
                      <a:pt x="28499" y="2134"/>
                      <a:pt x="30060" y="5254"/>
                    </a:cubicBezTo>
                    <a:lnTo>
                      <a:pt x="49682" y="44991"/>
                    </a:lnTo>
                    <a:cubicBezTo>
                      <a:pt x="50832" y="47372"/>
                      <a:pt x="50995" y="50081"/>
                      <a:pt x="50010" y="52545"/>
                    </a:cubicBezTo>
                    <a:cubicBezTo>
                      <a:pt x="49107" y="55008"/>
                      <a:pt x="47136" y="56978"/>
                      <a:pt x="44674" y="57963"/>
                    </a:cubicBezTo>
                    <a:cubicBezTo>
                      <a:pt x="41964" y="59031"/>
                      <a:pt x="32769" y="62397"/>
                      <a:pt x="23164" y="62397"/>
                    </a:cubicBezTo>
                    <a:close/>
                    <a:moveTo>
                      <a:pt x="18812" y="42857"/>
                    </a:moveTo>
                    <a:cubicBezTo>
                      <a:pt x="20371" y="43678"/>
                      <a:pt x="23738" y="43678"/>
                      <a:pt x="27679" y="43103"/>
                    </a:cubicBezTo>
                    <a:lnTo>
                      <a:pt x="21685" y="31034"/>
                    </a:lnTo>
                    <a:cubicBezTo>
                      <a:pt x="19715" y="36289"/>
                      <a:pt x="18565" y="40722"/>
                      <a:pt x="18812" y="42939"/>
                    </a:cubicBezTo>
                    <a:close/>
                    <a:moveTo>
                      <a:pt x="18237" y="42446"/>
                    </a:moveTo>
                    <a:cubicBezTo>
                      <a:pt x="18237" y="42446"/>
                      <a:pt x="18237" y="42446"/>
                      <a:pt x="18237" y="42446"/>
                    </a:cubicBezTo>
                    <a:cubicBezTo>
                      <a:pt x="18237" y="42446"/>
                      <a:pt x="18237" y="42446"/>
                      <a:pt x="18237" y="424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996;p47">
                <a:extLst>
                  <a:ext uri="{FF2B5EF4-FFF2-40B4-BE49-F238E27FC236}">
                    <a16:creationId xmlns:a16="http://schemas.microsoft.com/office/drawing/2014/main" id="{96E2D73A-EBDC-070F-AF2C-476F957F9C00}"/>
                  </a:ext>
                </a:extLst>
              </p:cNvPr>
              <p:cNvSpPr/>
              <p:nvPr/>
            </p:nvSpPr>
            <p:spPr>
              <a:xfrm>
                <a:off x="-2370450" y="-3091764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227" y="61411"/>
                    </a:moveTo>
                    <a:cubicBezTo>
                      <a:pt x="16658" y="61411"/>
                      <a:pt x="9926" y="59852"/>
                      <a:pt x="5000" y="54926"/>
                    </a:cubicBezTo>
                    <a:cubicBezTo>
                      <a:pt x="1881" y="51806"/>
                      <a:pt x="-7808" y="42118"/>
                      <a:pt x="12882" y="4844"/>
                    </a:cubicBezTo>
                    <a:cubicBezTo>
                      <a:pt x="14606" y="1724"/>
                      <a:pt x="17808" y="0"/>
                      <a:pt x="21339" y="0"/>
                    </a:cubicBezTo>
                    <a:cubicBezTo>
                      <a:pt x="24868" y="0"/>
                      <a:pt x="27988" y="2135"/>
                      <a:pt x="29549" y="5254"/>
                    </a:cubicBezTo>
                    <a:lnTo>
                      <a:pt x="48924" y="44417"/>
                    </a:lnTo>
                    <a:cubicBezTo>
                      <a:pt x="50074" y="46797"/>
                      <a:pt x="50238" y="49671"/>
                      <a:pt x="49253" y="52134"/>
                    </a:cubicBezTo>
                    <a:cubicBezTo>
                      <a:pt x="48268" y="54597"/>
                      <a:pt x="46215" y="56567"/>
                      <a:pt x="43670" y="57471"/>
                    </a:cubicBezTo>
                    <a:cubicBezTo>
                      <a:pt x="39236" y="59031"/>
                      <a:pt x="31272" y="61494"/>
                      <a:pt x="23144" y="61494"/>
                    </a:cubicBezTo>
                    <a:close/>
                    <a:moveTo>
                      <a:pt x="18957" y="41953"/>
                    </a:moveTo>
                    <a:cubicBezTo>
                      <a:pt x="20271" y="42610"/>
                      <a:pt x="23144" y="42775"/>
                      <a:pt x="26921" y="42282"/>
                    </a:cubicBezTo>
                    <a:lnTo>
                      <a:pt x="21421" y="31116"/>
                    </a:lnTo>
                    <a:cubicBezTo>
                      <a:pt x="19450" y="36535"/>
                      <a:pt x="18793" y="40147"/>
                      <a:pt x="18957" y="41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997;p47">
                <a:extLst>
                  <a:ext uri="{FF2B5EF4-FFF2-40B4-BE49-F238E27FC236}">
                    <a16:creationId xmlns:a16="http://schemas.microsoft.com/office/drawing/2014/main" id="{35A4A022-2D41-3E97-92BC-E6D35028AB70}"/>
                  </a:ext>
                </a:extLst>
              </p:cNvPr>
              <p:cNvSpPr/>
              <p:nvPr/>
            </p:nvSpPr>
            <p:spPr>
              <a:xfrm>
                <a:off x="-2631170" y="-3340958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19910" y="49853"/>
                    </a:moveTo>
                    <a:cubicBezTo>
                      <a:pt x="14245" y="49853"/>
                      <a:pt x="9812" y="48211"/>
                      <a:pt x="6527" y="44927"/>
                    </a:cubicBezTo>
                    <a:cubicBezTo>
                      <a:pt x="-4474" y="34007"/>
                      <a:pt x="1109" y="14221"/>
                      <a:pt x="4065" y="6175"/>
                    </a:cubicBezTo>
                    <a:cubicBezTo>
                      <a:pt x="4968" y="3630"/>
                      <a:pt x="6938" y="1660"/>
                      <a:pt x="9402" y="674"/>
                    </a:cubicBezTo>
                    <a:cubicBezTo>
                      <a:pt x="11864" y="-311"/>
                      <a:pt x="14655" y="-229"/>
                      <a:pt x="17119" y="1003"/>
                    </a:cubicBezTo>
                    <a:lnTo>
                      <a:pt x="56199" y="20296"/>
                    </a:lnTo>
                    <a:cubicBezTo>
                      <a:pt x="59319" y="21856"/>
                      <a:pt x="61371" y="24976"/>
                      <a:pt x="61454" y="28507"/>
                    </a:cubicBezTo>
                    <a:cubicBezTo>
                      <a:pt x="61536" y="32037"/>
                      <a:pt x="59729" y="35239"/>
                      <a:pt x="56610" y="36963"/>
                    </a:cubicBezTo>
                    <a:cubicBezTo>
                      <a:pt x="41338" y="45501"/>
                      <a:pt x="29105" y="49771"/>
                      <a:pt x="19910" y="49771"/>
                    </a:cubicBezTo>
                    <a:close/>
                    <a:moveTo>
                      <a:pt x="19500" y="31052"/>
                    </a:moveTo>
                    <a:cubicBezTo>
                      <a:pt x="21306" y="31298"/>
                      <a:pt x="25082" y="30477"/>
                      <a:pt x="30255" y="28589"/>
                    </a:cubicBezTo>
                    <a:lnTo>
                      <a:pt x="19171" y="23088"/>
                    </a:lnTo>
                    <a:cubicBezTo>
                      <a:pt x="18678" y="26864"/>
                      <a:pt x="18843" y="29738"/>
                      <a:pt x="19500" y="310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998;p47">
                <a:extLst>
                  <a:ext uri="{FF2B5EF4-FFF2-40B4-BE49-F238E27FC236}">
                    <a16:creationId xmlns:a16="http://schemas.microsoft.com/office/drawing/2014/main" id="{448DE263-E2E6-091F-18C2-7F2D4BE3804B}"/>
                  </a:ext>
                </a:extLst>
              </p:cNvPr>
              <p:cNvSpPr/>
              <p:nvPr/>
            </p:nvSpPr>
            <p:spPr>
              <a:xfrm>
                <a:off x="-2748135" y="-3398614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20045" y="50613"/>
                    </a:moveTo>
                    <a:cubicBezTo>
                      <a:pt x="14790" y="50613"/>
                      <a:pt x="10029" y="49217"/>
                      <a:pt x="6498" y="45687"/>
                    </a:cubicBezTo>
                    <a:cubicBezTo>
                      <a:pt x="-5653" y="33536"/>
                      <a:pt x="2640" y="10465"/>
                      <a:pt x="4363" y="5950"/>
                    </a:cubicBezTo>
                    <a:cubicBezTo>
                      <a:pt x="5349" y="3487"/>
                      <a:pt x="7320" y="1516"/>
                      <a:pt x="9782" y="613"/>
                    </a:cubicBezTo>
                    <a:cubicBezTo>
                      <a:pt x="12246" y="-290"/>
                      <a:pt x="14955" y="-208"/>
                      <a:pt x="17336" y="942"/>
                    </a:cubicBezTo>
                    <a:lnTo>
                      <a:pt x="57073" y="20564"/>
                    </a:lnTo>
                    <a:cubicBezTo>
                      <a:pt x="60192" y="22124"/>
                      <a:pt x="62163" y="25243"/>
                      <a:pt x="62327" y="28692"/>
                    </a:cubicBezTo>
                    <a:cubicBezTo>
                      <a:pt x="62492" y="32140"/>
                      <a:pt x="60686" y="35424"/>
                      <a:pt x="57647" y="37148"/>
                    </a:cubicBezTo>
                    <a:cubicBezTo>
                      <a:pt x="47795" y="42977"/>
                      <a:pt x="32442" y="50613"/>
                      <a:pt x="20045" y="50613"/>
                    </a:cubicBezTo>
                    <a:close/>
                    <a:moveTo>
                      <a:pt x="19471" y="31812"/>
                    </a:moveTo>
                    <a:cubicBezTo>
                      <a:pt x="21605" y="32058"/>
                      <a:pt x="26120" y="30908"/>
                      <a:pt x="31375" y="28938"/>
                    </a:cubicBezTo>
                    <a:lnTo>
                      <a:pt x="19306" y="22945"/>
                    </a:lnTo>
                    <a:cubicBezTo>
                      <a:pt x="18731" y="26886"/>
                      <a:pt x="18731" y="30252"/>
                      <a:pt x="19553" y="31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999;p47">
                <a:extLst>
                  <a:ext uri="{FF2B5EF4-FFF2-40B4-BE49-F238E27FC236}">
                    <a16:creationId xmlns:a16="http://schemas.microsoft.com/office/drawing/2014/main" id="{801A9101-038D-B46A-7CAB-57FE903F95F5}"/>
                  </a:ext>
                </a:extLst>
              </p:cNvPr>
              <p:cNvSpPr/>
              <p:nvPr/>
            </p:nvSpPr>
            <p:spPr>
              <a:xfrm>
                <a:off x="-2869886" y="-3458937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19959" y="49771"/>
                    </a:moveTo>
                    <a:cubicBezTo>
                      <a:pt x="14293" y="49771"/>
                      <a:pt x="9778" y="48129"/>
                      <a:pt x="6494" y="44845"/>
                    </a:cubicBezTo>
                    <a:cubicBezTo>
                      <a:pt x="-4425" y="33925"/>
                      <a:pt x="1075" y="14139"/>
                      <a:pt x="4031" y="6175"/>
                    </a:cubicBezTo>
                    <a:cubicBezTo>
                      <a:pt x="4934" y="3630"/>
                      <a:pt x="6905" y="1659"/>
                      <a:pt x="9368" y="674"/>
                    </a:cubicBezTo>
                    <a:cubicBezTo>
                      <a:pt x="11831" y="-311"/>
                      <a:pt x="14622" y="-229"/>
                      <a:pt x="17086" y="1003"/>
                    </a:cubicBezTo>
                    <a:lnTo>
                      <a:pt x="56166" y="20296"/>
                    </a:lnTo>
                    <a:cubicBezTo>
                      <a:pt x="59286" y="21856"/>
                      <a:pt x="61338" y="24976"/>
                      <a:pt x="61419" y="28507"/>
                    </a:cubicBezTo>
                    <a:cubicBezTo>
                      <a:pt x="61501" y="32037"/>
                      <a:pt x="59695" y="35239"/>
                      <a:pt x="56576" y="36963"/>
                    </a:cubicBezTo>
                    <a:cubicBezTo>
                      <a:pt x="41387" y="45501"/>
                      <a:pt x="29154" y="49771"/>
                      <a:pt x="19959" y="49771"/>
                    </a:cubicBezTo>
                    <a:close/>
                    <a:moveTo>
                      <a:pt x="19466" y="30969"/>
                    </a:moveTo>
                    <a:cubicBezTo>
                      <a:pt x="21191" y="31134"/>
                      <a:pt x="25049" y="30395"/>
                      <a:pt x="30222" y="28507"/>
                    </a:cubicBezTo>
                    <a:lnTo>
                      <a:pt x="19138" y="23006"/>
                    </a:lnTo>
                    <a:cubicBezTo>
                      <a:pt x="18645" y="26782"/>
                      <a:pt x="18809" y="29574"/>
                      <a:pt x="19466" y="309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2000;p47">
                <a:extLst>
                  <a:ext uri="{FF2B5EF4-FFF2-40B4-BE49-F238E27FC236}">
                    <a16:creationId xmlns:a16="http://schemas.microsoft.com/office/drawing/2014/main" id="{4B073319-CF55-584A-FB8C-572152898951}"/>
                  </a:ext>
                </a:extLst>
              </p:cNvPr>
              <p:cNvSpPr/>
              <p:nvPr/>
            </p:nvSpPr>
            <p:spPr>
              <a:xfrm>
                <a:off x="-2986914" y="-3516593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20075" y="50613"/>
                    </a:moveTo>
                    <a:cubicBezTo>
                      <a:pt x="14738" y="50613"/>
                      <a:pt x="10059" y="49217"/>
                      <a:pt x="6528" y="45687"/>
                    </a:cubicBezTo>
                    <a:cubicBezTo>
                      <a:pt x="-5705" y="33454"/>
                      <a:pt x="2669" y="10465"/>
                      <a:pt x="4475" y="5950"/>
                    </a:cubicBezTo>
                    <a:cubicBezTo>
                      <a:pt x="5461" y="3487"/>
                      <a:pt x="7431" y="1598"/>
                      <a:pt x="9894" y="613"/>
                    </a:cubicBezTo>
                    <a:cubicBezTo>
                      <a:pt x="12357" y="-290"/>
                      <a:pt x="15067" y="-208"/>
                      <a:pt x="17447" y="942"/>
                    </a:cubicBezTo>
                    <a:lnTo>
                      <a:pt x="57102" y="20564"/>
                    </a:lnTo>
                    <a:cubicBezTo>
                      <a:pt x="60222" y="22124"/>
                      <a:pt x="62193" y="25243"/>
                      <a:pt x="62357" y="28692"/>
                    </a:cubicBezTo>
                    <a:cubicBezTo>
                      <a:pt x="62520" y="32140"/>
                      <a:pt x="60714" y="35424"/>
                      <a:pt x="57677" y="37148"/>
                    </a:cubicBezTo>
                    <a:cubicBezTo>
                      <a:pt x="47825" y="42977"/>
                      <a:pt x="32472" y="50613"/>
                      <a:pt x="20157" y="50613"/>
                    </a:cubicBezTo>
                    <a:close/>
                    <a:moveTo>
                      <a:pt x="19500" y="31812"/>
                    </a:moveTo>
                    <a:cubicBezTo>
                      <a:pt x="21716" y="31976"/>
                      <a:pt x="26150" y="30908"/>
                      <a:pt x="31323" y="28938"/>
                    </a:cubicBezTo>
                    <a:lnTo>
                      <a:pt x="19254" y="22945"/>
                    </a:lnTo>
                    <a:cubicBezTo>
                      <a:pt x="18679" y="26886"/>
                      <a:pt x="18679" y="30252"/>
                      <a:pt x="19500" y="31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6" name="Google Shape;2001;p47">
              <a:extLst>
                <a:ext uri="{FF2B5EF4-FFF2-40B4-BE49-F238E27FC236}">
                  <a16:creationId xmlns:a16="http://schemas.microsoft.com/office/drawing/2014/main" id="{B5807B14-99B3-852C-D052-16B4FEC414A4}"/>
                </a:ext>
              </a:extLst>
            </p:cNvPr>
            <p:cNvSpPr/>
            <p:nvPr/>
          </p:nvSpPr>
          <p:spPr>
            <a:xfrm>
              <a:off x="-10444300" y="-7893449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2002;p47">
              <a:extLst>
                <a:ext uri="{FF2B5EF4-FFF2-40B4-BE49-F238E27FC236}">
                  <a16:creationId xmlns:a16="http://schemas.microsoft.com/office/drawing/2014/main" id="{E2F36438-7E87-0AD1-6E64-FBDF6455CA32}"/>
                </a:ext>
              </a:extLst>
            </p:cNvPr>
            <p:cNvSpPr/>
            <p:nvPr/>
          </p:nvSpPr>
          <p:spPr>
            <a:xfrm>
              <a:off x="-9950512" y="-7399062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2003;p47">
              <a:extLst>
                <a:ext uri="{FF2B5EF4-FFF2-40B4-BE49-F238E27FC236}">
                  <a16:creationId xmlns:a16="http://schemas.microsoft.com/office/drawing/2014/main" id="{67D9AAB2-08DD-7990-B987-E327E90A1FF8}"/>
                </a:ext>
              </a:extLst>
            </p:cNvPr>
            <p:cNvSpPr/>
            <p:nvPr/>
          </p:nvSpPr>
          <p:spPr>
            <a:xfrm>
              <a:off x="-9890375" y="-7118912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531FF453-E9B1-84C8-3E21-89CD4CB1AFC2}"/>
              </a:ext>
            </a:extLst>
          </p:cNvPr>
          <p:cNvGrpSpPr/>
          <p:nvPr/>
        </p:nvGrpSpPr>
        <p:grpSpPr>
          <a:xfrm>
            <a:off x="19509086" y="1650710"/>
            <a:ext cx="5587097" cy="3491839"/>
            <a:chOff x="6249240" y="1683080"/>
            <a:chExt cx="5587097" cy="3491839"/>
          </a:xfrm>
        </p:grpSpPr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BAEFAA51-1E49-3287-3BC9-FC6CC83ADD5D}"/>
                </a:ext>
              </a:extLst>
            </p:cNvPr>
            <p:cNvSpPr/>
            <p:nvPr/>
          </p:nvSpPr>
          <p:spPr>
            <a:xfrm>
              <a:off x="6249240" y="1683080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FFFFC3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FDB23B94-E603-A316-0664-62D170428058}"/>
                </a:ext>
              </a:extLst>
            </p:cNvPr>
            <p:cNvSpPr txBox="1"/>
            <p:nvPr/>
          </p:nvSpPr>
          <p:spPr>
            <a:xfrm>
              <a:off x="7326882" y="2005164"/>
              <a:ext cx="3431812" cy="592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2143"/>
                </a:lnSpc>
              </a:pPr>
              <a:r>
                <a:rPr lang="en-US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Website </a:t>
              </a:r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който помага с: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26044F0-2A7D-D207-C3E5-2A72E848DD8D}"/>
                </a:ext>
              </a:extLst>
            </p:cNvPr>
            <p:cNvSpPr txBox="1"/>
            <p:nvPr/>
          </p:nvSpPr>
          <p:spPr>
            <a:xfrm>
              <a:off x="6603876" y="2707652"/>
              <a:ext cx="5088296" cy="19151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39167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Развномерно разпределяне на трафика</a:t>
              </a:r>
            </a:p>
            <a:p>
              <a:pPr marL="342900" indent="-342900">
                <a:lnSpc>
                  <a:spcPct val="139167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Откриване на нови дестинации</a:t>
              </a:r>
            </a:p>
            <a:p>
              <a:pPr marL="342900" indent="-342900">
                <a:lnSpc>
                  <a:spcPct val="139167"/>
                </a:lnSpc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Подобряване на икономиката в </a:t>
              </a:r>
            </a:p>
            <a:p>
              <a:pPr>
                <a:lnSpc>
                  <a:spcPct val="139167"/>
                </a:lnSpc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       по-малко населени места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7349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B6D04-FD18-1B79-1DBD-01697F504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3BD2B8-A9A2-82A0-F7CF-834834356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24283"/>
            <a:ext cx="12235169" cy="6882283"/>
          </a:xfrm>
          <a:prstGeom prst="rect">
            <a:avLst/>
          </a:prstGeom>
        </p:spPr>
      </p:pic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AB3B7A7-7CBB-9378-8AF9-62D080D39B50}"/>
              </a:ext>
            </a:extLst>
          </p:cNvPr>
          <p:cNvSpPr/>
          <p:nvPr/>
        </p:nvSpPr>
        <p:spPr>
          <a:xfrm rot="5400000">
            <a:off x="155643" y="2928026"/>
            <a:ext cx="719846" cy="100194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EC19BD-74AD-FCFE-F971-517BAF02EC64}"/>
              </a:ext>
            </a:extLst>
          </p:cNvPr>
          <p:cNvSpPr txBox="1"/>
          <p:nvPr/>
        </p:nvSpPr>
        <p:spPr>
          <a:xfrm>
            <a:off x="10403840" y="436880"/>
            <a:ext cx="10566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DAY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4C273C5-5E3D-5D66-225A-58BD9734C49D}"/>
              </a:ext>
            </a:extLst>
          </p:cNvPr>
          <p:cNvGrpSpPr/>
          <p:nvPr/>
        </p:nvGrpSpPr>
        <p:grpSpPr>
          <a:xfrm>
            <a:off x="6223393" y="1763899"/>
            <a:ext cx="5587097" cy="3491839"/>
            <a:chOff x="13615302" y="1670938"/>
            <a:chExt cx="5587097" cy="349183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9BCF37C-F1AB-E44C-C833-B631408322CD}"/>
                </a:ext>
              </a:extLst>
            </p:cNvPr>
            <p:cNvSpPr/>
            <p:nvPr/>
          </p:nvSpPr>
          <p:spPr>
            <a:xfrm>
              <a:off x="13615302" y="16709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F7F9AD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92DC89-8704-DF51-423A-FE98AECC5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28608" y="1829616"/>
              <a:ext cx="812700" cy="86874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ACC3B7-C9D9-0E5D-0F20-32AAB59AB8CA}"/>
                </a:ext>
              </a:extLst>
            </p:cNvPr>
            <p:cNvSpPr txBox="1"/>
            <p:nvPr/>
          </p:nvSpPr>
          <p:spPr>
            <a:xfrm>
              <a:off x="14012710" y="2725191"/>
              <a:ext cx="4994579" cy="1999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Frontend :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Прост </a:t>
              </a: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Wizard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и информационнна страницан с карта</a:t>
              </a:r>
            </a:p>
            <a:p>
              <a:pPr>
                <a:lnSpc>
                  <a:spcPct val="115000"/>
                </a:lnSpc>
              </a:pPr>
              <a:endParaRPr lang="bg-BG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Backend: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Връзка с </a:t>
              </a: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AI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, който препоръчва град, спрямо желанията на потребителя</a:t>
              </a:r>
              <a:endParaRPr lang="en-US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B922351-E8BE-4C18-9E84-7D744608FC49}"/>
                </a:ext>
              </a:extLst>
            </p:cNvPr>
            <p:cNvSpPr txBox="1"/>
            <p:nvPr/>
          </p:nvSpPr>
          <p:spPr>
            <a:xfrm>
              <a:off x="14762710" y="2026900"/>
              <a:ext cx="3106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Как го постигнахме?</a:t>
              </a:r>
              <a:endPara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20213E-9924-C81C-E6E7-9EA977598B4D}"/>
              </a:ext>
            </a:extLst>
          </p:cNvPr>
          <p:cNvGrpSpPr/>
          <p:nvPr/>
        </p:nvGrpSpPr>
        <p:grpSpPr>
          <a:xfrm>
            <a:off x="22515823" y="1763899"/>
            <a:ext cx="5587097" cy="5028610"/>
            <a:chOff x="5875982" y="1670938"/>
            <a:chExt cx="5587097" cy="502861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2B2B2C-8915-5AE7-E10E-3E24E2475047}"/>
                </a:ext>
              </a:extLst>
            </p:cNvPr>
            <p:cNvGrpSpPr/>
            <p:nvPr/>
          </p:nvGrpSpPr>
          <p:grpSpPr>
            <a:xfrm>
              <a:off x="5875982" y="1670938"/>
              <a:ext cx="5587097" cy="5028610"/>
              <a:chOff x="6200962" y="1810238"/>
              <a:chExt cx="5587097" cy="5028610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B7FBA732-09D9-437E-5CED-3D54C6A36DDF}"/>
                  </a:ext>
                </a:extLst>
              </p:cNvPr>
              <p:cNvSpPr/>
              <p:nvPr/>
            </p:nvSpPr>
            <p:spPr>
              <a:xfrm>
                <a:off x="6200962" y="1810238"/>
                <a:ext cx="5587097" cy="3491839"/>
              </a:xfrm>
              <a:prstGeom prst="roundRect">
                <a:avLst>
                  <a:gd name="adj" fmla="val 18328"/>
                </a:avLst>
              </a:prstGeom>
              <a:solidFill>
                <a:srgbClr val="AEF8CF">
                  <a:alpha val="50000"/>
                </a:srgbClr>
              </a:solidFill>
              <a:ln>
                <a:gradFill>
                  <a:gsLst>
                    <a:gs pos="35000">
                      <a:schemeClr val="accent3">
                        <a:lumMod val="40000"/>
                        <a:lumOff val="60000"/>
                      </a:schemeClr>
                    </a:gs>
                    <a:gs pos="10000">
                      <a:schemeClr val="accent6">
                        <a:lumMod val="20000"/>
                        <a:lumOff val="80000"/>
                      </a:schemeClr>
                    </a:gs>
                    <a:gs pos="66000">
                      <a:schemeClr val="accent6">
                        <a:lumMod val="60000"/>
                        <a:lumOff val="40000"/>
                      </a:schemeClr>
                    </a:gs>
                    <a:gs pos="89000">
                      <a:schemeClr val="accent3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647E70C-22C2-BF00-BC82-E94AB53A674C}"/>
                  </a:ext>
                </a:extLst>
              </p:cNvPr>
              <p:cNvSpPr txBox="1"/>
              <p:nvPr/>
            </p:nvSpPr>
            <p:spPr>
              <a:xfrm>
                <a:off x="7682861" y="2027719"/>
                <a:ext cx="31065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         CopyCity</a:t>
                </a:r>
                <a:endParaRPr lang="en-US" sz="28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195050F-175D-EB18-5594-FE8B59C6975E}"/>
                  </a:ext>
                </a:extLst>
              </p:cNvPr>
              <p:cNvSpPr txBox="1"/>
              <p:nvPr/>
            </p:nvSpPr>
            <p:spPr>
              <a:xfrm>
                <a:off x="6625196" y="2666937"/>
                <a:ext cx="4374332" cy="4171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Проекта помага с: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Развномерно разпределяне на трафика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Откриване на нови дестинации</a:t>
                </a:r>
              </a:p>
              <a:p>
                <a:pPr marL="342900" indent="-34290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Подобряване на икономиката в </a:t>
                </a:r>
              </a:p>
              <a:p>
                <a:pPr>
                  <a:lnSpc>
                    <a:spcPct val="115000"/>
                  </a:lnSpc>
                </a:pPr>
                <a:r>
                  <a:rPr lang="bg-BG" sz="2200" dirty="0">
                    <a:latin typeface="Bahnschrift SemiBold SemiConden" panose="020B0502040204020203" pitchFamily="34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       по-малко населени места</a:t>
                </a:r>
              </a:p>
              <a:p>
                <a:pPr>
                  <a:lnSpc>
                    <a:spcPct val="115000"/>
                  </a:lnSpc>
                </a:pPr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endPara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F71EC03-257D-4A31-111C-EF171F0E8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4030" y="1866278"/>
              <a:ext cx="812700" cy="868748"/>
            </a:xfrm>
            <a:prstGeom prst="rect">
              <a:avLst/>
            </a:prstGeom>
          </p:spPr>
        </p:pic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5213DB0E-E193-8086-84DA-6B7B5FE99B1D}"/>
              </a:ext>
            </a:extLst>
          </p:cNvPr>
          <p:cNvSpPr txBox="1"/>
          <p:nvPr/>
        </p:nvSpPr>
        <p:spPr>
          <a:xfrm>
            <a:off x="36491" y="-19788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IDEA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6D6405A-CB9D-26DC-A8F0-484A1F1F45BD}"/>
              </a:ext>
            </a:extLst>
          </p:cNvPr>
          <p:cNvSpPr txBox="1"/>
          <p:nvPr/>
        </p:nvSpPr>
        <p:spPr>
          <a:xfrm>
            <a:off x="312" y="-989611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PROBLEM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B8156B4-8488-4802-B217-23BBA218D1AF}"/>
              </a:ext>
            </a:extLst>
          </p:cNvPr>
          <p:cNvSpPr txBox="1"/>
          <p:nvPr/>
        </p:nvSpPr>
        <p:spPr>
          <a:xfrm>
            <a:off x="36491" y="1907274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5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EXECUTION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6438E60-5D9D-5929-432B-E7AEA5764699}"/>
              </a:ext>
            </a:extLst>
          </p:cNvPr>
          <p:cNvSpPr txBox="1"/>
          <p:nvPr/>
        </p:nvSpPr>
        <p:spPr>
          <a:xfrm>
            <a:off x="36491" y="4004414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EXPRIRIENCE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D4A4C72-E0E4-C753-5A31-006BB118FBC2}"/>
              </a:ext>
            </a:extLst>
          </p:cNvPr>
          <p:cNvSpPr txBox="1"/>
          <p:nvPr/>
        </p:nvSpPr>
        <p:spPr>
          <a:xfrm>
            <a:off x="1033704" y="3032137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DEMO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C49D51-8C19-3F87-3590-57ED157FBD1B}"/>
              </a:ext>
            </a:extLst>
          </p:cNvPr>
          <p:cNvSpPr txBox="1"/>
          <p:nvPr/>
        </p:nvSpPr>
        <p:spPr>
          <a:xfrm>
            <a:off x="36491" y="943743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SOLUTION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29E1857-1CBF-0AD6-30DF-54D4FD68D1CF}"/>
              </a:ext>
            </a:extLst>
          </p:cNvPr>
          <p:cNvGrpSpPr/>
          <p:nvPr/>
        </p:nvGrpSpPr>
        <p:grpSpPr>
          <a:xfrm>
            <a:off x="22757423" y="1763899"/>
            <a:ext cx="5587097" cy="3491839"/>
            <a:chOff x="13615302" y="1670938"/>
            <a:chExt cx="5587097" cy="349183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39082A6-4448-166D-8528-A10AADEBA8A5}"/>
                </a:ext>
              </a:extLst>
            </p:cNvPr>
            <p:cNvSpPr/>
            <p:nvPr/>
          </p:nvSpPr>
          <p:spPr>
            <a:xfrm>
              <a:off x="13615302" y="16709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AEF8CF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D0F8503-9841-9A79-4CCA-C353A08DEF61}"/>
                </a:ext>
              </a:extLst>
            </p:cNvPr>
            <p:cNvSpPr txBox="1"/>
            <p:nvPr/>
          </p:nvSpPr>
          <p:spPr>
            <a:xfrm>
              <a:off x="14012710" y="2725191"/>
              <a:ext cx="4994579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Попита за информацията на оригиналното мястото, което потребителят търси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Попълни</a:t>
              </a:r>
              <a:endParaRPr lang="en-US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C1AB6F1-9D30-9B8E-D44B-6EF4B1FD54CA}"/>
                </a:ext>
              </a:extLst>
            </p:cNvPr>
            <p:cNvSpPr txBox="1"/>
            <p:nvPr/>
          </p:nvSpPr>
          <p:spPr>
            <a:xfrm>
              <a:off x="15394730" y="1993263"/>
              <a:ext cx="22200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Website-</a:t>
              </a:r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а ще :</a:t>
              </a:r>
              <a:endPara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A5F9087-2E28-14E6-3A87-E7F74CBCEF08}"/>
              </a:ext>
            </a:extLst>
          </p:cNvPr>
          <p:cNvGrpSpPr/>
          <p:nvPr/>
        </p:nvGrpSpPr>
        <p:grpSpPr>
          <a:xfrm>
            <a:off x="22515823" y="1879897"/>
            <a:ext cx="5587097" cy="3491839"/>
            <a:chOff x="13615302" y="1670938"/>
            <a:chExt cx="5587097" cy="3491839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BB44836F-8634-324B-C26D-6E519E69627C}"/>
                </a:ext>
              </a:extLst>
            </p:cNvPr>
            <p:cNvSpPr/>
            <p:nvPr/>
          </p:nvSpPr>
          <p:spPr>
            <a:xfrm>
              <a:off x="13615302" y="16709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AEF8CF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7E311B3-C20A-18E5-92AA-5A02DBBE7A5B}"/>
                </a:ext>
              </a:extLst>
            </p:cNvPr>
            <p:cNvSpPr txBox="1"/>
            <p:nvPr/>
          </p:nvSpPr>
          <p:spPr>
            <a:xfrm>
              <a:off x="14012710" y="2725191"/>
              <a:ext cx="4994579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Попита за информацията на оригиналното мястото, което потребителят търси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Попълни</a:t>
              </a:r>
              <a:endParaRPr lang="en-US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1D42CA5-35DD-206A-5B40-6AC338C03A92}"/>
                </a:ext>
              </a:extLst>
            </p:cNvPr>
            <p:cNvSpPr txBox="1"/>
            <p:nvPr/>
          </p:nvSpPr>
          <p:spPr>
            <a:xfrm>
              <a:off x="15394730" y="1993263"/>
              <a:ext cx="22200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Website-</a:t>
              </a:r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а ще :</a:t>
              </a:r>
              <a:endPara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pic>
        <p:nvPicPr>
          <p:cNvPr id="90" name="Picture 89">
            <a:extLst>
              <a:ext uri="{FF2B5EF4-FFF2-40B4-BE49-F238E27FC236}">
                <a16:creationId xmlns:a16="http://schemas.microsoft.com/office/drawing/2014/main" id="{63A5BFF1-EEDA-BA22-D258-B4385B9689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6638" y="1983782"/>
            <a:ext cx="775719" cy="829217"/>
          </a:xfrm>
          <a:prstGeom prst="rect">
            <a:avLst/>
          </a:prstGeom>
        </p:spPr>
      </p:pic>
      <p:grpSp>
        <p:nvGrpSpPr>
          <p:cNvPr id="239" name="Group 238">
            <a:extLst>
              <a:ext uri="{FF2B5EF4-FFF2-40B4-BE49-F238E27FC236}">
                <a16:creationId xmlns:a16="http://schemas.microsoft.com/office/drawing/2014/main" id="{5DB8C61B-21EE-793D-8659-917652129BFA}"/>
              </a:ext>
            </a:extLst>
          </p:cNvPr>
          <p:cNvGrpSpPr/>
          <p:nvPr/>
        </p:nvGrpSpPr>
        <p:grpSpPr>
          <a:xfrm>
            <a:off x="21569982" y="1879896"/>
            <a:ext cx="5587097" cy="3491839"/>
            <a:chOff x="13615302" y="1670938"/>
            <a:chExt cx="5587097" cy="3491839"/>
          </a:xfrm>
        </p:grpSpPr>
        <p:sp>
          <p:nvSpPr>
            <p:cNvPr id="240" name="Rectangle: Rounded Corners 239">
              <a:extLst>
                <a:ext uri="{FF2B5EF4-FFF2-40B4-BE49-F238E27FC236}">
                  <a16:creationId xmlns:a16="http://schemas.microsoft.com/office/drawing/2014/main" id="{F2E1171F-E132-14A8-E80E-4282B7A5C091}"/>
                </a:ext>
              </a:extLst>
            </p:cNvPr>
            <p:cNvSpPr/>
            <p:nvPr/>
          </p:nvSpPr>
          <p:spPr>
            <a:xfrm>
              <a:off x="13615302" y="16709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AEF8CF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41" name="Picture 240">
              <a:extLst>
                <a:ext uri="{FF2B5EF4-FFF2-40B4-BE49-F238E27FC236}">
                  <a16:creationId xmlns:a16="http://schemas.microsoft.com/office/drawing/2014/main" id="{BA50AEAD-3654-AF06-B054-6E2CDEC21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28608" y="1829616"/>
              <a:ext cx="812700" cy="868748"/>
            </a:xfrm>
            <a:prstGeom prst="rect">
              <a:avLst/>
            </a:prstGeom>
          </p:spPr>
        </p:pic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A73E1305-66C5-449D-19B8-21BA390B23F6}"/>
                </a:ext>
              </a:extLst>
            </p:cNvPr>
            <p:cNvSpPr txBox="1"/>
            <p:nvPr/>
          </p:nvSpPr>
          <p:spPr>
            <a:xfrm>
              <a:off x="14012710" y="2725191"/>
              <a:ext cx="4994579" cy="1999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Frontend :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Прост </a:t>
              </a: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Wizard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и информационнна страницан с карта</a:t>
              </a:r>
            </a:p>
            <a:p>
              <a:pPr>
                <a:lnSpc>
                  <a:spcPct val="115000"/>
                </a:lnSpc>
              </a:pPr>
              <a:endParaRPr lang="bg-BG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Backend: 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Връзка с </a:t>
              </a:r>
              <a:r>
                <a:rPr lang="en-US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AI</a:t>
              </a:r>
              <a:r>
                <a:rPr lang="bg-BG" sz="2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, който препоръчва град, спрямо желанията на потребителя</a:t>
              </a:r>
              <a:endParaRPr lang="en-US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84ACFAC2-9832-2E8D-3442-EED906FE4E9C}"/>
                </a:ext>
              </a:extLst>
            </p:cNvPr>
            <p:cNvSpPr txBox="1"/>
            <p:nvPr/>
          </p:nvSpPr>
          <p:spPr>
            <a:xfrm>
              <a:off x="14762710" y="2026900"/>
              <a:ext cx="33513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Как го реализирахме?</a:t>
              </a:r>
              <a:endPara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pic>
        <p:nvPicPr>
          <p:cNvPr id="244" name="Picture 243">
            <a:extLst>
              <a:ext uri="{FF2B5EF4-FFF2-40B4-BE49-F238E27FC236}">
                <a16:creationId xmlns:a16="http://schemas.microsoft.com/office/drawing/2014/main" id="{BB46CC31-987E-69DD-19FE-B67366C526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4000" y1="56548" x2="54000" y2="56548"/>
                        <a14:foregroundMark x1="30667" y1="44643" x2="59667" y2="46429"/>
                        <a14:foregroundMark x1="59667" y1="46429" x2="61667" y2="315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65068">
            <a:off x="2252056" y="-5910140"/>
            <a:ext cx="2292599" cy="1283856"/>
          </a:xfrm>
          <a:prstGeom prst="rect">
            <a:avLst/>
          </a:prstGeom>
        </p:spPr>
      </p:pic>
      <p:pic>
        <p:nvPicPr>
          <p:cNvPr id="245" name="Picture 244">
            <a:extLst>
              <a:ext uri="{FF2B5EF4-FFF2-40B4-BE49-F238E27FC236}">
                <a16:creationId xmlns:a16="http://schemas.microsoft.com/office/drawing/2014/main" id="{795FF5C9-A830-8A02-CB98-CA1C86422F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530" y="-6579515"/>
            <a:ext cx="1349803" cy="1349803"/>
          </a:xfrm>
          <a:prstGeom prst="rect">
            <a:avLst/>
          </a:pr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5226E977-8F19-C2FA-43D9-28EA8A1062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6588">
            <a:off x="10107178" y="-5253903"/>
            <a:ext cx="1591487" cy="994679"/>
          </a:xfrm>
          <a:prstGeom prst="rect">
            <a:avLst/>
          </a:prstGeom>
        </p:spPr>
      </p:pic>
      <p:pic>
        <p:nvPicPr>
          <p:cNvPr id="247" name="Picture 246">
            <a:extLst>
              <a:ext uri="{FF2B5EF4-FFF2-40B4-BE49-F238E27FC236}">
                <a16:creationId xmlns:a16="http://schemas.microsoft.com/office/drawing/2014/main" id="{7AACD3B0-45A7-AFDC-E8BA-0A01004E482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13408">
            <a:off x="10048587" y="12215921"/>
            <a:ext cx="1259401" cy="1259401"/>
          </a:xfrm>
          <a:prstGeom prst="rect">
            <a:avLst/>
          </a:prstGeom>
        </p:spPr>
      </p:pic>
      <p:pic>
        <p:nvPicPr>
          <p:cNvPr id="248" name="Picture 4" descr="Ollama Logo PNG HD Download With Transparent Background | PNGHDPro">
            <a:extLst>
              <a:ext uri="{FF2B5EF4-FFF2-40B4-BE49-F238E27FC236}">
                <a16:creationId xmlns:a16="http://schemas.microsoft.com/office/drawing/2014/main" id="{901858D5-02E2-5640-489A-2DC2904EE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2442">
            <a:off x="2429745" y="10485944"/>
            <a:ext cx="3276470" cy="327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Picture 248">
            <a:extLst>
              <a:ext uri="{FF2B5EF4-FFF2-40B4-BE49-F238E27FC236}">
                <a16:creationId xmlns:a16="http://schemas.microsoft.com/office/drawing/2014/main" id="{920084B2-C7D1-875A-B4F5-A1C176B4EA8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409" y="4956669"/>
            <a:ext cx="4024472" cy="1871494"/>
          </a:xfrm>
          <a:prstGeom prst="rect">
            <a:avLst/>
          </a:prstGeom>
        </p:spPr>
      </p:pic>
      <p:grpSp>
        <p:nvGrpSpPr>
          <p:cNvPr id="490" name="Group 489">
            <a:extLst>
              <a:ext uri="{FF2B5EF4-FFF2-40B4-BE49-F238E27FC236}">
                <a16:creationId xmlns:a16="http://schemas.microsoft.com/office/drawing/2014/main" id="{50F777E9-A667-6229-1ACC-F69B7951487E}"/>
              </a:ext>
            </a:extLst>
          </p:cNvPr>
          <p:cNvGrpSpPr/>
          <p:nvPr/>
        </p:nvGrpSpPr>
        <p:grpSpPr>
          <a:xfrm>
            <a:off x="-2994710" y="5116416"/>
            <a:ext cx="2389328" cy="1551999"/>
            <a:chOff x="643911" y="1528411"/>
            <a:chExt cx="3220959" cy="2629664"/>
          </a:xfrm>
        </p:grpSpPr>
        <p:grpSp>
          <p:nvGrpSpPr>
            <p:cNvPr id="491" name="Google Shape;1470;p45">
              <a:extLst>
                <a:ext uri="{FF2B5EF4-FFF2-40B4-BE49-F238E27FC236}">
                  <a16:creationId xmlns:a16="http://schemas.microsoft.com/office/drawing/2014/main" id="{F80CFF55-944D-8851-53E7-C9FA6AC0878D}"/>
                </a:ext>
              </a:extLst>
            </p:cNvPr>
            <p:cNvGrpSpPr/>
            <p:nvPr/>
          </p:nvGrpSpPr>
          <p:grpSpPr>
            <a:xfrm>
              <a:off x="1190633" y="1528411"/>
              <a:ext cx="971633" cy="682171"/>
              <a:chOff x="-5157941" y="2849728"/>
              <a:chExt cx="1453235" cy="1020297"/>
            </a:xfrm>
          </p:grpSpPr>
          <p:sp>
            <p:nvSpPr>
              <p:cNvPr id="529" name="Google Shape;1471;p45">
                <a:extLst>
                  <a:ext uri="{FF2B5EF4-FFF2-40B4-BE49-F238E27FC236}">
                    <a16:creationId xmlns:a16="http://schemas.microsoft.com/office/drawing/2014/main" id="{31BEEB59-DB34-2B7D-CDEA-A912AF792EC3}"/>
                  </a:ext>
                </a:extLst>
              </p:cNvPr>
              <p:cNvSpPr/>
              <p:nvPr/>
            </p:nvSpPr>
            <p:spPr>
              <a:xfrm>
                <a:off x="-3989013" y="3586677"/>
                <a:ext cx="1047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3350" extrusionOk="0">
                    <a:moveTo>
                      <a:pt x="108204" y="54102"/>
                    </a:moveTo>
                    <a:lnTo>
                      <a:pt x="108204" y="88773"/>
                    </a:lnTo>
                    <a:cubicBezTo>
                      <a:pt x="108204" y="105728"/>
                      <a:pt x="100393" y="120777"/>
                      <a:pt x="88202" y="130683"/>
                    </a:cubicBezTo>
                    <a:cubicBezTo>
                      <a:pt x="78867" y="138303"/>
                      <a:pt x="66961" y="142780"/>
                      <a:pt x="54102" y="142780"/>
                    </a:cubicBezTo>
                    <a:cubicBezTo>
                      <a:pt x="41243" y="142780"/>
                      <a:pt x="29337" y="138208"/>
                      <a:pt x="20002" y="130683"/>
                    </a:cubicBezTo>
                    <a:cubicBezTo>
                      <a:pt x="7906" y="120777"/>
                      <a:pt x="0" y="105632"/>
                      <a:pt x="0" y="88773"/>
                    </a:cubicBezTo>
                    <a:lnTo>
                      <a:pt x="0" y="54102"/>
                    </a:lnTo>
                    <a:cubicBezTo>
                      <a:pt x="0" y="37147"/>
                      <a:pt x="7811" y="22098"/>
                      <a:pt x="20002" y="12097"/>
                    </a:cubicBezTo>
                    <a:cubicBezTo>
                      <a:pt x="29337" y="4477"/>
                      <a:pt x="41243" y="0"/>
                      <a:pt x="54102" y="0"/>
                    </a:cubicBezTo>
                    <a:cubicBezTo>
                      <a:pt x="66961" y="0"/>
                      <a:pt x="78486" y="4286"/>
                      <a:pt x="88202" y="12192"/>
                    </a:cubicBezTo>
                    <a:cubicBezTo>
                      <a:pt x="89535" y="13335"/>
                      <a:pt x="91059" y="14573"/>
                      <a:pt x="92297" y="15907"/>
                    </a:cubicBezTo>
                    <a:cubicBezTo>
                      <a:pt x="102489" y="26098"/>
                      <a:pt x="108204" y="39719"/>
                      <a:pt x="108204" y="54102"/>
                    </a:cubicBezTo>
                    <a:close/>
                    <a:moveTo>
                      <a:pt x="86296" y="88773"/>
                    </a:moveTo>
                    <a:lnTo>
                      <a:pt x="86296" y="54102"/>
                    </a:lnTo>
                    <a:cubicBezTo>
                      <a:pt x="86296" y="45529"/>
                      <a:pt x="82963" y="37433"/>
                      <a:pt x="76867" y="31337"/>
                    </a:cubicBezTo>
                    <a:cubicBezTo>
                      <a:pt x="73438" y="27908"/>
                      <a:pt x="69437" y="25432"/>
                      <a:pt x="65056" y="23813"/>
                    </a:cubicBezTo>
                    <a:lnTo>
                      <a:pt x="65056" y="11430"/>
                    </a:lnTo>
                    <a:cubicBezTo>
                      <a:pt x="65056" y="6382"/>
                      <a:pt x="60198" y="2477"/>
                      <a:pt x="54102" y="2477"/>
                    </a:cubicBezTo>
                    <a:cubicBezTo>
                      <a:pt x="48006" y="2477"/>
                      <a:pt x="43149" y="6477"/>
                      <a:pt x="43149" y="11430"/>
                    </a:cubicBezTo>
                    <a:lnTo>
                      <a:pt x="43149" y="23813"/>
                    </a:lnTo>
                    <a:cubicBezTo>
                      <a:pt x="30766" y="28289"/>
                      <a:pt x="21907" y="40196"/>
                      <a:pt x="21907" y="54102"/>
                    </a:cubicBezTo>
                    <a:lnTo>
                      <a:pt x="21907" y="88773"/>
                    </a:lnTo>
                    <a:cubicBezTo>
                      <a:pt x="21907" y="106489"/>
                      <a:pt x="36290" y="120968"/>
                      <a:pt x="54007" y="120968"/>
                    </a:cubicBezTo>
                    <a:cubicBezTo>
                      <a:pt x="71724" y="120968"/>
                      <a:pt x="86106" y="106489"/>
                      <a:pt x="86106" y="887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1472;p45">
                <a:extLst>
                  <a:ext uri="{FF2B5EF4-FFF2-40B4-BE49-F238E27FC236}">
                    <a16:creationId xmlns:a16="http://schemas.microsoft.com/office/drawing/2014/main" id="{EAEEC685-DE34-AB58-AEA3-E4618740AF1D}"/>
                  </a:ext>
                </a:extLst>
              </p:cNvPr>
              <p:cNvSpPr/>
              <p:nvPr/>
            </p:nvSpPr>
            <p:spPr>
              <a:xfrm>
                <a:off x="-3945864" y="3589248"/>
                <a:ext cx="190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76200" extrusionOk="0">
                    <a:moveTo>
                      <a:pt x="21907" y="21336"/>
                    </a:moveTo>
                    <a:lnTo>
                      <a:pt x="21907" y="73819"/>
                    </a:lnTo>
                    <a:cubicBezTo>
                      <a:pt x="21907" y="78772"/>
                      <a:pt x="17050" y="82677"/>
                      <a:pt x="10953" y="82677"/>
                    </a:cubicBezTo>
                    <a:cubicBezTo>
                      <a:pt x="4857" y="82677"/>
                      <a:pt x="0" y="78677"/>
                      <a:pt x="0" y="73819"/>
                    </a:cubicBezTo>
                    <a:lnTo>
                      <a:pt x="0" y="8954"/>
                    </a:lnTo>
                    <a:cubicBezTo>
                      <a:pt x="0" y="3905"/>
                      <a:pt x="4857" y="0"/>
                      <a:pt x="10953" y="0"/>
                    </a:cubicBezTo>
                    <a:cubicBezTo>
                      <a:pt x="17050" y="0"/>
                      <a:pt x="21907" y="4001"/>
                      <a:pt x="21907" y="8954"/>
                    </a:cubicBezTo>
                    <a:lnTo>
                      <a:pt x="21907" y="213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1473;p45">
                <a:extLst>
                  <a:ext uri="{FF2B5EF4-FFF2-40B4-BE49-F238E27FC236}">
                    <a16:creationId xmlns:a16="http://schemas.microsoft.com/office/drawing/2014/main" id="{47D5900E-9375-3F51-8873-57F9FE9D6B18}"/>
                  </a:ext>
                </a:extLst>
              </p:cNvPr>
              <p:cNvSpPr/>
              <p:nvPr/>
            </p:nvSpPr>
            <p:spPr>
              <a:xfrm>
                <a:off x="-4977327" y="3585438"/>
                <a:ext cx="1047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3350" extrusionOk="0">
                    <a:moveTo>
                      <a:pt x="108204" y="54102"/>
                    </a:moveTo>
                    <a:lnTo>
                      <a:pt x="108204" y="88773"/>
                    </a:lnTo>
                    <a:cubicBezTo>
                      <a:pt x="108204" y="105728"/>
                      <a:pt x="100394" y="120777"/>
                      <a:pt x="88202" y="130683"/>
                    </a:cubicBezTo>
                    <a:cubicBezTo>
                      <a:pt x="78867" y="138303"/>
                      <a:pt x="66961" y="142780"/>
                      <a:pt x="54102" y="142780"/>
                    </a:cubicBezTo>
                    <a:cubicBezTo>
                      <a:pt x="41243" y="142780"/>
                      <a:pt x="29337" y="138208"/>
                      <a:pt x="20003" y="130683"/>
                    </a:cubicBezTo>
                    <a:cubicBezTo>
                      <a:pt x="7906" y="120777"/>
                      <a:pt x="0" y="105632"/>
                      <a:pt x="0" y="88773"/>
                    </a:cubicBezTo>
                    <a:lnTo>
                      <a:pt x="0" y="54102"/>
                    </a:lnTo>
                    <a:cubicBezTo>
                      <a:pt x="0" y="37147"/>
                      <a:pt x="7811" y="22098"/>
                      <a:pt x="20003" y="12097"/>
                    </a:cubicBezTo>
                    <a:cubicBezTo>
                      <a:pt x="29337" y="4477"/>
                      <a:pt x="41243" y="0"/>
                      <a:pt x="54102" y="0"/>
                    </a:cubicBezTo>
                    <a:cubicBezTo>
                      <a:pt x="66961" y="0"/>
                      <a:pt x="78486" y="4286"/>
                      <a:pt x="88202" y="12192"/>
                    </a:cubicBezTo>
                    <a:cubicBezTo>
                      <a:pt x="89535" y="13335"/>
                      <a:pt x="91059" y="14573"/>
                      <a:pt x="92297" y="15907"/>
                    </a:cubicBezTo>
                    <a:cubicBezTo>
                      <a:pt x="102489" y="26098"/>
                      <a:pt x="108204" y="39719"/>
                      <a:pt x="108204" y="54102"/>
                    </a:cubicBezTo>
                    <a:close/>
                    <a:moveTo>
                      <a:pt x="86296" y="88773"/>
                    </a:moveTo>
                    <a:lnTo>
                      <a:pt x="86296" y="54102"/>
                    </a:lnTo>
                    <a:cubicBezTo>
                      <a:pt x="86296" y="45529"/>
                      <a:pt x="82963" y="37433"/>
                      <a:pt x="76867" y="31337"/>
                    </a:cubicBezTo>
                    <a:cubicBezTo>
                      <a:pt x="73438" y="27908"/>
                      <a:pt x="69438" y="25337"/>
                      <a:pt x="65056" y="23813"/>
                    </a:cubicBezTo>
                    <a:lnTo>
                      <a:pt x="65056" y="11335"/>
                    </a:lnTo>
                    <a:cubicBezTo>
                      <a:pt x="65056" y="6382"/>
                      <a:pt x="60198" y="2477"/>
                      <a:pt x="54102" y="2477"/>
                    </a:cubicBezTo>
                    <a:cubicBezTo>
                      <a:pt x="48006" y="2477"/>
                      <a:pt x="43149" y="6477"/>
                      <a:pt x="43149" y="11335"/>
                    </a:cubicBezTo>
                    <a:lnTo>
                      <a:pt x="43149" y="23813"/>
                    </a:lnTo>
                    <a:cubicBezTo>
                      <a:pt x="30766" y="28289"/>
                      <a:pt x="21907" y="40196"/>
                      <a:pt x="21907" y="54102"/>
                    </a:cubicBezTo>
                    <a:lnTo>
                      <a:pt x="21907" y="88773"/>
                    </a:lnTo>
                    <a:cubicBezTo>
                      <a:pt x="21907" y="106489"/>
                      <a:pt x="36290" y="120968"/>
                      <a:pt x="54007" y="120968"/>
                    </a:cubicBezTo>
                    <a:cubicBezTo>
                      <a:pt x="71724" y="120968"/>
                      <a:pt x="86106" y="106489"/>
                      <a:pt x="86106" y="887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1474;p45">
                <a:extLst>
                  <a:ext uri="{FF2B5EF4-FFF2-40B4-BE49-F238E27FC236}">
                    <a16:creationId xmlns:a16="http://schemas.microsoft.com/office/drawing/2014/main" id="{EDB93FD8-59AD-3483-0236-F9CC246F6742}"/>
                  </a:ext>
                </a:extLst>
              </p:cNvPr>
              <p:cNvSpPr/>
              <p:nvPr/>
            </p:nvSpPr>
            <p:spPr>
              <a:xfrm>
                <a:off x="-4934179" y="3588010"/>
                <a:ext cx="190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76200" extrusionOk="0">
                    <a:moveTo>
                      <a:pt x="21907" y="21241"/>
                    </a:moveTo>
                    <a:lnTo>
                      <a:pt x="21907" y="73724"/>
                    </a:lnTo>
                    <a:cubicBezTo>
                      <a:pt x="21907" y="78677"/>
                      <a:pt x="17050" y="82582"/>
                      <a:pt x="10953" y="82582"/>
                    </a:cubicBezTo>
                    <a:cubicBezTo>
                      <a:pt x="4858" y="82582"/>
                      <a:pt x="0" y="78581"/>
                      <a:pt x="0" y="73724"/>
                    </a:cubicBezTo>
                    <a:lnTo>
                      <a:pt x="0" y="8858"/>
                    </a:lnTo>
                    <a:cubicBezTo>
                      <a:pt x="0" y="3905"/>
                      <a:pt x="4858" y="0"/>
                      <a:pt x="10953" y="0"/>
                    </a:cubicBezTo>
                    <a:cubicBezTo>
                      <a:pt x="17050" y="0"/>
                      <a:pt x="21907" y="4001"/>
                      <a:pt x="21907" y="8858"/>
                    </a:cubicBezTo>
                    <a:lnTo>
                      <a:pt x="21907" y="213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1475;p45">
                <a:extLst>
                  <a:ext uri="{FF2B5EF4-FFF2-40B4-BE49-F238E27FC236}">
                    <a16:creationId xmlns:a16="http://schemas.microsoft.com/office/drawing/2014/main" id="{68CAB989-D0BA-82C2-4011-F3775DBBEB6D}"/>
                  </a:ext>
                </a:extLst>
              </p:cNvPr>
              <p:cNvSpPr/>
              <p:nvPr/>
            </p:nvSpPr>
            <p:spPr>
              <a:xfrm>
                <a:off x="-5152506" y="3246729"/>
                <a:ext cx="14478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47800" h="142875" extrusionOk="0">
                    <a:moveTo>
                      <a:pt x="2110" y="120777"/>
                    </a:moveTo>
                    <a:cubicBezTo>
                      <a:pt x="-1129" y="111157"/>
                      <a:pt x="-843" y="100203"/>
                      <a:pt x="4396" y="90011"/>
                    </a:cubicBezTo>
                    <a:lnTo>
                      <a:pt x="38781" y="21907"/>
                    </a:lnTo>
                    <a:cubicBezTo>
                      <a:pt x="45544" y="8477"/>
                      <a:pt x="59545" y="0"/>
                      <a:pt x="74595" y="0"/>
                    </a:cubicBezTo>
                    <a:lnTo>
                      <a:pt x="1373615" y="0"/>
                    </a:lnTo>
                    <a:cubicBezTo>
                      <a:pt x="1388664" y="0"/>
                      <a:pt x="1402476" y="8477"/>
                      <a:pt x="1409333" y="21907"/>
                    </a:cubicBezTo>
                    <a:lnTo>
                      <a:pt x="1443814" y="90011"/>
                    </a:lnTo>
                    <a:cubicBezTo>
                      <a:pt x="1448957" y="100203"/>
                      <a:pt x="1449338" y="111157"/>
                      <a:pt x="1446100" y="120682"/>
                    </a:cubicBezTo>
                    <a:cubicBezTo>
                      <a:pt x="1440956" y="136207"/>
                      <a:pt x="1426478" y="148209"/>
                      <a:pt x="1408000" y="148209"/>
                    </a:cubicBezTo>
                    <a:lnTo>
                      <a:pt x="40305" y="148209"/>
                    </a:lnTo>
                    <a:cubicBezTo>
                      <a:pt x="21827" y="148209"/>
                      <a:pt x="7444" y="136207"/>
                      <a:pt x="2301" y="1207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1476;p45">
                <a:extLst>
                  <a:ext uri="{FF2B5EF4-FFF2-40B4-BE49-F238E27FC236}">
                    <a16:creationId xmlns:a16="http://schemas.microsoft.com/office/drawing/2014/main" id="{7078F60A-53B2-74B1-8570-8F69AA99F002}"/>
                  </a:ext>
                </a:extLst>
              </p:cNvPr>
              <p:cNvSpPr/>
              <p:nvPr/>
            </p:nvSpPr>
            <p:spPr>
              <a:xfrm>
                <a:off x="-3900811" y="3513810"/>
                <a:ext cx="190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342900" extrusionOk="0">
                    <a:moveTo>
                      <a:pt x="194310" y="0"/>
                    </a:moveTo>
                    <a:lnTo>
                      <a:pt x="194310" y="267748"/>
                    </a:lnTo>
                    <a:cubicBezTo>
                      <a:pt x="194310" y="312991"/>
                      <a:pt x="157639" y="349758"/>
                      <a:pt x="112395" y="349758"/>
                    </a:cubicBezTo>
                    <a:lnTo>
                      <a:pt x="0" y="349758"/>
                    </a:lnTo>
                    <a:lnTo>
                      <a:pt x="0" y="203549"/>
                    </a:lnTo>
                    <a:cubicBezTo>
                      <a:pt x="12097" y="193643"/>
                      <a:pt x="20002" y="178498"/>
                      <a:pt x="20002" y="161639"/>
                    </a:cubicBezTo>
                    <a:lnTo>
                      <a:pt x="20002" y="126968"/>
                    </a:lnTo>
                    <a:cubicBezTo>
                      <a:pt x="20002" y="112586"/>
                      <a:pt x="14383" y="98965"/>
                      <a:pt x="4096" y="88773"/>
                    </a:cubicBezTo>
                    <a:cubicBezTo>
                      <a:pt x="2762" y="87439"/>
                      <a:pt x="1334" y="86201"/>
                      <a:pt x="0" y="85058"/>
                    </a:cubicBezTo>
                    <a:lnTo>
                      <a:pt x="0" y="27622"/>
                    </a:lnTo>
                    <a:lnTo>
                      <a:pt x="156210" y="27622"/>
                    </a:lnTo>
                    <a:cubicBezTo>
                      <a:pt x="174784" y="27622"/>
                      <a:pt x="189166" y="15526"/>
                      <a:pt x="1943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1477;p45">
                <a:extLst>
                  <a:ext uri="{FF2B5EF4-FFF2-40B4-BE49-F238E27FC236}">
                    <a16:creationId xmlns:a16="http://schemas.microsoft.com/office/drawing/2014/main" id="{2DDF37D2-2490-15BB-CA11-99145B108F1A}"/>
                  </a:ext>
                </a:extLst>
              </p:cNvPr>
              <p:cNvSpPr/>
              <p:nvPr/>
            </p:nvSpPr>
            <p:spPr>
              <a:xfrm>
                <a:off x="-3900811" y="3441421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 extrusionOk="0">
                    <a:moveTo>
                      <a:pt x="194310" y="47244"/>
                    </a:moveTo>
                    <a:lnTo>
                      <a:pt x="194310" y="72390"/>
                    </a:lnTo>
                    <a:cubicBezTo>
                      <a:pt x="189166" y="87916"/>
                      <a:pt x="174688" y="100013"/>
                      <a:pt x="156210" y="100013"/>
                    </a:cubicBezTo>
                    <a:lnTo>
                      <a:pt x="0" y="100013"/>
                    </a:lnTo>
                    <a:lnTo>
                      <a:pt x="0" y="27622"/>
                    </a:lnTo>
                    <a:lnTo>
                      <a:pt x="156210" y="27622"/>
                    </a:lnTo>
                    <a:cubicBezTo>
                      <a:pt x="174784" y="27622"/>
                      <a:pt x="189166" y="15526"/>
                      <a:pt x="194310" y="0"/>
                    </a:cubicBezTo>
                    <a:lnTo>
                      <a:pt x="194310" y="471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1478;p45">
                <a:extLst>
                  <a:ext uri="{FF2B5EF4-FFF2-40B4-BE49-F238E27FC236}">
                    <a16:creationId xmlns:a16="http://schemas.microsoft.com/office/drawing/2014/main" id="{F49E22D5-A2B1-A3B9-02D7-4A87C31D6036}"/>
                  </a:ext>
                </a:extLst>
              </p:cNvPr>
              <p:cNvSpPr/>
              <p:nvPr/>
            </p:nvSpPr>
            <p:spPr>
              <a:xfrm>
                <a:off x="-3900811" y="3367410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 extrusionOk="0">
                    <a:moveTo>
                      <a:pt x="194310" y="48863"/>
                    </a:moveTo>
                    <a:lnTo>
                      <a:pt x="194310" y="74009"/>
                    </a:lnTo>
                    <a:cubicBezTo>
                      <a:pt x="189166" y="89535"/>
                      <a:pt x="174688" y="101632"/>
                      <a:pt x="156210" y="101632"/>
                    </a:cubicBezTo>
                    <a:lnTo>
                      <a:pt x="0" y="101632"/>
                    </a:lnTo>
                    <a:lnTo>
                      <a:pt x="0" y="27527"/>
                    </a:lnTo>
                    <a:lnTo>
                      <a:pt x="156210" y="27527"/>
                    </a:lnTo>
                    <a:cubicBezTo>
                      <a:pt x="174688" y="27527"/>
                      <a:pt x="189166" y="15526"/>
                      <a:pt x="194310" y="0"/>
                    </a:cubicBezTo>
                    <a:lnTo>
                      <a:pt x="194310" y="4886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1479;p45">
                <a:extLst>
                  <a:ext uri="{FF2B5EF4-FFF2-40B4-BE49-F238E27FC236}">
                    <a16:creationId xmlns:a16="http://schemas.microsoft.com/office/drawing/2014/main" id="{BB2F9753-C41D-237D-8F58-71D24EE83A73}"/>
                  </a:ext>
                </a:extLst>
              </p:cNvPr>
              <p:cNvSpPr/>
              <p:nvPr/>
            </p:nvSpPr>
            <p:spPr>
              <a:xfrm>
                <a:off x="-3968915" y="379317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68104" y="0"/>
                    </a:moveTo>
                    <a:lnTo>
                      <a:pt x="68104" y="70295"/>
                    </a:lnTo>
                    <a:lnTo>
                      <a:pt x="0" y="70295"/>
                    </a:lnTo>
                    <a:lnTo>
                      <a:pt x="0" y="0"/>
                    </a:lnTo>
                    <a:cubicBezTo>
                      <a:pt x="0" y="0"/>
                      <a:pt x="6763" y="36195"/>
                      <a:pt x="34100" y="36195"/>
                    </a:cubicBezTo>
                    <a:cubicBezTo>
                      <a:pt x="61436" y="36195"/>
                      <a:pt x="68199" y="0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1480;p45">
                <a:extLst>
                  <a:ext uri="{FF2B5EF4-FFF2-40B4-BE49-F238E27FC236}">
                    <a16:creationId xmlns:a16="http://schemas.microsoft.com/office/drawing/2014/main" id="{D3774284-FB88-5348-3A1A-7D9201222395}"/>
                  </a:ext>
                </a:extLst>
              </p:cNvPr>
              <p:cNvSpPr/>
              <p:nvPr/>
            </p:nvSpPr>
            <p:spPr>
              <a:xfrm>
                <a:off x="-3969011" y="3717360"/>
                <a:ext cx="666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4775" extrusionOk="0">
                    <a:moveTo>
                      <a:pt x="68199" y="0"/>
                    </a:moveTo>
                    <a:lnTo>
                      <a:pt x="68199" y="75819"/>
                    </a:lnTo>
                    <a:cubicBezTo>
                      <a:pt x="68199" y="75819"/>
                      <a:pt x="61532" y="112014"/>
                      <a:pt x="34100" y="112014"/>
                    </a:cubicBezTo>
                    <a:cubicBezTo>
                      <a:pt x="6668" y="112014"/>
                      <a:pt x="0" y="75819"/>
                      <a:pt x="0" y="75819"/>
                    </a:cubicBezTo>
                    <a:lnTo>
                      <a:pt x="0" y="0"/>
                    </a:lnTo>
                    <a:cubicBezTo>
                      <a:pt x="9335" y="7620"/>
                      <a:pt x="21241" y="12097"/>
                      <a:pt x="34100" y="12097"/>
                    </a:cubicBezTo>
                    <a:cubicBezTo>
                      <a:pt x="46959" y="12097"/>
                      <a:pt x="58865" y="7525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1481;p45">
                <a:extLst>
                  <a:ext uri="{FF2B5EF4-FFF2-40B4-BE49-F238E27FC236}">
                    <a16:creationId xmlns:a16="http://schemas.microsoft.com/office/drawing/2014/main" id="{9FF36C01-8DCD-1174-8680-4C28F28E691B}"/>
                  </a:ext>
                </a:extLst>
              </p:cNvPr>
              <p:cNvSpPr/>
              <p:nvPr/>
            </p:nvSpPr>
            <p:spPr>
              <a:xfrm>
                <a:off x="-3969011" y="3541432"/>
                <a:ext cx="666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57150" extrusionOk="0">
                    <a:moveTo>
                      <a:pt x="68199" y="0"/>
                    </a:moveTo>
                    <a:lnTo>
                      <a:pt x="68199" y="57436"/>
                    </a:lnTo>
                    <a:cubicBezTo>
                      <a:pt x="58484" y="49530"/>
                      <a:pt x="46673" y="45244"/>
                      <a:pt x="34100" y="45244"/>
                    </a:cubicBezTo>
                    <a:cubicBezTo>
                      <a:pt x="21527" y="45244"/>
                      <a:pt x="9335" y="49816"/>
                      <a:pt x="0" y="57340"/>
                    </a:cubicBezTo>
                    <a:lnTo>
                      <a:pt x="0" y="0"/>
                    </a:lnTo>
                    <a:lnTo>
                      <a:pt x="681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1482;p45">
                <a:extLst>
                  <a:ext uri="{FF2B5EF4-FFF2-40B4-BE49-F238E27FC236}">
                    <a16:creationId xmlns:a16="http://schemas.microsoft.com/office/drawing/2014/main" id="{B085C5F4-CB4B-40BF-37F0-367BB84C89F7}"/>
                  </a:ext>
                </a:extLst>
              </p:cNvPr>
              <p:cNvSpPr/>
              <p:nvPr/>
            </p:nvSpPr>
            <p:spPr>
              <a:xfrm>
                <a:off x="-3968915" y="346904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2390"/>
                    </a:lnTo>
                    <a:lnTo>
                      <a:pt x="0" y="7239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1483;p45">
                <a:extLst>
                  <a:ext uri="{FF2B5EF4-FFF2-40B4-BE49-F238E27FC236}">
                    <a16:creationId xmlns:a16="http://schemas.microsoft.com/office/drawing/2014/main" id="{F556F43F-86D0-FE16-060E-165A92C193F3}"/>
                  </a:ext>
                </a:extLst>
              </p:cNvPr>
              <p:cNvSpPr/>
              <p:nvPr/>
            </p:nvSpPr>
            <p:spPr>
              <a:xfrm>
                <a:off x="-3968915" y="3397987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1056"/>
                    </a:lnTo>
                    <a:lnTo>
                      <a:pt x="0" y="710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1484;p45">
                <a:extLst>
                  <a:ext uri="{FF2B5EF4-FFF2-40B4-BE49-F238E27FC236}">
                    <a16:creationId xmlns:a16="http://schemas.microsoft.com/office/drawing/2014/main" id="{BAA88575-66C3-AE9C-9636-12EE775DB566}"/>
                  </a:ext>
                </a:extLst>
              </p:cNvPr>
              <p:cNvSpPr/>
              <p:nvPr/>
            </p:nvSpPr>
            <p:spPr>
              <a:xfrm>
                <a:off x="-4889125" y="3394938"/>
                <a:ext cx="9810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81075" h="66675" extrusionOk="0">
                    <a:moveTo>
                      <a:pt x="988314" y="0"/>
                    </a:moveTo>
                    <a:lnTo>
                      <a:pt x="988314" y="3048"/>
                    </a:lnTo>
                    <a:lnTo>
                      <a:pt x="920210" y="3048"/>
                    </a:lnTo>
                    <a:lnTo>
                      <a:pt x="920210" y="74104"/>
                    </a:lnTo>
                    <a:lnTo>
                      <a:pt x="0" y="74104"/>
                    </a:lnTo>
                    <a:lnTo>
                      <a:pt x="0" y="1810"/>
                    </a:lnTo>
                    <a:lnTo>
                      <a:pt x="0" y="0"/>
                    </a:lnTo>
                    <a:lnTo>
                      <a:pt x="9883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1485;p45">
                <a:extLst>
                  <a:ext uri="{FF2B5EF4-FFF2-40B4-BE49-F238E27FC236}">
                    <a16:creationId xmlns:a16="http://schemas.microsoft.com/office/drawing/2014/main" id="{48212503-1B8B-CE30-ED2F-4509BA3629A3}"/>
                  </a:ext>
                </a:extLst>
              </p:cNvPr>
              <p:cNvSpPr/>
              <p:nvPr/>
            </p:nvSpPr>
            <p:spPr>
              <a:xfrm>
                <a:off x="-3966915" y="3610488"/>
                <a:ext cx="571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0" extrusionOk="0">
                    <a:moveTo>
                      <a:pt x="64198" y="30289"/>
                    </a:moveTo>
                    <a:lnTo>
                      <a:pt x="64198" y="64961"/>
                    </a:lnTo>
                    <a:cubicBezTo>
                      <a:pt x="64198" y="82677"/>
                      <a:pt x="49816" y="97155"/>
                      <a:pt x="32099" y="97155"/>
                    </a:cubicBezTo>
                    <a:cubicBezTo>
                      <a:pt x="14383" y="97155"/>
                      <a:pt x="0" y="82677"/>
                      <a:pt x="0" y="64961"/>
                    </a:cubicBezTo>
                    <a:lnTo>
                      <a:pt x="0" y="30289"/>
                    </a:lnTo>
                    <a:cubicBezTo>
                      <a:pt x="0" y="16383"/>
                      <a:pt x="8858" y="4477"/>
                      <a:pt x="21241" y="0"/>
                    </a:cubicBezTo>
                    <a:lnTo>
                      <a:pt x="21241" y="52483"/>
                    </a:lnTo>
                    <a:cubicBezTo>
                      <a:pt x="21241" y="57436"/>
                      <a:pt x="26098" y="61341"/>
                      <a:pt x="32195" y="61341"/>
                    </a:cubicBezTo>
                    <a:cubicBezTo>
                      <a:pt x="38291" y="61341"/>
                      <a:pt x="43148" y="57340"/>
                      <a:pt x="43148" y="52483"/>
                    </a:cubicBezTo>
                    <a:lnTo>
                      <a:pt x="43148" y="0"/>
                    </a:lnTo>
                    <a:cubicBezTo>
                      <a:pt x="47530" y="1619"/>
                      <a:pt x="51530" y="4096"/>
                      <a:pt x="54959" y="7525"/>
                    </a:cubicBezTo>
                    <a:cubicBezTo>
                      <a:pt x="61055" y="13621"/>
                      <a:pt x="64389" y="21717"/>
                      <a:pt x="64389" y="302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1486;p45">
                <a:extLst>
                  <a:ext uri="{FF2B5EF4-FFF2-40B4-BE49-F238E27FC236}">
                    <a16:creationId xmlns:a16="http://schemas.microsoft.com/office/drawing/2014/main" id="{8A0B1D8F-8103-8649-5520-ABCD6BBB889F}"/>
                  </a:ext>
                </a:extLst>
              </p:cNvPr>
              <p:cNvSpPr/>
              <p:nvPr/>
            </p:nvSpPr>
            <p:spPr>
              <a:xfrm>
                <a:off x="-4889125" y="3541338"/>
                <a:ext cx="91440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314325" extrusionOk="0">
                    <a:moveTo>
                      <a:pt x="920210" y="251841"/>
                    </a:moveTo>
                    <a:lnTo>
                      <a:pt x="920210" y="322136"/>
                    </a:lnTo>
                    <a:lnTo>
                      <a:pt x="0" y="322136"/>
                    </a:lnTo>
                    <a:lnTo>
                      <a:pt x="0" y="174688"/>
                    </a:lnTo>
                    <a:cubicBezTo>
                      <a:pt x="12097" y="164783"/>
                      <a:pt x="20002" y="149638"/>
                      <a:pt x="20002" y="132779"/>
                    </a:cubicBezTo>
                    <a:lnTo>
                      <a:pt x="20002" y="98108"/>
                    </a:lnTo>
                    <a:cubicBezTo>
                      <a:pt x="20002" y="83725"/>
                      <a:pt x="14383" y="70104"/>
                      <a:pt x="4096" y="59912"/>
                    </a:cubicBezTo>
                    <a:cubicBezTo>
                      <a:pt x="2762" y="58579"/>
                      <a:pt x="1334" y="57341"/>
                      <a:pt x="0" y="56197"/>
                    </a:cubicBezTo>
                    <a:lnTo>
                      <a:pt x="0" y="0"/>
                    </a:lnTo>
                    <a:lnTo>
                      <a:pt x="369189" y="0"/>
                    </a:lnTo>
                    <a:lnTo>
                      <a:pt x="369189" y="100203"/>
                    </a:lnTo>
                    <a:lnTo>
                      <a:pt x="552164" y="100203"/>
                    </a:lnTo>
                    <a:lnTo>
                      <a:pt x="552164" y="0"/>
                    </a:lnTo>
                    <a:lnTo>
                      <a:pt x="920115" y="0"/>
                    </a:lnTo>
                    <a:lnTo>
                      <a:pt x="920115" y="57341"/>
                    </a:lnTo>
                    <a:cubicBezTo>
                      <a:pt x="908018" y="67342"/>
                      <a:pt x="900113" y="82391"/>
                      <a:pt x="900113" y="99346"/>
                    </a:cubicBezTo>
                    <a:lnTo>
                      <a:pt x="900113" y="134017"/>
                    </a:lnTo>
                    <a:cubicBezTo>
                      <a:pt x="900113" y="150971"/>
                      <a:pt x="907923" y="166021"/>
                      <a:pt x="920115" y="175927"/>
                    </a:cubicBezTo>
                    <a:lnTo>
                      <a:pt x="920115" y="251746"/>
                    </a:lnTo>
                    <a:close/>
                    <a:moveTo>
                      <a:pt x="722376" y="180499"/>
                    </a:moveTo>
                    <a:cubicBezTo>
                      <a:pt x="722376" y="144304"/>
                      <a:pt x="691896" y="132874"/>
                      <a:pt x="670846" y="129540"/>
                    </a:cubicBezTo>
                    <a:cubicBezTo>
                      <a:pt x="660559" y="127730"/>
                      <a:pt x="651224" y="135636"/>
                      <a:pt x="651224" y="146018"/>
                    </a:cubicBezTo>
                    <a:lnTo>
                      <a:pt x="651224" y="153353"/>
                    </a:lnTo>
                    <a:cubicBezTo>
                      <a:pt x="651224" y="153353"/>
                      <a:pt x="546449" y="186309"/>
                      <a:pt x="440817" y="186309"/>
                    </a:cubicBezTo>
                    <a:cubicBezTo>
                      <a:pt x="335185" y="186309"/>
                      <a:pt x="270415" y="153353"/>
                      <a:pt x="270415" y="153353"/>
                    </a:cubicBezTo>
                    <a:lnTo>
                      <a:pt x="270415" y="146018"/>
                    </a:lnTo>
                    <a:cubicBezTo>
                      <a:pt x="270415" y="135636"/>
                      <a:pt x="261271" y="127921"/>
                      <a:pt x="251079" y="129445"/>
                    </a:cubicBezTo>
                    <a:cubicBezTo>
                      <a:pt x="229934" y="132397"/>
                      <a:pt x="199168" y="143161"/>
                      <a:pt x="199168" y="179546"/>
                    </a:cubicBezTo>
                    <a:cubicBezTo>
                      <a:pt x="199168" y="215932"/>
                      <a:pt x="229648" y="227076"/>
                      <a:pt x="250698" y="230600"/>
                    </a:cubicBezTo>
                    <a:cubicBezTo>
                      <a:pt x="260985" y="232315"/>
                      <a:pt x="270320" y="224409"/>
                      <a:pt x="270320" y="213932"/>
                    </a:cubicBezTo>
                    <a:cubicBezTo>
                      <a:pt x="270320" y="213932"/>
                      <a:pt x="302228" y="257461"/>
                      <a:pt x="443389" y="257461"/>
                    </a:cubicBezTo>
                    <a:cubicBezTo>
                      <a:pt x="601980" y="257461"/>
                      <a:pt x="651129" y="213932"/>
                      <a:pt x="651129" y="213932"/>
                    </a:cubicBezTo>
                    <a:cubicBezTo>
                      <a:pt x="651129" y="224314"/>
                      <a:pt x="660273" y="232124"/>
                      <a:pt x="670465" y="230600"/>
                    </a:cubicBezTo>
                    <a:cubicBezTo>
                      <a:pt x="691610" y="227552"/>
                      <a:pt x="722376" y="216884"/>
                      <a:pt x="722376" y="1804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1487;p45">
                <a:extLst>
                  <a:ext uri="{FF2B5EF4-FFF2-40B4-BE49-F238E27FC236}">
                    <a16:creationId xmlns:a16="http://schemas.microsoft.com/office/drawing/2014/main" id="{841DB254-91C9-D75D-CAC1-B8131FB127EF}"/>
                  </a:ext>
                </a:extLst>
              </p:cNvPr>
              <p:cNvSpPr/>
              <p:nvPr/>
            </p:nvSpPr>
            <p:spPr>
              <a:xfrm>
                <a:off x="-4889125" y="3469043"/>
                <a:ext cx="9144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66675" extrusionOk="0">
                    <a:moveTo>
                      <a:pt x="920210" y="0"/>
                    </a:moveTo>
                    <a:lnTo>
                      <a:pt x="920210" y="72390"/>
                    </a:lnTo>
                    <a:lnTo>
                      <a:pt x="552164" y="72390"/>
                    </a:lnTo>
                    <a:lnTo>
                      <a:pt x="369189" y="72390"/>
                    </a:lnTo>
                    <a:lnTo>
                      <a:pt x="0" y="72390"/>
                    </a:lnTo>
                    <a:lnTo>
                      <a:pt x="0" y="0"/>
                    </a:lnTo>
                    <a:lnTo>
                      <a:pt x="9202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1488;p45">
                <a:extLst>
                  <a:ext uri="{FF2B5EF4-FFF2-40B4-BE49-F238E27FC236}">
                    <a16:creationId xmlns:a16="http://schemas.microsoft.com/office/drawing/2014/main" id="{E48FF9AE-7982-69CB-E5A3-D38F15A73120}"/>
                  </a:ext>
                </a:extLst>
              </p:cNvPr>
              <p:cNvSpPr/>
              <p:nvPr/>
            </p:nvSpPr>
            <p:spPr>
              <a:xfrm>
                <a:off x="-4238092" y="3670616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 extrusionOk="0">
                    <a:moveTo>
                      <a:pt x="19717" y="261"/>
                    </a:moveTo>
                    <a:cubicBezTo>
                      <a:pt x="40767" y="3691"/>
                      <a:pt x="71247" y="15025"/>
                      <a:pt x="71247" y="51220"/>
                    </a:cubicBezTo>
                    <a:cubicBezTo>
                      <a:pt x="71247" y="87415"/>
                      <a:pt x="40481" y="98274"/>
                      <a:pt x="19336" y="101322"/>
                    </a:cubicBezTo>
                    <a:cubicBezTo>
                      <a:pt x="9144" y="102846"/>
                      <a:pt x="0" y="95035"/>
                      <a:pt x="0" y="84653"/>
                    </a:cubicBezTo>
                    <a:lnTo>
                      <a:pt x="0" y="16740"/>
                    </a:lnTo>
                    <a:cubicBezTo>
                      <a:pt x="0" y="6262"/>
                      <a:pt x="9430" y="-1548"/>
                      <a:pt x="19621" y="26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1489;p45">
                <a:extLst>
                  <a:ext uri="{FF2B5EF4-FFF2-40B4-BE49-F238E27FC236}">
                    <a16:creationId xmlns:a16="http://schemas.microsoft.com/office/drawing/2014/main" id="{6B161C79-C2DE-9E2C-7225-A1778599BC86}"/>
                  </a:ext>
                </a:extLst>
              </p:cNvPr>
              <p:cNvSpPr/>
              <p:nvPr/>
            </p:nvSpPr>
            <p:spPr>
              <a:xfrm>
                <a:off x="-4618806" y="3694785"/>
                <a:ext cx="3714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95250" extrusionOk="0">
                    <a:moveTo>
                      <a:pt x="380809" y="0"/>
                    </a:moveTo>
                    <a:lnTo>
                      <a:pt x="380809" y="60579"/>
                    </a:lnTo>
                    <a:cubicBezTo>
                      <a:pt x="380809" y="60579"/>
                      <a:pt x="331565" y="104108"/>
                      <a:pt x="173069" y="104108"/>
                    </a:cubicBezTo>
                    <a:cubicBezTo>
                      <a:pt x="31909" y="104108"/>
                      <a:pt x="0" y="60579"/>
                      <a:pt x="0" y="60579"/>
                    </a:cubicBezTo>
                    <a:lnTo>
                      <a:pt x="0" y="0"/>
                    </a:lnTo>
                    <a:cubicBezTo>
                      <a:pt x="0" y="0"/>
                      <a:pt x="64675" y="32956"/>
                      <a:pt x="170402" y="32956"/>
                    </a:cubicBezTo>
                    <a:cubicBezTo>
                      <a:pt x="276130" y="32956"/>
                      <a:pt x="380809" y="0"/>
                      <a:pt x="3808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1490;p45">
                <a:extLst>
                  <a:ext uri="{FF2B5EF4-FFF2-40B4-BE49-F238E27FC236}">
                    <a16:creationId xmlns:a16="http://schemas.microsoft.com/office/drawing/2014/main" id="{CF7194AC-189A-20ED-F1CC-1214F8DE7260}"/>
                  </a:ext>
                </a:extLst>
              </p:cNvPr>
              <p:cNvSpPr/>
              <p:nvPr/>
            </p:nvSpPr>
            <p:spPr>
              <a:xfrm>
                <a:off x="-4519936" y="3541432"/>
                <a:ext cx="1809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0" extrusionOk="0">
                    <a:moveTo>
                      <a:pt x="0" y="0"/>
                    </a:moveTo>
                    <a:lnTo>
                      <a:pt x="182976" y="0"/>
                    </a:lnTo>
                    <a:lnTo>
                      <a:pt x="182976" y="100203"/>
                    </a:lnTo>
                    <a:lnTo>
                      <a:pt x="0" y="1002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" name="Google Shape;1491;p45">
                <a:extLst>
                  <a:ext uri="{FF2B5EF4-FFF2-40B4-BE49-F238E27FC236}">
                    <a16:creationId xmlns:a16="http://schemas.microsoft.com/office/drawing/2014/main" id="{062DA33F-73E5-1FF8-04AF-DABAD9EEA833}"/>
                  </a:ext>
                </a:extLst>
              </p:cNvPr>
              <p:cNvSpPr/>
              <p:nvPr/>
            </p:nvSpPr>
            <p:spPr>
              <a:xfrm>
                <a:off x="-4689958" y="3670685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 extrusionOk="0">
                    <a:moveTo>
                      <a:pt x="71152" y="24100"/>
                    </a:moveTo>
                    <a:lnTo>
                      <a:pt x="71152" y="84679"/>
                    </a:lnTo>
                    <a:cubicBezTo>
                      <a:pt x="71152" y="95157"/>
                      <a:pt x="61722" y="103062"/>
                      <a:pt x="51531" y="101348"/>
                    </a:cubicBezTo>
                    <a:cubicBezTo>
                      <a:pt x="30480" y="97824"/>
                      <a:pt x="0" y="86394"/>
                      <a:pt x="0" y="50294"/>
                    </a:cubicBezTo>
                    <a:cubicBezTo>
                      <a:pt x="0" y="14194"/>
                      <a:pt x="30766" y="3145"/>
                      <a:pt x="51911" y="192"/>
                    </a:cubicBezTo>
                    <a:cubicBezTo>
                      <a:pt x="62103" y="-1332"/>
                      <a:pt x="71247" y="6384"/>
                      <a:pt x="71247" y="16766"/>
                    </a:cubicBezTo>
                    <a:lnTo>
                      <a:pt x="71247" y="241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1492;p45">
                <a:extLst>
                  <a:ext uri="{FF2B5EF4-FFF2-40B4-BE49-F238E27FC236}">
                    <a16:creationId xmlns:a16="http://schemas.microsoft.com/office/drawing/2014/main" id="{DA8B906A-7590-2EAC-9E4B-7BAE3FAF2292}"/>
                  </a:ext>
                </a:extLst>
              </p:cNvPr>
              <p:cNvSpPr/>
              <p:nvPr/>
            </p:nvSpPr>
            <p:spPr>
              <a:xfrm>
                <a:off x="-4957229" y="379194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68104" y="0"/>
                    </a:moveTo>
                    <a:lnTo>
                      <a:pt x="68104" y="71628"/>
                    </a:lnTo>
                    <a:lnTo>
                      <a:pt x="0" y="71628"/>
                    </a:lnTo>
                    <a:lnTo>
                      <a:pt x="0" y="0"/>
                    </a:lnTo>
                    <a:cubicBezTo>
                      <a:pt x="0" y="0"/>
                      <a:pt x="6763" y="36195"/>
                      <a:pt x="34100" y="36195"/>
                    </a:cubicBezTo>
                    <a:cubicBezTo>
                      <a:pt x="61436" y="36195"/>
                      <a:pt x="68199" y="0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1493;p45">
                <a:extLst>
                  <a:ext uri="{FF2B5EF4-FFF2-40B4-BE49-F238E27FC236}">
                    <a16:creationId xmlns:a16="http://schemas.microsoft.com/office/drawing/2014/main" id="{8928A707-DEF4-A4A8-C304-8327B73C1B5D}"/>
                  </a:ext>
                </a:extLst>
              </p:cNvPr>
              <p:cNvSpPr/>
              <p:nvPr/>
            </p:nvSpPr>
            <p:spPr>
              <a:xfrm>
                <a:off x="-4957324" y="3716121"/>
                <a:ext cx="666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4775" extrusionOk="0">
                    <a:moveTo>
                      <a:pt x="68199" y="0"/>
                    </a:moveTo>
                    <a:lnTo>
                      <a:pt x="68199" y="75819"/>
                    </a:lnTo>
                    <a:cubicBezTo>
                      <a:pt x="68199" y="75819"/>
                      <a:pt x="61436" y="112014"/>
                      <a:pt x="34099" y="112014"/>
                    </a:cubicBezTo>
                    <a:cubicBezTo>
                      <a:pt x="6762" y="112014"/>
                      <a:pt x="0" y="75819"/>
                      <a:pt x="0" y="75819"/>
                    </a:cubicBezTo>
                    <a:lnTo>
                      <a:pt x="0" y="0"/>
                    </a:lnTo>
                    <a:cubicBezTo>
                      <a:pt x="9334" y="7620"/>
                      <a:pt x="21241" y="12097"/>
                      <a:pt x="34099" y="12097"/>
                    </a:cubicBezTo>
                    <a:cubicBezTo>
                      <a:pt x="46958" y="12097"/>
                      <a:pt x="58864" y="7525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1494;p45">
                <a:extLst>
                  <a:ext uri="{FF2B5EF4-FFF2-40B4-BE49-F238E27FC236}">
                    <a16:creationId xmlns:a16="http://schemas.microsoft.com/office/drawing/2014/main" id="{8DE40E9F-7CF5-7146-8806-61502FB964BA}"/>
                  </a:ext>
                </a:extLst>
              </p:cNvPr>
              <p:cNvSpPr/>
              <p:nvPr/>
            </p:nvSpPr>
            <p:spPr>
              <a:xfrm>
                <a:off x="-4957324" y="3541432"/>
                <a:ext cx="666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7625" extrusionOk="0">
                    <a:moveTo>
                      <a:pt x="68199" y="0"/>
                    </a:moveTo>
                    <a:lnTo>
                      <a:pt x="68199" y="56197"/>
                    </a:lnTo>
                    <a:cubicBezTo>
                      <a:pt x="58483" y="48292"/>
                      <a:pt x="46672" y="44005"/>
                      <a:pt x="34099" y="44005"/>
                    </a:cubicBezTo>
                    <a:cubicBezTo>
                      <a:pt x="21526" y="44005"/>
                      <a:pt x="9334" y="48578"/>
                      <a:pt x="0" y="56102"/>
                    </a:cubicBezTo>
                    <a:lnTo>
                      <a:pt x="0" y="0"/>
                    </a:lnTo>
                    <a:lnTo>
                      <a:pt x="6810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1495;p45">
                <a:extLst>
                  <a:ext uri="{FF2B5EF4-FFF2-40B4-BE49-F238E27FC236}">
                    <a16:creationId xmlns:a16="http://schemas.microsoft.com/office/drawing/2014/main" id="{32A3D5FC-0830-CEAC-13A3-F98A8780042D}"/>
                  </a:ext>
                </a:extLst>
              </p:cNvPr>
              <p:cNvSpPr/>
              <p:nvPr/>
            </p:nvSpPr>
            <p:spPr>
              <a:xfrm>
                <a:off x="-4957229" y="346904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2390"/>
                    </a:lnTo>
                    <a:lnTo>
                      <a:pt x="0" y="7239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1496;p45">
                <a:extLst>
                  <a:ext uri="{FF2B5EF4-FFF2-40B4-BE49-F238E27FC236}">
                    <a16:creationId xmlns:a16="http://schemas.microsoft.com/office/drawing/2014/main" id="{5340F4D0-937A-8A85-B0F8-6EAB31524E05}"/>
                  </a:ext>
                </a:extLst>
              </p:cNvPr>
              <p:cNvSpPr/>
              <p:nvPr/>
            </p:nvSpPr>
            <p:spPr>
              <a:xfrm>
                <a:off x="-4957229" y="339674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2390"/>
                    </a:lnTo>
                    <a:lnTo>
                      <a:pt x="0" y="7239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1497;p45">
                <a:extLst>
                  <a:ext uri="{FF2B5EF4-FFF2-40B4-BE49-F238E27FC236}">
                    <a16:creationId xmlns:a16="http://schemas.microsoft.com/office/drawing/2014/main" id="{ADFEF941-DFD9-8808-5FBC-9C393F3FC4F8}"/>
                  </a:ext>
                </a:extLst>
              </p:cNvPr>
              <p:cNvSpPr/>
              <p:nvPr/>
            </p:nvSpPr>
            <p:spPr>
              <a:xfrm>
                <a:off x="-5150396" y="3367506"/>
                <a:ext cx="2571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5250" extrusionOk="0">
                    <a:moveTo>
                      <a:pt x="0" y="48768"/>
                    </a:moveTo>
                    <a:lnTo>
                      <a:pt x="0" y="0"/>
                    </a:lnTo>
                    <a:cubicBezTo>
                      <a:pt x="5143" y="15430"/>
                      <a:pt x="19621" y="27432"/>
                      <a:pt x="38005" y="27432"/>
                    </a:cubicBezTo>
                    <a:lnTo>
                      <a:pt x="261175" y="27432"/>
                    </a:lnTo>
                    <a:lnTo>
                      <a:pt x="261175" y="29242"/>
                    </a:lnTo>
                    <a:lnTo>
                      <a:pt x="193072" y="29242"/>
                    </a:lnTo>
                    <a:lnTo>
                      <a:pt x="193072" y="101632"/>
                    </a:lnTo>
                    <a:lnTo>
                      <a:pt x="38005" y="101632"/>
                    </a:lnTo>
                    <a:cubicBezTo>
                      <a:pt x="19526" y="101632"/>
                      <a:pt x="5143" y="89630"/>
                      <a:pt x="0" y="74104"/>
                    </a:cubicBezTo>
                    <a:lnTo>
                      <a:pt x="0" y="4886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1498;p45">
                <a:extLst>
                  <a:ext uri="{FF2B5EF4-FFF2-40B4-BE49-F238E27FC236}">
                    <a16:creationId xmlns:a16="http://schemas.microsoft.com/office/drawing/2014/main" id="{78827105-B9B8-B56C-FDB8-6475D014BC87}"/>
                  </a:ext>
                </a:extLst>
              </p:cNvPr>
              <p:cNvSpPr/>
              <p:nvPr/>
            </p:nvSpPr>
            <p:spPr>
              <a:xfrm>
                <a:off x="-4955229" y="3609251"/>
                <a:ext cx="571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0" extrusionOk="0">
                    <a:moveTo>
                      <a:pt x="64198" y="30289"/>
                    </a:moveTo>
                    <a:lnTo>
                      <a:pt x="64198" y="64961"/>
                    </a:lnTo>
                    <a:cubicBezTo>
                      <a:pt x="64198" y="82677"/>
                      <a:pt x="49816" y="97155"/>
                      <a:pt x="32099" y="97155"/>
                    </a:cubicBezTo>
                    <a:cubicBezTo>
                      <a:pt x="14383" y="97155"/>
                      <a:pt x="0" y="82677"/>
                      <a:pt x="0" y="64961"/>
                    </a:cubicBezTo>
                    <a:lnTo>
                      <a:pt x="0" y="30289"/>
                    </a:lnTo>
                    <a:cubicBezTo>
                      <a:pt x="0" y="16383"/>
                      <a:pt x="8858" y="4477"/>
                      <a:pt x="21241" y="0"/>
                    </a:cubicBezTo>
                    <a:lnTo>
                      <a:pt x="21241" y="52483"/>
                    </a:lnTo>
                    <a:cubicBezTo>
                      <a:pt x="21241" y="57436"/>
                      <a:pt x="26098" y="61341"/>
                      <a:pt x="32195" y="61341"/>
                    </a:cubicBezTo>
                    <a:cubicBezTo>
                      <a:pt x="38291" y="61341"/>
                      <a:pt x="43149" y="57340"/>
                      <a:pt x="43149" y="52483"/>
                    </a:cubicBezTo>
                    <a:lnTo>
                      <a:pt x="43149" y="0"/>
                    </a:lnTo>
                    <a:cubicBezTo>
                      <a:pt x="47530" y="1524"/>
                      <a:pt x="51530" y="4096"/>
                      <a:pt x="54959" y="7525"/>
                    </a:cubicBezTo>
                    <a:cubicBezTo>
                      <a:pt x="61055" y="13621"/>
                      <a:pt x="64389" y="21717"/>
                      <a:pt x="64389" y="302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1499;p45">
                <a:extLst>
                  <a:ext uri="{FF2B5EF4-FFF2-40B4-BE49-F238E27FC236}">
                    <a16:creationId xmlns:a16="http://schemas.microsoft.com/office/drawing/2014/main" id="{F9122AC3-98DD-7D79-D7BF-56E8F4368F2B}"/>
                  </a:ext>
                </a:extLst>
              </p:cNvPr>
              <p:cNvSpPr/>
              <p:nvPr/>
            </p:nvSpPr>
            <p:spPr>
              <a:xfrm>
                <a:off x="-5150301" y="3513906"/>
                <a:ext cx="190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342900" extrusionOk="0">
                    <a:moveTo>
                      <a:pt x="193071" y="278035"/>
                    </a:moveTo>
                    <a:lnTo>
                      <a:pt x="193071" y="349663"/>
                    </a:lnTo>
                    <a:lnTo>
                      <a:pt x="81915" y="349663"/>
                    </a:lnTo>
                    <a:cubicBezTo>
                      <a:pt x="36671" y="349663"/>
                      <a:pt x="0" y="312896"/>
                      <a:pt x="0" y="267653"/>
                    </a:cubicBezTo>
                    <a:lnTo>
                      <a:pt x="0" y="0"/>
                    </a:lnTo>
                    <a:cubicBezTo>
                      <a:pt x="5143" y="15526"/>
                      <a:pt x="19621" y="27527"/>
                      <a:pt x="38005" y="27527"/>
                    </a:cubicBezTo>
                    <a:lnTo>
                      <a:pt x="193071" y="27527"/>
                    </a:lnTo>
                    <a:lnTo>
                      <a:pt x="193071" y="83629"/>
                    </a:lnTo>
                    <a:cubicBezTo>
                      <a:pt x="180975" y="93631"/>
                      <a:pt x="173069" y="108680"/>
                      <a:pt x="173069" y="125635"/>
                    </a:cubicBezTo>
                    <a:lnTo>
                      <a:pt x="173069" y="160306"/>
                    </a:lnTo>
                    <a:cubicBezTo>
                      <a:pt x="173069" y="177260"/>
                      <a:pt x="180880" y="192310"/>
                      <a:pt x="193071" y="202216"/>
                    </a:cubicBezTo>
                    <a:lnTo>
                      <a:pt x="193071" y="2780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1500;p45">
                <a:extLst>
                  <a:ext uri="{FF2B5EF4-FFF2-40B4-BE49-F238E27FC236}">
                    <a16:creationId xmlns:a16="http://schemas.microsoft.com/office/drawing/2014/main" id="{77F4945C-22CA-5BB4-04E1-BE11B504CE6A}"/>
                  </a:ext>
                </a:extLst>
              </p:cNvPr>
              <p:cNvSpPr/>
              <p:nvPr/>
            </p:nvSpPr>
            <p:spPr>
              <a:xfrm>
                <a:off x="-5150396" y="3441516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 extrusionOk="0">
                    <a:moveTo>
                      <a:pt x="0" y="47149"/>
                    </a:moveTo>
                    <a:lnTo>
                      <a:pt x="0" y="0"/>
                    </a:lnTo>
                    <a:cubicBezTo>
                      <a:pt x="5143" y="15526"/>
                      <a:pt x="19621" y="27527"/>
                      <a:pt x="38005" y="27527"/>
                    </a:cubicBezTo>
                    <a:lnTo>
                      <a:pt x="193072" y="27527"/>
                    </a:lnTo>
                    <a:lnTo>
                      <a:pt x="193072" y="99917"/>
                    </a:lnTo>
                    <a:lnTo>
                      <a:pt x="38005" y="99917"/>
                    </a:lnTo>
                    <a:cubicBezTo>
                      <a:pt x="19526" y="99917"/>
                      <a:pt x="5143" y="87916"/>
                      <a:pt x="0" y="72390"/>
                    </a:cubicBezTo>
                    <a:lnTo>
                      <a:pt x="0" y="471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1501;p45">
                <a:extLst>
                  <a:ext uri="{FF2B5EF4-FFF2-40B4-BE49-F238E27FC236}">
                    <a16:creationId xmlns:a16="http://schemas.microsoft.com/office/drawing/2014/main" id="{A291F024-0939-2930-C3D8-8F39F254FD14}"/>
                  </a:ext>
                </a:extLst>
              </p:cNvPr>
              <p:cNvSpPr/>
              <p:nvPr/>
            </p:nvSpPr>
            <p:spPr>
              <a:xfrm>
                <a:off x="-3953294" y="3581532"/>
                <a:ext cx="285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0" extrusionOk="0">
                    <a:moveTo>
                      <a:pt x="18479" y="97917"/>
                    </a:moveTo>
                    <a:cubicBezTo>
                      <a:pt x="8096" y="97917"/>
                      <a:pt x="0" y="90678"/>
                      <a:pt x="0" y="81439"/>
                    </a:cubicBezTo>
                    <a:lnTo>
                      <a:pt x="0" y="16574"/>
                    </a:lnTo>
                    <a:cubicBezTo>
                      <a:pt x="0" y="7334"/>
                      <a:pt x="8096" y="0"/>
                      <a:pt x="18479" y="0"/>
                    </a:cubicBezTo>
                    <a:cubicBezTo>
                      <a:pt x="28861" y="0"/>
                      <a:pt x="36957" y="7239"/>
                      <a:pt x="36957" y="16574"/>
                    </a:cubicBezTo>
                    <a:lnTo>
                      <a:pt x="36957" y="81439"/>
                    </a:lnTo>
                    <a:cubicBezTo>
                      <a:pt x="36957" y="90678"/>
                      <a:pt x="28861" y="97917"/>
                      <a:pt x="18479" y="97917"/>
                    </a:cubicBezTo>
                    <a:close/>
                    <a:moveTo>
                      <a:pt x="18479" y="15240"/>
                    </a:moveTo>
                    <a:cubicBezTo>
                      <a:pt x="16193" y="15240"/>
                      <a:pt x="15145" y="16383"/>
                      <a:pt x="15145" y="16669"/>
                    </a:cubicBezTo>
                    <a:lnTo>
                      <a:pt x="15145" y="81534"/>
                    </a:lnTo>
                    <a:cubicBezTo>
                      <a:pt x="15145" y="81534"/>
                      <a:pt x="16478" y="82868"/>
                      <a:pt x="18479" y="82868"/>
                    </a:cubicBezTo>
                    <a:cubicBezTo>
                      <a:pt x="20479" y="82868"/>
                      <a:pt x="21717" y="81915"/>
                      <a:pt x="21812" y="81534"/>
                    </a:cubicBezTo>
                    <a:lnTo>
                      <a:pt x="21812" y="16764"/>
                    </a:lnTo>
                    <a:cubicBezTo>
                      <a:pt x="21812" y="16764"/>
                      <a:pt x="20669" y="15335"/>
                      <a:pt x="18479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1502;p45">
                <a:extLst>
                  <a:ext uri="{FF2B5EF4-FFF2-40B4-BE49-F238E27FC236}">
                    <a16:creationId xmlns:a16="http://schemas.microsoft.com/office/drawing/2014/main" id="{20BB1EE1-BE49-7197-3F2B-47EB74EBD203}"/>
                  </a:ext>
                </a:extLst>
              </p:cNvPr>
              <p:cNvSpPr/>
              <p:nvPr/>
            </p:nvSpPr>
            <p:spPr>
              <a:xfrm>
                <a:off x="-4941704" y="3580295"/>
                <a:ext cx="285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0" extrusionOk="0">
                    <a:moveTo>
                      <a:pt x="18479" y="97822"/>
                    </a:moveTo>
                    <a:cubicBezTo>
                      <a:pt x="8097" y="97822"/>
                      <a:pt x="0" y="90583"/>
                      <a:pt x="0" y="81344"/>
                    </a:cubicBezTo>
                    <a:lnTo>
                      <a:pt x="0" y="16478"/>
                    </a:lnTo>
                    <a:cubicBezTo>
                      <a:pt x="0" y="7239"/>
                      <a:pt x="8097" y="0"/>
                      <a:pt x="18479" y="0"/>
                    </a:cubicBezTo>
                    <a:cubicBezTo>
                      <a:pt x="28861" y="0"/>
                      <a:pt x="36957" y="7239"/>
                      <a:pt x="36957" y="16478"/>
                    </a:cubicBezTo>
                    <a:lnTo>
                      <a:pt x="36957" y="81344"/>
                    </a:lnTo>
                    <a:cubicBezTo>
                      <a:pt x="36957" y="90583"/>
                      <a:pt x="28861" y="97822"/>
                      <a:pt x="18479" y="97822"/>
                    </a:cubicBezTo>
                    <a:close/>
                    <a:moveTo>
                      <a:pt x="18479" y="15145"/>
                    </a:moveTo>
                    <a:cubicBezTo>
                      <a:pt x="16383" y="15145"/>
                      <a:pt x="15240" y="16097"/>
                      <a:pt x="15145" y="16478"/>
                    </a:cubicBezTo>
                    <a:lnTo>
                      <a:pt x="15145" y="81344"/>
                    </a:lnTo>
                    <a:cubicBezTo>
                      <a:pt x="15145" y="81344"/>
                      <a:pt x="16479" y="82677"/>
                      <a:pt x="18479" y="82677"/>
                    </a:cubicBezTo>
                    <a:cubicBezTo>
                      <a:pt x="20479" y="82677"/>
                      <a:pt x="21717" y="81725"/>
                      <a:pt x="21813" y="81344"/>
                    </a:cubicBezTo>
                    <a:lnTo>
                      <a:pt x="21813" y="16478"/>
                    </a:lnTo>
                    <a:cubicBezTo>
                      <a:pt x="21813" y="16478"/>
                      <a:pt x="20479" y="15145"/>
                      <a:pt x="18479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1503;p45">
                <a:extLst>
                  <a:ext uri="{FF2B5EF4-FFF2-40B4-BE49-F238E27FC236}">
                    <a16:creationId xmlns:a16="http://schemas.microsoft.com/office/drawing/2014/main" id="{3AE36F8C-5DEC-D353-F607-B4FCB301F8C4}"/>
                  </a:ext>
                </a:extLst>
              </p:cNvPr>
              <p:cNvSpPr/>
              <p:nvPr/>
            </p:nvSpPr>
            <p:spPr>
              <a:xfrm>
                <a:off x="-3908337" y="3359867"/>
                <a:ext cx="2000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38100" extrusionOk="0">
                    <a:moveTo>
                      <a:pt x="163735" y="42597"/>
                    </a:moveTo>
                    <a:lnTo>
                      <a:pt x="7525" y="42597"/>
                    </a:lnTo>
                    <a:cubicBezTo>
                      <a:pt x="3334" y="42597"/>
                      <a:pt x="0" y="39168"/>
                      <a:pt x="0" y="35072"/>
                    </a:cubicBezTo>
                    <a:cubicBezTo>
                      <a:pt x="0" y="30976"/>
                      <a:pt x="3429" y="27547"/>
                      <a:pt x="7525" y="27547"/>
                    </a:cubicBezTo>
                    <a:lnTo>
                      <a:pt x="163735" y="27547"/>
                    </a:lnTo>
                    <a:cubicBezTo>
                      <a:pt x="177832" y="27547"/>
                      <a:pt x="190215" y="18593"/>
                      <a:pt x="194691" y="5164"/>
                    </a:cubicBezTo>
                    <a:cubicBezTo>
                      <a:pt x="196025" y="1163"/>
                      <a:pt x="200216" y="-933"/>
                      <a:pt x="204216" y="401"/>
                    </a:cubicBezTo>
                    <a:cubicBezTo>
                      <a:pt x="208217" y="1734"/>
                      <a:pt x="210312" y="6021"/>
                      <a:pt x="208979" y="9926"/>
                    </a:cubicBezTo>
                    <a:cubicBezTo>
                      <a:pt x="202502" y="29452"/>
                      <a:pt x="184309" y="42597"/>
                      <a:pt x="163735" y="425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1504;p45">
                <a:extLst>
                  <a:ext uri="{FF2B5EF4-FFF2-40B4-BE49-F238E27FC236}">
                    <a16:creationId xmlns:a16="http://schemas.microsoft.com/office/drawing/2014/main" id="{38C49D5F-EC85-CA32-D30E-10D2E50160D1}"/>
                  </a:ext>
                </a:extLst>
              </p:cNvPr>
              <p:cNvSpPr/>
              <p:nvPr/>
            </p:nvSpPr>
            <p:spPr>
              <a:xfrm>
                <a:off x="-3976440" y="3785619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 extrusionOk="0">
                    <a:moveTo>
                      <a:pt x="75629" y="85474"/>
                    </a:moveTo>
                    <a:lnTo>
                      <a:pt x="7525" y="85474"/>
                    </a:lnTo>
                    <a:cubicBezTo>
                      <a:pt x="3334" y="85474"/>
                      <a:pt x="0" y="82045"/>
                      <a:pt x="0" y="77950"/>
                    </a:cubicBezTo>
                    <a:lnTo>
                      <a:pt x="0" y="7655"/>
                    </a:lnTo>
                    <a:cubicBezTo>
                      <a:pt x="0" y="3750"/>
                      <a:pt x="2953" y="512"/>
                      <a:pt x="6858" y="130"/>
                    </a:cubicBezTo>
                    <a:cubicBezTo>
                      <a:pt x="10763" y="-155"/>
                      <a:pt x="14288" y="2416"/>
                      <a:pt x="14954" y="6227"/>
                    </a:cubicBezTo>
                    <a:cubicBezTo>
                      <a:pt x="14954" y="6512"/>
                      <a:pt x="20955" y="36230"/>
                      <a:pt x="41624" y="36230"/>
                    </a:cubicBezTo>
                    <a:cubicBezTo>
                      <a:pt x="62293" y="36230"/>
                      <a:pt x="68199" y="6512"/>
                      <a:pt x="68294" y="6227"/>
                    </a:cubicBezTo>
                    <a:cubicBezTo>
                      <a:pt x="68961" y="2416"/>
                      <a:pt x="72485" y="-346"/>
                      <a:pt x="76391" y="35"/>
                    </a:cubicBezTo>
                    <a:cubicBezTo>
                      <a:pt x="80296" y="416"/>
                      <a:pt x="83248" y="3655"/>
                      <a:pt x="83248" y="7560"/>
                    </a:cubicBezTo>
                    <a:lnTo>
                      <a:pt x="83248" y="77854"/>
                    </a:lnTo>
                    <a:cubicBezTo>
                      <a:pt x="83248" y="82045"/>
                      <a:pt x="79820" y="85379"/>
                      <a:pt x="75724" y="85379"/>
                    </a:cubicBezTo>
                    <a:close/>
                    <a:moveTo>
                      <a:pt x="15050" y="70330"/>
                    </a:moveTo>
                    <a:lnTo>
                      <a:pt x="68103" y="70330"/>
                    </a:lnTo>
                    <a:lnTo>
                      <a:pt x="68103" y="39659"/>
                    </a:lnTo>
                    <a:cubicBezTo>
                      <a:pt x="61913" y="46231"/>
                      <a:pt x="53340" y="51280"/>
                      <a:pt x="41624" y="51280"/>
                    </a:cubicBezTo>
                    <a:cubicBezTo>
                      <a:pt x="29909" y="51280"/>
                      <a:pt x="21336" y="46231"/>
                      <a:pt x="15144" y="39564"/>
                    </a:cubicBezTo>
                    <a:lnTo>
                      <a:pt x="15144" y="7033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1505;p45">
                <a:extLst>
                  <a:ext uri="{FF2B5EF4-FFF2-40B4-BE49-F238E27FC236}">
                    <a16:creationId xmlns:a16="http://schemas.microsoft.com/office/drawing/2014/main" id="{1B94891B-FC88-F9C2-16BC-219A56C970B6}"/>
                  </a:ext>
                </a:extLst>
              </p:cNvPr>
              <p:cNvSpPr/>
              <p:nvPr/>
            </p:nvSpPr>
            <p:spPr>
              <a:xfrm>
                <a:off x="-3976440" y="3709739"/>
                <a:ext cx="762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23825" extrusionOk="0">
                    <a:moveTo>
                      <a:pt x="41624" y="127159"/>
                    </a:moveTo>
                    <a:cubicBezTo>
                      <a:pt x="8382" y="127159"/>
                      <a:pt x="476" y="86583"/>
                      <a:pt x="95" y="84773"/>
                    </a:cubicBezTo>
                    <a:cubicBezTo>
                      <a:pt x="95" y="84297"/>
                      <a:pt x="0" y="83821"/>
                      <a:pt x="0" y="83440"/>
                    </a:cubicBezTo>
                    <a:lnTo>
                      <a:pt x="0" y="7621"/>
                    </a:lnTo>
                    <a:cubicBezTo>
                      <a:pt x="0" y="4668"/>
                      <a:pt x="1714" y="2001"/>
                      <a:pt x="4286" y="763"/>
                    </a:cubicBezTo>
                    <a:cubicBezTo>
                      <a:pt x="6953" y="-476"/>
                      <a:pt x="10001" y="-94"/>
                      <a:pt x="12287" y="1715"/>
                    </a:cubicBezTo>
                    <a:cubicBezTo>
                      <a:pt x="28766" y="15146"/>
                      <a:pt x="54388" y="15146"/>
                      <a:pt x="70866" y="1715"/>
                    </a:cubicBezTo>
                    <a:cubicBezTo>
                      <a:pt x="73152" y="-94"/>
                      <a:pt x="76295" y="-571"/>
                      <a:pt x="78867" y="763"/>
                    </a:cubicBezTo>
                    <a:cubicBezTo>
                      <a:pt x="81534" y="2001"/>
                      <a:pt x="83153" y="4668"/>
                      <a:pt x="83153" y="7621"/>
                    </a:cubicBezTo>
                    <a:lnTo>
                      <a:pt x="83153" y="83440"/>
                    </a:lnTo>
                    <a:cubicBezTo>
                      <a:pt x="83153" y="83440"/>
                      <a:pt x="83153" y="84392"/>
                      <a:pt x="83058" y="84773"/>
                    </a:cubicBezTo>
                    <a:cubicBezTo>
                      <a:pt x="82772" y="86488"/>
                      <a:pt x="74866" y="127159"/>
                      <a:pt x="41529" y="127159"/>
                    </a:cubicBezTo>
                    <a:close/>
                    <a:moveTo>
                      <a:pt x="15144" y="82678"/>
                    </a:moveTo>
                    <a:cubicBezTo>
                      <a:pt x="16097" y="86964"/>
                      <a:pt x="22670" y="112110"/>
                      <a:pt x="41624" y="112110"/>
                    </a:cubicBezTo>
                    <a:cubicBezTo>
                      <a:pt x="60579" y="112110"/>
                      <a:pt x="67246" y="86964"/>
                      <a:pt x="68103" y="82678"/>
                    </a:cubicBezTo>
                    <a:lnTo>
                      <a:pt x="68103" y="21241"/>
                    </a:lnTo>
                    <a:cubicBezTo>
                      <a:pt x="51625" y="29147"/>
                      <a:pt x="31528" y="29147"/>
                      <a:pt x="15050" y="21241"/>
                    </a:cubicBezTo>
                    <a:lnTo>
                      <a:pt x="15050" y="825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1506;p45">
                <a:extLst>
                  <a:ext uri="{FF2B5EF4-FFF2-40B4-BE49-F238E27FC236}">
                    <a16:creationId xmlns:a16="http://schemas.microsoft.com/office/drawing/2014/main" id="{F8113355-A0E3-DF57-D115-0D1C403235C3}"/>
                  </a:ext>
                </a:extLst>
              </p:cNvPr>
              <p:cNvSpPr/>
              <p:nvPr/>
            </p:nvSpPr>
            <p:spPr>
              <a:xfrm>
                <a:off x="-3976440" y="3390462"/>
                <a:ext cx="762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9550" extrusionOk="0">
                    <a:moveTo>
                      <a:pt x="75629" y="216027"/>
                    </a:moveTo>
                    <a:cubicBezTo>
                      <a:pt x="73914" y="216027"/>
                      <a:pt x="72200" y="215455"/>
                      <a:pt x="70866" y="214313"/>
                    </a:cubicBezTo>
                    <a:cubicBezTo>
                      <a:pt x="62389" y="207454"/>
                      <a:pt x="52292" y="203835"/>
                      <a:pt x="41529" y="203835"/>
                    </a:cubicBezTo>
                    <a:cubicBezTo>
                      <a:pt x="30766" y="203835"/>
                      <a:pt x="20478" y="207550"/>
                      <a:pt x="12287" y="214217"/>
                    </a:cubicBezTo>
                    <a:cubicBezTo>
                      <a:pt x="10001" y="216122"/>
                      <a:pt x="6953" y="216503"/>
                      <a:pt x="4286" y="215170"/>
                    </a:cubicBezTo>
                    <a:cubicBezTo>
                      <a:pt x="1619" y="213931"/>
                      <a:pt x="0" y="211264"/>
                      <a:pt x="0" y="20831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75629" y="0"/>
                    </a:lnTo>
                    <a:cubicBezTo>
                      <a:pt x="79820" y="0"/>
                      <a:pt x="83153" y="3429"/>
                      <a:pt x="83153" y="7525"/>
                    </a:cubicBezTo>
                    <a:lnTo>
                      <a:pt x="83153" y="208407"/>
                    </a:lnTo>
                    <a:cubicBezTo>
                      <a:pt x="83153" y="211360"/>
                      <a:pt x="81439" y="214027"/>
                      <a:pt x="78867" y="215265"/>
                    </a:cubicBezTo>
                    <a:cubicBezTo>
                      <a:pt x="77819" y="215741"/>
                      <a:pt x="76771" y="216027"/>
                      <a:pt x="75629" y="216027"/>
                    </a:cubicBezTo>
                    <a:close/>
                    <a:moveTo>
                      <a:pt x="41529" y="188690"/>
                    </a:moveTo>
                    <a:cubicBezTo>
                      <a:pt x="50863" y="188690"/>
                      <a:pt x="59817" y="190786"/>
                      <a:pt x="68009" y="194691"/>
                    </a:cubicBezTo>
                    <a:lnTo>
                      <a:pt x="68009" y="15145"/>
                    </a:lnTo>
                    <a:lnTo>
                      <a:pt x="14954" y="15145"/>
                    </a:lnTo>
                    <a:lnTo>
                      <a:pt x="14954" y="194691"/>
                    </a:lnTo>
                    <a:cubicBezTo>
                      <a:pt x="23146" y="190786"/>
                      <a:pt x="32290" y="188690"/>
                      <a:pt x="41434" y="1886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1507;p45">
                <a:extLst>
                  <a:ext uri="{FF2B5EF4-FFF2-40B4-BE49-F238E27FC236}">
                    <a16:creationId xmlns:a16="http://schemas.microsoft.com/office/drawing/2014/main" id="{7F493ACC-2063-4323-DFDA-5C10ADDD1DCF}"/>
                  </a:ext>
                </a:extLst>
              </p:cNvPr>
              <p:cNvSpPr/>
              <p:nvPr/>
            </p:nvSpPr>
            <p:spPr>
              <a:xfrm>
                <a:off x="-4896650" y="3387509"/>
                <a:ext cx="10001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85725" extrusionOk="0">
                    <a:moveTo>
                      <a:pt x="927735" y="89154"/>
                    </a:moveTo>
                    <a:lnTo>
                      <a:pt x="7525" y="89154"/>
                    </a:lnTo>
                    <a:cubicBezTo>
                      <a:pt x="3334" y="89154"/>
                      <a:pt x="0" y="85725"/>
                      <a:pt x="0" y="81629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995839" y="0"/>
                    </a:lnTo>
                    <a:cubicBezTo>
                      <a:pt x="1000030" y="0"/>
                      <a:pt x="1003363" y="3429"/>
                      <a:pt x="1003363" y="7525"/>
                    </a:cubicBezTo>
                    <a:lnTo>
                      <a:pt x="1003363" y="10573"/>
                    </a:lnTo>
                    <a:cubicBezTo>
                      <a:pt x="1003363" y="14764"/>
                      <a:pt x="999934" y="18097"/>
                      <a:pt x="995839" y="18097"/>
                    </a:cubicBezTo>
                    <a:lnTo>
                      <a:pt x="935260" y="18097"/>
                    </a:lnTo>
                    <a:lnTo>
                      <a:pt x="935260" y="81629"/>
                    </a:lnTo>
                    <a:cubicBezTo>
                      <a:pt x="935260" y="85820"/>
                      <a:pt x="931830" y="89154"/>
                      <a:pt x="927735" y="89154"/>
                    </a:cubicBezTo>
                    <a:close/>
                    <a:moveTo>
                      <a:pt x="15144" y="74009"/>
                    </a:moveTo>
                    <a:lnTo>
                      <a:pt x="920210" y="74009"/>
                    </a:lnTo>
                    <a:lnTo>
                      <a:pt x="920210" y="14954"/>
                    </a:lnTo>
                    <a:lnTo>
                      <a:pt x="15144" y="14954"/>
                    </a:lnTo>
                    <a:lnTo>
                      <a:pt x="15144" y="740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1508;p45">
                <a:extLst>
                  <a:ext uri="{FF2B5EF4-FFF2-40B4-BE49-F238E27FC236}">
                    <a16:creationId xmlns:a16="http://schemas.microsoft.com/office/drawing/2014/main" id="{B75D072F-B6F3-344D-E9AA-5B18C509F858}"/>
                  </a:ext>
                </a:extLst>
              </p:cNvPr>
              <p:cNvSpPr/>
              <p:nvPr/>
            </p:nvSpPr>
            <p:spPr>
              <a:xfrm>
                <a:off x="-3974535" y="3603082"/>
                <a:ext cx="7620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4775" extrusionOk="0">
                    <a:moveTo>
                      <a:pt x="39719" y="112182"/>
                    </a:moveTo>
                    <a:cubicBezTo>
                      <a:pt x="17812" y="112182"/>
                      <a:pt x="0" y="94370"/>
                      <a:pt x="0" y="72462"/>
                    </a:cubicBezTo>
                    <a:lnTo>
                      <a:pt x="0" y="37791"/>
                    </a:lnTo>
                    <a:cubicBezTo>
                      <a:pt x="0" y="21027"/>
                      <a:pt x="10573" y="6073"/>
                      <a:pt x="26194" y="453"/>
                    </a:cubicBezTo>
                    <a:cubicBezTo>
                      <a:pt x="28480" y="-404"/>
                      <a:pt x="31052" y="-23"/>
                      <a:pt x="33051" y="1406"/>
                    </a:cubicBezTo>
                    <a:cubicBezTo>
                      <a:pt x="35052" y="2835"/>
                      <a:pt x="36290" y="5121"/>
                      <a:pt x="36290" y="7597"/>
                    </a:cubicBezTo>
                    <a:lnTo>
                      <a:pt x="36290" y="60080"/>
                    </a:lnTo>
                    <a:cubicBezTo>
                      <a:pt x="36290" y="60080"/>
                      <a:pt x="37623" y="61414"/>
                      <a:pt x="39624" y="61414"/>
                    </a:cubicBezTo>
                    <a:cubicBezTo>
                      <a:pt x="41624" y="61414"/>
                      <a:pt x="42863" y="60461"/>
                      <a:pt x="42958" y="60080"/>
                    </a:cubicBezTo>
                    <a:lnTo>
                      <a:pt x="42958" y="7692"/>
                    </a:lnTo>
                    <a:cubicBezTo>
                      <a:pt x="42958" y="5216"/>
                      <a:pt x="44196" y="2930"/>
                      <a:pt x="46196" y="1501"/>
                    </a:cubicBezTo>
                    <a:cubicBezTo>
                      <a:pt x="48196" y="73"/>
                      <a:pt x="50768" y="-213"/>
                      <a:pt x="53149" y="644"/>
                    </a:cubicBezTo>
                    <a:cubicBezTo>
                      <a:pt x="58674" y="2644"/>
                      <a:pt x="63627" y="5787"/>
                      <a:pt x="67723" y="9883"/>
                    </a:cubicBezTo>
                    <a:cubicBezTo>
                      <a:pt x="75152" y="17408"/>
                      <a:pt x="79343" y="27314"/>
                      <a:pt x="79343" y="37982"/>
                    </a:cubicBezTo>
                    <a:lnTo>
                      <a:pt x="79343" y="72653"/>
                    </a:lnTo>
                    <a:cubicBezTo>
                      <a:pt x="79343" y="94560"/>
                      <a:pt x="61531" y="112372"/>
                      <a:pt x="39624" y="112372"/>
                    </a:cubicBezTo>
                    <a:close/>
                    <a:moveTo>
                      <a:pt x="21241" y="21504"/>
                    </a:moveTo>
                    <a:cubicBezTo>
                      <a:pt x="17430" y="25885"/>
                      <a:pt x="15144" y="31600"/>
                      <a:pt x="15144" y="37791"/>
                    </a:cubicBezTo>
                    <a:lnTo>
                      <a:pt x="15144" y="72462"/>
                    </a:lnTo>
                    <a:cubicBezTo>
                      <a:pt x="15144" y="86083"/>
                      <a:pt x="26194" y="97132"/>
                      <a:pt x="39719" y="97132"/>
                    </a:cubicBezTo>
                    <a:cubicBezTo>
                      <a:pt x="53244" y="97132"/>
                      <a:pt x="64294" y="86083"/>
                      <a:pt x="64294" y="72462"/>
                    </a:cubicBezTo>
                    <a:lnTo>
                      <a:pt x="64294" y="37791"/>
                    </a:lnTo>
                    <a:cubicBezTo>
                      <a:pt x="64294" y="31695"/>
                      <a:pt x="62103" y="25981"/>
                      <a:pt x="58198" y="21504"/>
                    </a:cubicBezTo>
                    <a:lnTo>
                      <a:pt x="58198" y="59889"/>
                    </a:lnTo>
                    <a:cubicBezTo>
                      <a:pt x="58198" y="69129"/>
                      <a:pt x="50102" y="76368"/>
                      <a:pt x="39719" y="76368"/>
                    </a:cubicBezTo>
                    <a:cubicBezTo>
                      <a:pt x="29337" y="76368"/>
                      <a:pt x="21241" y="69129"/>
                      <a:pt x="21241" y="59889"/>
                    </a:cubicBezTo>
                    <a:lnTo>
                      <a:pt x="21241" y="2150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1509;p45">
                <a:extLst>
                  <a:ext uri="{FF2B5EF4-FFF2-40B4-BE49-F238E27FC236}">
                    <a16:creationId xmlns:a16="http://schemas.microsoft.com/office/drawing/2014/main" id="{41F4D66A-8DA8-7ED2-EB3E-4325D59E92B1}"/>
                  </a:ext>
                </a:extLst>
              </p:cNvPr>
              <p:cNvSpPr/>
              <p:nvPr/>
            </p:nvSpPr>
            <p:spPr>
              <a:xfrm>
                <a:off x="-4693768" y="3666992"/>
                <a:ext cx="523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133350" extrusionOk="0">
                    <a:moveTo>
                      <a:pt x="247935" y="135712"/>
                    </a:moveTo>
                    <a:cubicBezTo>
                      <a:pt x="135064" y="135712"/>
                      <a:pt x="91059" y="108185"/>
                      <a:pt x="77248" y="96088"/>
                    </a:cubicBezTo>
                    <a:cubicBezTo>
                      <a:pt x="76009" y="99136"/>
                      <a:pt x="74009" y="101993"/>
                      <a:pt x="71438" y="104184"/>
                    </a:cubicBezTo>
                    <a:cubicBezTo>
                      <a:pt x="66770" y="108090"/>
                      <a:pt x="60674" y="109804"/>
                      <a:pt x="54673" y="108851"/>
                    </a:cubicBezTo>
                    <a:cubicBezTo>
                      <a:pt x="19431" y="102851"/>
                      <a:pt x="0" y="83420"/>
                      <a:pt x="0" y="54083"/>
                    </a:cubicBezTo>
                    <a:cubicBezTo>
                      <a:pt x="0" y="14078"/>
                      <a:pt x="34576" y="3124"/>
                      <a:pt x="55150" y="266"/>
                    </a:cubicBezTo>
                    <a:cubicBezTo>
                      <a:pt x="61150" y="-686"/>
                      <a:pt x="67151" y="1124"/>
                      <a:pt x="71723" y="5029"/>
                    </a:cubicBezTo>
                    <a:cubicBezTo>
                      <a:pt x="76295" y="8934"/>
                      <a:pt x="78867" y="14649"/>
                      <a:pt x="78867" y="20650"/>
                    </a:cubicBezTo>
                    <a:lnTo>
                      <a:pt x="78867" y="25603"/>
                    </a:lnTo>
                    <a:cubicBezTo>
                      <a:pt x="90678" y="31032"/>
                      <a:pt x="152305" y="57131"/>
                      <a:pt x="245459" y="57131"/>
                    </a:cubicBezTo>
                    <a:cubicBezTo>
                      <a:pt x="338614" y="57131"/>
                      <a:pt x="435197" y="30175"/>
                      <a:pt x="452151" y="25127"/>
                    </a:cubicBezTo>
                    <a:lnTo>
                      <a:pt x="452151" y="20555"/>
                    </a:lnTo>
                    <a:cubicBezTo>
                      <a:pt x="452151" y="14459"/>
                      <a:pt x="454819" y="8744"/>
                      <a:pt x="459486" y="4839"/>
                    </a:cubicBezTo>
                    <a:cubicBezTo>
                      <a:pt x="464153" y="933"/>
                      <a:pt x="470249" y="-686"/>
                      <a:pt x="476250" y="266"/>
                    </a:cubicBezTo>
                    <a:cubicBezTo>
                      <a:pt x="496634" y="3600"/>
                      <a:pt x="530923" y="15030"/>
                      <a:pt x="530923" y="54940"/>
                    </a:cubicBezTo>
                    <a:cubicBezTo>
                      <a:pt x="530923" y="84467"/>
                      <a:pt x="511397" y="103613"/>
                      <a:pt x="475774" y="108756"/>
                    </a:cubicBezTo>
                    <a:cubicBezTo>
                      <a:pt x="469868" y="109614"/>
                      <a:pt x="463772" y="107899"/>
                      <a:pt x="459295" y="103994"/>
                    </a:cubicBezTo>
                    <a:cubicBezTo>
                      <a:pt x="456438" y="101517"/>
                      <a:pt x="454437" y="98469"/>
                      <a:pt x="453200" y="95040"/>
                    </a:cubicBezTo>
                    <a:cubicBezTo>
                      <a:pt x="436912" y="105899"/>
                      <a:pt x="380238" y="135712"/>
                      <a:pt x="248126" y="135712"/>
                    </a:cubicBezTo>
                    <a:close/>
                    <a:moveTo>
                      <a:pt x="74866" y="84658"/>
                    </a:moveTo>
                    <a:cubicBezTo>
                      <a:pt x="76009" y="84658"/>
                      <a:pt x="77152" y="85230"/>
                      <a:pt x="77914" y="86182"/>
                    </a:cubicBezTo>
                    <a:cubicBezTo>
                      <a:pt x="78200" y="86563"/>
                      <a:pt x="111061" y="128187"/>
                      <a:pt x="247935" y="128187"/>
                    </a:cubicBezTo>
                    <a:cubicBezTo>
                      <a:pt x="402622" y="128187"/>
                      <a:pt x="452723" y="85991"/>
                      <a:pt x="453200" y="85611"/>
                    </a:cubicBezTo>
                    <a:cubicBezTo>
                      <a:pt x="454343" y="84658"/>
                      <a:pt x="455866" y="84372"/>
                      <a:pt x="457295" y="85039"/>
                    </a:cubicBezTo>
                    <a:cubicBezTo>
                      <a:pt x="458628" y="85611"/>
                      <a:pt x="459486" y="86944"/>
                      <a:pt x="459486" y="88468"/>
                    </a:cubicBezTo>
                    <a:cubicBezTo>
                      <a:pt x="459486" y="92278"/>
                      <a:pt x="461105" y="95898"/>
                      <a:pt x="464058" y="98374"/>
                    </a:cubicBezTo>
                    <a:cubicBezTo>
                      <a:pt x="466916" y="100850"/>
                      <a:pt x="470725" y="101898"/>
                      <a:pt x="474536" y="101422"/>
                    </a:cubicBezTo>
                    <a:cubicBezTo>
                      <a:pt x="474536" y="101422"/>
                      <a:pt x="474536" y="101422"/>
                      <a:pt x="474536" y="101422"/>
                    </a:cubicBezTo>
                    <a:cubicBezTo>
                      <a:pt x="496728" y="98183"/>
                      <a:pt x="523208" y="87515"/>
                      <a:pt x="523208" y="55035"/>
                    </a:cubicBezTo>
                    <a:cubicBezTo>
                      <a:pt x="523208" y="22555"/>
                      <a:pt x="496919" y="11315"/>
                      <a:pt x="474821" y="7791"/>
                    </a:cubicBezTo>
                    <a:cubicBezTo>
                      <a:pt x="471011" y="7124"/>
                      <a:pt x="467106" y="8172"/>
                      <a:pt x="464153" y="10649"/>
                    </a:cubicBezTo>
                    <a:cubicBezTo>
                      <a:pt x="461200" y="13125"/>
                      <a:pt x="459581" y="16745"/>
                      <a:pt x="459581" y="20555"/>
                    </a:cubicBezTo>
                    <a:lnTo>
                      <a:pt x="459581" y="27889"/>
                    </a:lnTo>
                    <a:cubicBezTo>
                      <a:pt x="459581" y="29508"/>
                      <a:pt x="458534" y="31032"/>
                      <a:pt x="456914" y="31508"/>
                    </a:cubicBezTo>
                    <a:cubicBezTo>
                      <a:pt x="455866" y="31794"/>
                      <a:pt x="350329" y="64656"/>
                      <a:pt x="245364" y="64656"/>
                    </a:cubicBezTo>
                    <a:cubicBezTo>
                      <a:pt x="140398" y="64656"/>
                      <a:pt x="73914" y="31604"/>
                      <a:pt x="73247" y="31318"/>
                    </a:cubicBezTo>
                    <a:cubicBezTo>
                      <a:pt x="72009" y="30651"/>
                      <a:pt x="71151" y="29413"/>
                      <a:pt x="71151" y="27984"/>
                    </a:cubicBezTo>
                    <a:lnTo>
                      <a:pt x="71151" y="20650"/>
                    </a:lnTo>
                    <a:cubicBezTo>
                      <a:pt x="71151" y="16840"/>
                      <a:pt x="69532" y="13221"/>
                      <a:pt x="66675" y="10744"/>
                    </a:cubicBezTo>
                    <a:cubicBezTo>
                      <a:pt x="63818" y="8267"/>
                      <a:pt x="60007" y="7220"/>
                      <a:pt x="56197" y="7791"/>
                    </a:cubicBezTo>
                    <a:cubicBezTo>
                      <a:pt x="34004" y="10934"/>
                      <a:pt x="7525" y="21507"/>
                      <a:pt x="7525" y="54178"/>
                    </a:cubicBezTo>
                    <a:cubicBezTo>
                      <a:pt x="7525" y="86849"/>
                      <a:pt x="33814" y="97803"/>
                      <a:pt x="55912" y="101517"/>
                    </a:cubicBezTo>
                    <a:cubicBezTo>
                      <a:pt x="59722" y="102184"/>
                      <a:pt x="63627" y="101041"/>
                      <a:pt x="66580" y="98565"/>
                    </a:cubicBezTo>
                    <a:cubicBezTo>
                      <a:pt x="69532" y="96088"/>
                      <a:pt x="71151" y="92468"/>
                      <a:pt x="71151" y="88563"/>
                    </a:cubicBezTo>
                    <a:cubicBezTo>
                      <a:pt x="71151" y="86944"/>
                      <a:pt x="72200" y="85515"/>
                      <a:pt x="73723" y="84944"/>
                    </a:cubicBezTo>
                    <a:cubicBezTo>
                      <a:pt x="74104" y="84848"/>
                      <a:pt x="74486" y="84753"/>
                      <a:pt x="74866" y="84753"/>
                    </a:cubicBezTo>
                    <a:close/>
                  </a:path>
                </a:pathLst>
              </a:custGeom>
              <a:solidFill>
                <a:srgbClr val="35357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1510;p45">
                <a:extLst>
                  <a:ext uri="{FF2B5EF4-FFF2-40B4-BE49-F238E27FC236}">
                    <a16:creationId xmlns:a16="http://schemas.microsoft.com/office/drawing/2014/main" id="{736B244E-E1B7-3D82-77D4-AA73F25703EF}"/>
                  </a:ext>
                </a:extLst>
              </p:cNvPr>
              <p:cNvSpPr/>
              <p:nvPr/>
            </p:nvSpPr>
            <p:spPr>
              <a:xfrm>
                <a:off x="-4245617" y="3663079"/>
                <a:ext cx="857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14300" extrusionOk="0">
                    <a:moveTo>
                      <a:pt x="24384" y="116669"/>
                    </a:moveTo>
                    <a:cubicBezTo>
                      <a:pt x="18574" y="116669"/>
                      <a:pt x="12954" y="114573"/>
                      <a:pt x="8477" y="110764"/>
                    </a:cubicBezTo>
                    <a:cubicBezTo>
                      <a:pt x="3048" y="106096"/>
                      <a:pt x="0" y="99334"/>
                      <a:pt x="0" y="92190"/>
                    </a:cubicBezTo>
                    <a:lnTo>
                      <a:pt x="0" y="24277"/>
                    </a:lnTo>
                    <a:cubicBezTo>
                      <a:pt x="0" y="17133"/>
                      <a:pt x="3143" y="10275"/>
                      <a:pt x="8667" y="5703"/>
                    </a:cubicBezTo>
                    <a:cubicBezTo>
                      <a:pt x="14192" y="1036"/>
                      <a:pt x="21431" y="-869"/>
                      <a:pt x="28480" y="369"/>
                    </a:cubicBezTo>
                    <a:cubicBezTo>
                      <a:pt x="65246" y="6370"/>
                      <a:pt x="86392" y="27610"/>
                      <a:pt x="86392" y="58852"/>
                    </a:cubicBezTo>
                    <a:cubicBezTo>
                      <a:pt x="86392" y="90094"/>
                      <a:pt x="65627" y="110954"/>
                      <a:pt x="28004" y="116383"/>
                    </a:cubicBezTo>
                    <a:cubicBezTo>
                      <a:pt x="26765" y="116574"/>
                      <a:pt x="25527" y="116669"/>
                      <a:pt x="24384" y="116669"/>
                    </a:cubicBezTo>
                    <a:close/>
                    <a:moveTo>
                      <a:pt x="24384" y="15132"/>
                    </a:moveTo>
                    <a:cubicBezTo>
                      <a:pt x="22193" y="15132"/>
                      <a:pt x="20098" y="15895"/>
                      <a:pt x="18479" y="17323"/>
                    </a:cubicBezTo>
                    <a:cubicBezTo>
                      <a:pt x="16383" y="19133"/>
                      <a:pt x="15240" y="21610"/>
                      <a:pt x="15240" y="24372"/>
                    </a:cubicBezTo>
                    <a:lnTo>
                      <a:pt x="15240" y="92285"/>
                    </a:lnTo>
                    <a:cubicBezTo>
                      <a:pt x="15240" y="95047"/>
                      <a:pt x="16383" y="97524"/>
                      <a:pt x="18479" y="99334"/>
                    </a:cubicBezTo>
                    <a:cubicBezTo>
                      <a:pt x="20574" y="101143"/>
                      <a:pt x="23241" y="101905"/>
                      <a:pt x="25908" y="101429"/>
                    </a:cubicBezTo>
                    <a:cubicBezTo>
                      <a:pt x="56102" y="97048"/>
                      <a:pt x="71342" y="82665"/>
                      <a:pt x="71342" y="58757"/>
                    </a:cubicBezTo>
                    <a:cubicBezTo>
                      <a:pt x="71342" y="28848"/>
                      <a:pt x="46767" y="18562"/>
                      <a:pt x="26098" y="15228"/>
                    </a:cubicBezTo>
                    <a:cubicBezTo>
                      <a:pt x="26098" y="15228"/>
                      <a:pt x="26098" y="15228"/>
                      <a:pt x="26098" y="15228"/>
                    </a:cubicBezTo>
                    <a:cubicBezTo>
                      <a:pt x="25527" y="15132"/>
                      <a:pt x="25051" y="15132"/>
                      <a:pt x="24479" y="151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1511;p45">
                <a:extLst>
                  <a:ext uri="{FF2B5EF4-FFF2-40B4-BE49-F238E27FC236}">
                    <a16:creationId xmlns:a16="http://schemas.microsoft.com/office/drawing/2014/main" id="{A2ECEBC9-134B-5A58-25FF-A844228CAE4A}"/>
                  </a:ext>
                </a:extLst>
              </p:cNvPr>
              <p:cNvSpPr/>
              <p:nvPr/>
            </p:nvSpPr>
            <p:spPr>
              <a:xfrm>
                <a:off x="-4626330" y="3687098"/>
                <a:ext cx="390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90525" h="114300" extrusionOk="0">
                    <a:moveTo>
                      <a:pt x="180594" y="119321"/>
                    </a:moveTo>
                    <a:cubicBezTo>
                      <a:pt x="37242" y="119321"/>
                      <a:pt x="2857" y="74553"/>
                      <a:pt x="1428" y="72648"/>
                    </a:cubicBezTo>
                    <a:cubicBezTo>
                      <a:pt x="476" y="71315"/>
                      <a:pt x="0" y="69791"/>
                      <a:pt x="0" y="68172"/>
                    </a:cubicBezTo>
                    <a:lnTo>
                      <a:pt x="0" y="7593"/>
                    </a:lnTo>
                    <a:cubicBezTo>
                      <a:pt x="0" y="4926"/>
                      <a:pt x="1333" y="2544"/>
                      <a:pt x="3619" y="1116"/>
                    </a:cubicBezTo>
                    <a:cubicBezTo>
                      <a:pt x="5810" y="-218"/>
                      <a:pt x="8667" y="-408"/>
                      <a:pt x="10953" y="830"/>
                    </a:cubicBezTo>
                    <a:cubicBezTo>
                      <a:pt x="11620" y="1116"/>
                      <a:pt x="75533" y="32929"/>
                      <a:pt x="177927" y="32929"/>
                    </a:cubicBezTo>
                    <a:cubicBezTo>
                      <a:pt x="280321" y="32929"/>
                      <a:pt x="385000" y="639"/>
                      <a:pt x="386048" y="353"/>
                    </a:cubicBezTo>
                    <a:cubicBezTo>
                      <a:pt x="388334" y="-313"/>
                      <a:pt x="390810" y="68"/>
                      <a:pt x="392811" y="1497"/>
                    </a:cubicBezTo>
                    <a:cubicBezTo>
                      <a:pt x="394716" y="2925"/>
                      <a:pt x="395859" y="5211"/>
                      <a:pt x="395859" y="7593"/>
                    </a:cubicBezTo>
                    <a:lnTo>
                      <a:pt x="395859" y="68172"/>
                    </a:lnTo>
                    <a:cubicBezTo>
                      <a:pt x="395859" y="70362"/>
                      <a:pt x="394906" y="72362"/>
                      <a:pt x="393287" y="73791"/>
                    </a:cubicBezTo>
                    <a:cubicBezTo>
                      <a:pt x="391191" y="75696"/>
                      <a:pt x="340137" y="119226"/>
                      <a:pt x="180498" y="119226"/>
                    </a:cubicBezTo>
                    <a:close/>
                    <a:moveTo>
                      <a:pt x="15144" y="65314"/>
                    </a:moveTo>
                    <a:cubicBezTo>
                      <a:pt x="22764" y="72743"/>
                      <a:pt x="61913" y="104176"/>
                      <a:pt x="180594" y="104176"/>
                    </a:cubicBezTo>
                    <a:cubicBezTo>
                      <a:pt x="314230" y="104176"/>
                      <a:pt x="368903" y="72553"/>
                      <a:pt x="380809" y="64457"/>
                    </a:cubicBezTo>
                    <a:lnTo>
                      <a:pt x="380809" y="17784"/>
                    </a:lnTo>
                    <a:cubicBezTo>
                      <a:pt x="352044" y="25881"/>
                      <a:pt x="264795" y="48169"/>
                      <a:pt x="177927" y="48169"/>
                    </a:cubicBezTo>
                    <a:cubicBezTo>
                      <a:pt x="95535" y="48169"/>
                      <a:pt x="38005" y="28738"/>
                      <a:pt x="15144" y="19308"/>
                    </a:cubicBezTo>
                    <a:lnTo>
                      <a:pt x="15144" y="653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1512;p45">
                <a:extLst>
                  <a:ext uri="{FF2B5EF4-FFF2-40B4-BE49-F238E27FC236}">
                    <a16:creationId xmlns:a16="http://schemas.microsoft.com/office/drawing/2014/main" id="{7AD1A177-A810-4FA8-75EB-0570675CB339}"/>
                  </a:ext>
                </a:extLst>
              </p:cNvPr>
              <p:cNvSpPr/>
              <p:nvPr/>
            </p:nvSpPr>
            <p:spPr>
              <a:xfrm>
                <a:off x="-4527462" y="3533907"/>
                <a:ext cx="1905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14300" extrusionOk="0">
                    <a:moveTo>
                      <a:pt x="190500" y="115253"/>
                    </a:moveTo>
                    <a:lnTo>
                      <a:pt x="7525" y="115253"/>
                    </a:lnTo>
                    <a:cubicBezTo>
                      <a:pt x="3334" y="115253"/>
                      <a:pt x="0" y="111824"/>
                      <a:pt x="0" y="107728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90500" y="0"/>
                    </a:lnTo>
                    <a:cubicBezTo>
                      <a:pt x="194691" y="0"/>
                      <a:pt x="198025" y="3429"/>
                      <a:pt x="198025" y="7525"/>
                    </a:cubicBezTo>
                    <a:lnTo>
                      <a:pt x="198025" y="107728"/>
                    </a:lnTo>
                    <a:cubicBezTo>
                      <a:pt x="198025" y="111919"/>
                      <a:pt x="194596" y="115253"/>
                      <a:pt x="190500" y="115253"/>
                    </a:cubicBezTo>
                    <a:close/>
                    <a:moveTo>
                      <a:pt x="15050" y="100108"/>
                    </a:moveTo>
                    <a:lnTo>
                      <a:pt x="182880" y="100108"/>
                    </a:lnTo>
                    <a:lnTo>
                      <a:pt x="182880" y="15050"/>
                    </a:lnTo>
                    <a:lnTo>
                      <a:pt x="15050" y="15050"/>
                    </a:lnTo>
                    <a:lnTo>
                      <a:pt x="15050" y="1001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1513;p45">
                <a:extLst>
                  <a:ext uri="{FF2B5EF4-FFF2-40B4-BE49-F238E27FC236}">
                    <a16:creationId xmlns:a16="http://schemas.microsoft.com/office/drawing/2014/main" id="{405D2F8F-01CD-70DD-D8B6-86DFEF8CC832}"/>
                  </a:ext>
                </a:extLst>
              </p:cNvPr>
              <p:cNvSpPr/>
              <p:nvPr/>
            </p:nvSpPr>
            <p:spPr>
              <a:xfrm>
                <a:off x="-4697578" y="3663176"/>
                <a:ext cx="857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14300" extrusionOk="0">
                    <a:moveTo>
                      <a:pt x="61913" y="116572"/>
                    </a:moveTo>
                    <a:cubicBezTo>
                      <a:pt x="60579" y="116572"/>
                      <a:pt x="59246" y="116477"/>
                      <a:pt x="57912" y="116286"/>
                    </a:cubicBezTo>
                    <a:cubicBezTo>
                      <a:pt x="20574" y="110000"/>
                      <a:pt x="0" y="89140"/>
                      <a:pt x="0" y="57803"/>
                    </a:cubicBezTo>
                    <a:cubicBezTo>
                      <a:pt x="0" y="26466"/>
                      <a:pt x="21241" y="5511"/>
                      <a:pt x="58388" y="272"/>
                    </a:cubicBezTo>
                    <a:cubicBezTo>
                      <a:pt x="65341" y="-776"/>
                      <a:pt x="72485" y="1225"/>
                      <a:pt x="77914" y="5892"/>
                    </a:cubicBezTo>
                    <a:cubicBezTo>
                      <a:pt x="83248" y="10464"/>
                      <a:pt x="86392" y="17227"/>
                      <a:pt x="86392" y="24370"/>
                    </a:cubicBezTo>
                    <a:lnTo>
                      <a:pt x="86392" y="92284"/>
                    </a:lnTo>
                    <a:cubicBezTo>
                      <a:pt x="86392" y="99523"/>
                      <a:pt x="83248" y="106285"/>
                      <a:pt x="77820" y="110952"/>
                    </a:cubicBezTo>
                    <a:cubicBezTo>
                      <a:pt x="73343" y="114762"/>
                      <a:pt x="67723" y="116763"/>
                      <a:pt x="62008" y="116763"/>
                    </a:cubicBezTo>
                    <a:close/>
                    <a:moveTo>
                      <a:pt x="62008" y="15036"/>
                    </a:moveTo>
                    <a:cubicBezTo>
                      <a:pt x="61532" y="15036"/>
                      <a:pt x="61056" y="15036"/>
                      <a:pt x="60579" y="15131"/>
                    </a:cubicBezTo>
                    <a:cubicBezTo>
                      <a:pt x="39814" y="18084"/>
                      <a:pt x="15145" y="27894"/>
                      <a:pt x="15145" y="57803"/>
                    </a:cubicBezTo>
                    <a:cubicBezTo>
                      <a:pt x="15145" y="87711"/>
                      <a:pt x="39720" y="97903"/>
                      <a:pt x="60389" y="101427"/>
                    </a:cubicBezTo>
                    <a:cubicBezTo>
                      <a:pt x="63151" y="101809"/>
                      <a:pt x="65913" y="101142"/>
                      <a:pt x="68009" y="99332"/>
                    </a:cubicBezTo>
                    <a:cubicBezTo>
                      <a:pt x="70104" y="97522"/>
                      <a:pt x="71247" y="95046"/>
                      <a:pt x="71247" y="92188"/>
                    </a:cubicBezTo>
                    <a:lnTo>
                      <a:pt x="71247" y="24275"/>
                    </a:lnTo>
                    <a:cubicBezTo>
                      <a:pt x="71247" y="21513"/>
                      <a:pt x="70104" y="19036"/>
                      <a:pt x="68104" y="17322"/>
                    </a:cubicBezTo>
                    <a:cubicBezTo>
                      <a:pt x="66390" y="15893"/>
                      <a:pt x="64294" y="15131"/>
                      <a:pt x="62103" y="151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1514;p45">
                <a:extLst>
                  <a:ext uri="{FF2B5EF4-FFF2-40B4-BE49-F238E27FC236}">
                    <a16:creationId xmlns:a16="http://schemas.microsoft.com/office/drawing/2014/main" id="{D7445A47-55BF-98ED-7665-A7FA91A1FD58}"/>
                  </a:ext>
                </a:extLst>
              </p:cNvPr>
              <p:cNvSpPr/>
              <p:nvPr/>
            </p:nvSpPr>
            <p:spPr>
              <a:xfrm>
                <a:off x="-4964754" y="3784300"/>
                <a:ext cx="762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85725" extrusionOk="0">
                    <a:moveTo>
                      <a:pt x="75629" y="86794"/>
                    </a:moveTo>
                    <a:lnTo>
                      <a:pt x="7525" y="86794"/>
                    </a:lnTo>
                    <a:cubicBezTo>
                      <a:pt x="3334" y="86794"/>
                      <a:pt x="0" y="83365"/>
                      <a:pt x="0" y="79269"/>
                    </a:cubicBezTo>
                    <a:lnTo>
                      <a:pt x="0" y="7641"/>
                    </a:lnTo>
                    <a:cubicBezTo>
                      <a:pt x="0" y="3736"/>
                      <a:pt x="2953" y="497"/>
                      <a:pt x="6858" y="116"/>
                    </a:cubicBezTo>
                    <a:cubicBezTo>
                      <a:pt x="10763" y="-265"/>
                      <a:pt x="14288" y="2402"/>
                      <a:pt x="14954" y="6212"/>
                    </a:cubicBezTo>
                    <a:cubicBezTo>
                      <a:pt x="14954" y="6498"/>
                      <a:pt x="20955" y="36216"/>
                      <a:pt x="41624" y="36216"/>
                    </a:cubicBezTo>
                    <a:cubicBezTo>
                      <a:pt x="62293" y="36216"/>
                      <a:pt x="68199" y="6498"/>
                      <a:pt x="68294" y="6212"/>
                    </a:cubicBezTo>
                    <a:cubicBezTo>
                      <a:pt x="68961" y="2402"/>
                      <a:pt x="72580" y="-265"/>
                      <a:pt x="76391" y="21"/>
                    </a:cubicBezTo>
                    <a:cubicBezTo>
                      <a:pt x="80296" y="402"/>
                      <a:pt x="83248" y="3640"/>
                      <a:pt x="83248" y="7546"/>
                    </a:cubicBezTo>
                    <a:lnTo>
                      <a:pt x="83248" y="79174"/>
                    </a:lnTo>
                    <a:cubicBezTo>
                      <a:pt x="83248" y="83365"/>
                      <a:pt x="79820" y="86699"/>
                      <a:pt x="75724" y="86699"/>
                    </a:cubicBezTo>
                    <a:close/>
                    <a:moveTo>
                      <a:pt x="15050" y="71649"/>
                    </a:moveTo>
                    <a:lnTo>
                      <a:pt x="68104" y="71649"/>
                    </a:lnTo>
                    <a:lnTo>
                      <a:pt x="68104" y="39645"/>
                    </a:lnTo>
                    <a:cubicBezTo>
                      <a:pt x="61913" y="46312"/>
                      <a:pt x="53340" y="51361"/>
                      <a:pt x="41624" y="51361"/>
                    </a:cubicBezTo>
                    <a:cubicBezTo>
                      <a:pt x="29909" y="51361"/>
                      <a:pt x="21336" y="46312"/>
                      <a:pt x="15145" y="39645"/>
                    </a:cubicBezTo>
                    <a:lnTo>
                      <a:pt x="15145" y="716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1515;p45">
                <a:extLst>
                  <a:ext uri="{FF2B5EF4-FFF2-40B4-BE49-F238E27FC236}">
                    <a16:creationId xmlns:a16="http://schemas.microsoft.com/office/drawing/2014/main" id="{2C3CFD7E-1405-CE94-8D05-9EAD42FD8692}"/>
                  </a:ext>
                </a:extLst>
              </p:cNvPr>
              <p:cNvSpPr/>
              <p:nvPr/>
            </p:nvSpPr>
            <p:spPr>
              <a:xfrm>
                <a:off x="-4964849" y="3708542"/>
                <a:ext cx="762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23825" extrusionOk="0">
                    <a:moveTo>
                      <a:pt x="41624" y="127118"/>
                    </a:moveTo>
                    <a:cubicBezTo>
                      <a:pt x="8382" y="127118"/>
                      <a:pt x="476" y="86542"/>
                      <a:pt x="95" y="84732"/>
                    </a:cubicBezTo>
                    <a:cubicBezTo>
                      <a:pt x="95" y="84255"/>
                      <a:pt x="0" y="83779"/>
                      <a:pt x="0" y="83398"/>
                    </a:cubicBezTo>
                    <a:lnTo>
                      <a:pt x="0" y="7579"/>
                    </a:lnTo>
                    <a:cubicBezTo>
                      <a:pt x="0" y="4626"/>
                      <a:pt x="1714" y="1960"/>
                      <a:pt x="4286" y="721"/>
                    </a:cubicBezTo>
                    <a:cubicBezTo>
                      <a:pt x="6954" y="-517"/>
                      <a:pt x="10001" y="-136"/>
                      <a:pt x="12288" y="1674"/>
                    </a:cubicBezTo>
                    <a:cubicBezTo>
                      <a:pt x="28766" y="15104"/>
                      <a:pt x="54388" y="15104"/>
                      <a:pt x="70866" y="1674"/>
                    </a:cubicBezTo>
                    <a:cubicBezTo>
                      <a:pt x="73152" y="-136"/>
                      <a:pt x="76295" y="-517"/>
                      <a:pt x="78867" y="721"/>
                    </a:cubicBezTo>
                    <a:cubicBezTo>
                      <a:pt x="81534" y="1960"/>
                      <a:pt x="83154" y="4626"/>
                      <a:pt x="83154" y="7579"/>
                    </a:cubicBezTo>
                    <a:lnTo>
                      <a:pt x="83154" y="83398"/>
                    </a:lnTo>
                    <a:cubicBezTo>
                      <a:pt x="83154" y="83398"/>
                      <a:pt x="83154" y="84351"/>
                      <a:pt x="83058" y="84732"/>
                    </a:cubicBezTo>
                    <a:cubicBezTo>
                      <a:pt x="82772" y="86446"/>
                      <a:pt x="74772" y="127118"/>
                      <a:pt x="41529" y="127118"/>
                    </a:cubicBezTo>
                    <a:close/>
                    <a:moveTo>
                      <a:pt x="15145" y="82636"/>
                    </a:moveTo>
                    <a:cubicBezTo>
                      <a:pt x="16097" y="86923"/>
                      <a:pt x="22670" y="112068"/>
                      <a:pt x="41624" y="112068"/>
                    </a:cubicBezTo>
                    <a:cubicBezTo>
                      <a:pt x="60579" y="112068"/>
                      <a:pt x="67151" y="86923"/>
                      <a:pt x="68104" y="82636"/>
                    </a:cubicBezTo>
                    <a:lnTo>
                      <a:pt x="68104" y="21295"/>
                    </a:lnTo>
                    <a:cubicBezTo>
                      <a:pt x="51625" y="29106"/>
                      <a:pt x="31528" y="29106"/>
                      <a:pt x="15050" y="21295"/>
                    </a:cubicBezTo>
                    <a:lnTo>
                      <a:pt x="15050" y="826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1516;p45">
                <a:extLst>
                  <a:ext uri="{FF2B5EF4-FFF2-40B4-BE49-F238E27FC236}">
                    <a16:creationId xmlns:a16="http://schemas.microsoft.com/office/drawing/2014/main" id="{A3A1AA3A-1B43-E178-8E58-DB4E5A3DF5E8}"/>
                  </a:ext>
                </a:extLst>
              </p:cNvPr>
              <p:cNvSpPr/>
              <p:nvPr/>
            </p:nvSpPr>
            <p:spPr>
              <a:xfrm>
                <a:off x="-4964754" y="3389223"/>
                <a:ext cx="762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9550" extrusionOk="0">
                    <a:moveTo>
                      <a:pt x="75629" y="215932"/>
                    </a:moveTo>
                    <a:cubicBezTo>
                      <a:pt x="73914" y="215932"/>
                      <a:pt x="72200" y="215360"/>
                      <a:pt x="70866" y="214217"/>
                    </a:cubicBezTo>
                    <a:cubicBezTo>
                      <a:pt x="54102" y="200501"/>
                      <a:pt x="28766" y="200596"/>
                      <a:pt x="12287" y="214217"/>
                    </a:cubicBezTo>
                    <a:cubicBezTo>
                      <a:pt x="10001" y="216027"/>
                      <a:pt x="6953" y="216408"/>
                      <a:pt x="4286" y="215170"/>
                    </a:cubicBezTo>
                    <a:cubicBezTo>
                      <a:pt x="1619" y="213932"/>
                      <a:pt x="0" y="211265"/>
                      <a:pt x="0" y="20831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75629" y="0"/>
                    </a:lnTo>
                    <a:cubicBezTo>
                      <a:pt x="79820" y="0"/>
                      <a:pt x="83153" y="3429"/>
                      <a:pt x="83153" y="7525"/>
                    </a:cubicBezTo>
                    <a:lnTo>
                      <a:pt x="83153" y="208407"/>
                    </a:lnTo>
                    <a:cubicBezTo>
                      <a:pt x="83153" y="211360"/>
                      <a:pt x="81439" y="214027"/>
                      <a:pt x="78867" y="215265"/>
                    </a:cubicBezTo>
                    <a:cubicBezTo>
                      <a:pt x="77819" y="215741"/>
                      <a:pt x="76771" y="216027"/>
                      <a:pt x="75629" y="216027"/>
                    </a:cubicBezTo>
                    <a:close/>
                    <a:moveTo>
                      <a:pt x="41529" y="188595"/>
                    </a:moveTo>
                    <a:cubicBezTo>
                      <a:pt x="50864" y="188595"/>
                      <a:pt x="59817" y="190691"/>
                      <a:pt x="68009" y="194596"/>
                    </a:cubicBezTo>
                    <a:lnTo>
                      <a:pt x="68009" y="15050"/>
                    </a:lnTo>
                    <a:lnTo>
                      <a:pt x="14954" y="15050"/>
                    </a:lnTo>
                    <a:lnTo>
                      <a:pt x="14954" y="194596"/>
                    </a:lnTo>
                    <a:cubicBezTo>
                      <a:pt x="23146" y="190691"/>
                      <a:pt x="32290" y="188595"/>
                      <a:pt x="41434" y="1885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1517;p45">
                <a:extLst>
                  <a:ext uri="{FF2B5EF4-FFF2-40B4-BE49-F238E27FC236}">
                    <a16:creationId xmlns:a16="http://schemas.microsoft.com/office/drawing/2014/main" id="{C9F575A1-F8FD-D07F-CDB6-F4D3152D3745}"/>
                  </a:ext>
                </a:extLst>
              </p:cNvPr>
              <p:cNvSpPr/>
              <p:nvPr/>
            </p:nvSpPr>
            <p:spPr>
              <a:xfrm>
                <a:off x="-5157941" y="3359962"/>
                <a:ext cx="2762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38100" extrusionOk="0">
                    <a:moveTo>
                      <a:pt x="268815" y="44311"/>
                    </a:moveTo>
                    <a:lnTo>
                      <a:pt x="200711" y="44311"/>
                    </a:lnTo>
                    <a:cubicBezTo>
                      <a:pt x="198902" y="44311"/>
                      <a:pt x="197187" y="43644"/>
                      <a:pt x="195854" y="42501"/>
                    </a:cubicBezTo>
                    <a:lnTo>
                      <a:pt x="45645" y="42501"/>
                    </a:lnTo>
                    <a:cubicBezTo>
                      <a:pt x="25166" y="42501"/>
                      <a:pt x="6973" y="29452"/>
                      <a:pt x="401" y="9926"/>
                    </a:cubicBezTo>
                    <a:cubicBezTo>
                      <a:pt x="-933" y="5926"/>
                      <a:pt x="1163" y="1639"/>
                      <a:pt x="5163" y="401"/>
                    </a:cubicBezTo>
                    <a:cubicBezTo>
                      <a:pt x="9164" y="-932"/>
                      <a:pt x="13450" y="1163"/>
                      <a:pt x="14688" y="5163"/>
                    </a:cubicBezTo>
                    <a:cubicBezTo>
                      <a:pt x="19260" y="18689"/>
                      <a:pt x="31357" y="27452"/>
                      <a:pt x="45549" y="27452"/>
                    </a:cubicBezTo>
                    <a:lnTo>
                      <a:pt x="268720" y="27452"/>
                    </a:lnTo>
                    <a:cubicBezTo>
                      <a:pt x="272911" y="27452"/>
                      <a:pt x="276245" y="30881"/>
                      <a:pt x="276245" y="34977"/>
                    </a:cubicBezTo>
                    <a:lnTo>
                      <a:pt x="276245" y="36786"/>
                    </a:lnTo>
                    <a:cubicBezTo>
                      <a:pt x="276245" y="40977"/>
                      <a:pt x="272816" y="44311"/>
                      <a:pt x="268720" y="443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1518;p45">
                <a:extLst>
                  <a:ext uri="{FF2B5EF4-FFF2-40B4-BE49-F238E27FC236}">
                    <a16:creationId xmlns:a16="http://schemas.microsoft.com/office/drawing/2014/main" id="{D0E3180C-9797-9A31-EED1-79A6E6929AC5}"/>
                  </a:ext>
                </a:extLst>
              </p:cNvPr>
              <p:cNvSpPr/>
              <p:nvPr/>
            </p:nvSpPr>
            <p:spPr>
              <a:xfrm>
                <a:off x="-4962944" y="3601749"/>
                <a:ext cx="7620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4775" extrusionOk="0">
                    <a:moveTo>
                      <a:pt x="39719" y="112181"/>
                    </a:moveTo>
                    <a:cubicBezTo>
                      <a:pt x="17812" y="112181"/>
                      <a:pt x="0" y="94370"/>
                      <a:pt x="0" y="72462"/>
                    </a:cubicBezTo>
                    <a:lnTo>
                      <a:pt x="0" y="37791"/>
                    </a:lnTo>
                    <a:cubicBezTo>
                      <a:pt x="0" y="21122"/>
                      <a:pt x="10573" y="6073"/>
                      <a:pt x="26194" y="453"/>
                    </a:cubicBezTo>
                    <a:cubicBezTo>
                      <a:pt x="28480" y="-404"/>
                      <a:pt x="31052" y="-23"/>
                      <a:pt x="33051" y="1406"/>
                    </a:cubicBezTo>
                    <a:cubicBezTo>
                      <a:pt x="35052" y="2835"/>
                      <a:pt x="36290" y="5121"/>
                      <a:pt x="36290" y="7597"/>
                    </a:cubicBezTo>
                    <a:lnTo>
                      <a:pt x="36290" y="60080"/>
                    </a:lnTo>
                    <a:cubicBezTo>
                      <a:pt x="36290" y="60080"/>
                      <a:pt x="37624" y="61413"/>
                      <a:pt x="39624" y="61413"/>
                    </a:cubicBezTo>
                    <a:cubicBezTo>
                      <a:pt x="41624" y="61413"/>
                      <a:pt x="42863" y="60461"/>
                      <a:pt x="42958" y="60080"/>
                    </a:cubicBezTo>
                    <a:lnTo>
                      <a:pt x="42958" y="7692"/>
                    </a:lnTo>
                    <a:cubicBezTo>
                      <a:pt x="42958" y="5216"/>
                      <a:pt x="44101" y="2930"/>
                      <a:pt x="46101" y="1501"/>
                    </a:cubicBezTo>
                    <a:cubicBezTo>
                      <a:pt x="48101" y="72"/>
                      <a:pt x="50673" y="-309"/>
                      <a:pt x="52959" y="548"/>
                    </a:cubicBezTo>
                    <a:cubicBezTo>
                      <a:pt x="58388" y="2454"/>
                      <a:pt x="63436" y="5692"/>
                      <a:pt x="67627" y="9883"/>
                    </a:cubicBezTo>
                    <a:cubicBezTo>
                      <a:pt x="75152" y="17408"/>
                      <a:pt x="79248" y="27314"/>
                      <a:pt x="79248" y="37982"/>
                    </a:cubicBezTo>
                    <a:lnTo>
                      <a:pt x="79248" y="72653"/>
                    </a:lnTo>
                    <a:cubicBezTo>
                      <a:pt x="79248" y="94560"/>
                      <a:pt x="61436" y="112372"/>
                      <a:pt x="39529" y="112372"/>
                    </a:cubicBezTo>
                    <a:close/>
                    <a:moveTo>
                      <a:pt x="21241" y="21504"/>
                    </a:moveTo>
                    <a:cubicBezTo>
                      <a:pt x="17431" y="25885"/>
                      <a:pt x="15145" y="31600"/>
                      <a:pt x="15145" y="37696"/>
                    </a:cubicBezTo>
                    <a:lnTo>
                      <a:pt x="15145" y="72367"/>
                    </a:lnTo>
                    <a:cubicBezTo>
                      <a:pt x="15145" y="85988"/>
                      <a:pt x="26194" y="97037"/>
                      <a:pt x="39719" y="97037"/>
                    </a:cubicBezTo>
                    <a:cubicBezTo>
                      <a:pt x="53245" y="97037"/>
                      <a:pt x="64294" y="85988"/>
                      <a:pt x="64294" y="72367"/>
                    </a:cubicBezTo>
                    <a:lnTo>
                      <a:pt x="64294" y="37696"/>
                    </a:lnTo>
                    <a:cubicBezTo>
                      <a:pt x="64294" y="31600"/>
                      <a:pt x="62103" y="25885"/>
                      <a:pt x="58198" y="21408"/>
                    </a:cubicBezTo>
                    <a:lnTo>
                      <a:pt x="58198" y="59794"/>
                    </a:lnTo>
                    <a:cubicBezTo>
                      <a:pt x="58198" y="69033"/>
                      <a:pt x="50102" y="76272"/>
                      <a:pt x="39719" y="76272"/>
                    </a:cubicBezTo>
                    <a:cubicBezTo>
                      <a:pt x="29337" y="76272"/>
                      <a:pt x="21241" y="69033"/>
                      <a:pt x="21241" y="59794"/>
                    </a:cubicBezTo>
                    <a:lnTo>
                      <a:pt x="21241" y="214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1519;p45">
                <a:extLst>
                  <a:ext uri="{FF2B5EF4-FFF2-40B4-BE49-F238E27FC236}">
                    <a16:creationId xmlns:a16="http://schemas.microsoft.com/office/drawing/2014/main" id="{9658AD4B-EFCD-AAD4-F684-E488F64848FA}"/>
                  </a:ext>
                </a:extLst>
              </p:cNvPr>
              <p:cNvSpPr/>
              <p:nvPr/>
            </p:nvSpPr>
            <p:spPr>
              <a:xfrm>
                <a:off x="-4494029" y="355105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36481" y="72962"/>
                    </a:moveTo>
                    <a:cubicBezTo>
                      <a:pt x="16383" y="72962"/>
                      <a:pt x="0" y="56579"/>
                      <a:pt x="0" y="36481"/>
                    </a:cubicBezTo>
                    <a:cubicBezTo>
                      <a:pt x="0" y="16383"/>
                      <a:pt x="16383" y="0"/>
                      <a:pt x="36481" y="0"/>
                    </a:cubicBezTo>
                    <a:cubicBezTo>
                      <a:pt x="56579" y="0"/>
                      <a:pt x="72962" y="16383"/>
                      <a:pt x="72962" y="36481"/>
                    </a:cubicBezTo>
                    <a:cubicBezTo>
                      <a:pt x="72962" y="56579"/>
                      <a:pt x="56579" y="72962"/>
                      <a:pt x="36481" y="72962"/>
                    </a:cubicBezTo>
                    <a:close/>
                    <a:moveTo>
                      <a:pt x="36481" y="15049"/>
                    </a:moveTo>
                    <a:cubicBezTo>
                      <a:pt x="24670" y="15049"/>
                      <a:pt x="15050" y="24670"/>
                      <a:pt x="15050" y="36481"/>
                    </a:cubicBezTo>
                    <a:cubicBezTo>
                      <a:pt x="15050" y="48292"/>
                      <a:pt x="24670" y="57912"/>
                      <a:pt x="36481" y="57912"/>
                    </a:cubicBezTo>
                    <a:cubicBezTo>
                      <a:pt x="48292" y="57912"/>
                      <a:pt x="57912" y="48292"/>
                      <a:pt x="57912" y="36481"/>
                    </a:cubicBezTo>
                    <a:cubicBezTo>
                      <a:pt x="57912" y="24670"/>
                      <a:pt x="48292" y="15049"/>
                      <a:pt x="36481" y="150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1520;p45">
                <a:extLst>
                  <a:ext uri="{FF2B5EF4-FFF2-40B4-BE49-F238E27FC236}">
                    <a16:creationId xmlns:a16="http://schemas.microsoft.com/office/drawing/2014/main" id="{5C447269-37D8-DEA2-2E76-4E8D17FFA82E}"/>
                  </a:ext>
                </a:extLst>
              </p:cNvPr>
              <p:cNvSpPr/>
              <p:nvPr/>
            </p:nvSpPr>
            <p:spPr>
              <a:xfrm>
                <a:off x="-4909890" y="3041371"/>
                <a:ext cx="666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14300" extrusionOk="0">
                    <a:moveTo>
                      <a:pt x="68103" y="47339"/>
                    </a:moveTo>
                    <a:lnTo>
                      <a:pt x="68103" y="89440"/>
                    </a:lnTo>
                    <a:cubicBezTo>
                      <a:pt x="68103" y="108109"/>
                      <a:pt x="52768" y="123539"/>
                      <a:pt x="34100" y="123539"/>
                    </a:cubicBezTo>
                    <a:cubicBezTo>
                      <a:pt x="15430" y="123539"/>
                      <a:pt x="0" y="108204"/>
                      <a:pt x="0" y="89440"/>
                    </a:cubicBezTo>
                    <a:lnTo>
                      <a:pt x="0" y="34004"/>
                    </a:lnTo>
                    <a:cubicBezTo>
                      <a:pt x="0" y="15335"/>
                      <a:pt x="15335" y="0"/>
                      <a:pt x="34100" y="0"/>
                    </a:cubicBezTo>
                    <a:cubicBezTo>
                      <a:pt x="43434" y="0"/>
                      <a:pt x="51911" y="3810"/>
                      <a:pt x="58102" y="10001"/>
                    </a:cubicBezTo>
                    <a:cubicBezTo>
                      <a:pt x="64294" y="16193"/>
                      <a:pt x="68103" y="24670"/>
                      <a:pt x="68103" y="34004"/>
                    </a:cubicBezTo>
                    <a:lnTo>
                      <a:pt x="68103" y="4743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1521;p45">
                <a:extLst>
                  <a:ext uri="{FF2B5EF4-FFF2-40B4-BE49-F238E27FC236}">
                    <a16:creationId xmlns:a16="http://schemas.microsoft.com/office/drawing/2014/main" id="{84B0E058-2E84-6210-9422-C3C6C3361F26}"/>
                  </a:ext>
                </a:extLst>
              </p:cNvPr>
              <p:cNvSpPr/>
              <p:nvPr/>
            </p:nvSpPr>
            <p:spPr>
              <a:xfrm>
                <a:off x="-4502601" y="3088710"/>
                <a:ext cx="1428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6200" extrusionOk="0">
                    <a:moveTo>
                      <a:pt x="0" y="0"/>
                    </a:moveTo>
                    <a:lnTo>
                      <a:pt x="148400" y="0"/>
                    </a:lnTo>
                    <a:lnTo>
                      <a:pt x="148400" y="81344"/>
                    </a:lnTo>
                    <a:lnTo>
                      <a:pt x="0" y="813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1522;p45">
                <a:extLst>
                  <a:ext uri="{FF2B5EF4-FFF2-40B4-BE49-F238E27FC236}">
                    <a16:creationId xmlns:a16="http://schemas.microsoft.com/office/drawing/2014/main" id="{348656B5-E2E5-E2C4-E63F-2D0F32341F92}"/>
                  </a:ext>
                </a:extLst>
              </p:cNvPr>
              <p:cNvSpPr/>
              <p:nvPr/>
            </p:nvSpPr>
            <p:spPr>
              <a:xfrm>
                <a:off x="-3983108" y="3041371"/>
                <a:ext cx="666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14300" extrusionOk="0">
                    <a:moveTo>
                      <a:pt x="68199" y="47339"/>
                    </a:moveTo>
                    <a:lnTo>
                      <a:pt x="68199" y="89440"/>
                    </a:lnTo>
                    <a:cubicBezTo>
                      <a:pt x="68199" y="108109"/>
                      <a:pt x="52864" y="123539"/>
                      <a:pt x="34100" y="123539"/>
                    </a:cubicBezTo>
                    <a:cubicBezTo>
                      <a:pt x="15335" y="123539"/>
                      <a:pt x="0" y="108204"/>
                      <a:pt x="0" y="89440"/>
                    </a:cubicBezTo>
                    <a:lnTo>
                      <a:pt x="0" y="34004"/>
                    </a:lnTo>
                    <a:cubicBezTo>
                      <a:pt x="0" y="15335"/>
                      <a:pt x="15335" y="0"/>
                      <a:pt x="34100" y="0"/>
                    </a:cubicBezTo>
                    <a:cubicBezTo>
                      <a:pt x="43434" y="0"/>
                      <a:pt x="52007" y="3810"/>
                      <a:pt x="58198" y="10001"/>
                    </a:cubicBezTo>
                    <a:cubicBezTo>
                      <a:pt x="64389" y="16193"/>
                      <a:pt x="68199" y="24670"/>
                      <a:pt x="68199" y="34004"/>
                    </a:cubicBezTo>
                    <a:lnTo>
                      <a:pt x="68199" y="4743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1523;p45">
                <a:extLst>
                  <a:ext uri="{FF2B5EF4-FFF2-40B4-BE49-F238E27FC236}">
                    <a16:creationId xmlns:a16="http://schemas.microsoft.com/office/drawing/2014/main" id="{327107EF-ACD3-2E81-7EF0-83C8A9EA6329}"/>
                  </a:ext>
                </a:extLst>
              </p:cNvPr>
              <p:cNvSpPr/>
              <p:nvPr/>
            </p:nvSpPr>
            <p:spPr>
              <a:xfrm>
                <a:off x="-5015440" y="2849728"/>
                <a:ext cx="11715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71575" h="114300" extrusionOk="0">
                    <a:moveTo>
                      <a:pt x="1727" y="97822"/>
                    </a:moveTo>
                    <a:cubicBezTo>
                      <a:pt x="-939" y="90106"/>
                      <a:pt x="-654" y="81248"/>
                      <a:pt x="3537" y="72961"/>
                    </a:cubicBezTo>
                    <a:lnTo>
                      <a:pt x="31445" y="17812"/>
                    </a:lnTo>
                    <a:cubicBezTo>
                      <a:pt x="36970" y="6953"/>
                      <a:pt x="48209" y="0"/>
                      <a:pt x="60402" y="0"/>
                    </a:cubicBezTo>
                    <a:lnTo>
                      <a:pt x="1113581" y="0"/>
                    </a:lnTo>
                    <a:cubicBezTo>
                      <a:pt x="1125773" y="0"/>
                      <a:pt x="1137012" y="6858"/>
                      <a:pt x="1142537" y="17812"/>
                    </a:cubicBezTo>
                    <a:lnTo>
                      <a:pt x="1170445" y="72961"/>
                    </a:lnTo>
                    <a:cubicBezTo>
                      <a:pt x="1174636" y="81248"/>
                      <a:pt x="1174922" y="90106"/>
                      <a:pt x="1172255" y="97917"/>
                    </a:cubicBezTo>
                    <a:cubicBezTo>
                      <a:pt x="1168064" y="110490"/>
                      <a:pt x="1156348" y="120205"/>
                      <a:pt x="1141394" y="120205"/>
                    </a:cubicBezTo>
                    <a:lnTo>
                      <a:pt x="32493" y="120205"/>
                    </a:lnTo>
                    <a:cubicBezTo>
                      <a:pt x="17539" y="120205"/>
                      <a:pt x="5823" y="110395"/>
                      <a:pt x="1632" y="978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1524;p45">
                <a:extLst>
                  <a:ext uri="{FF2B5EF4-FFF2-40B4-BE49-F238E27FC236}">
                    <a16:creationId xmlns:a16="http://schemas.microsoft.com/office/drawing/2014/main" id="{41D25A8E-3CA3-7B98-A997-1DB5B787E11D}"/>
                  </a:ext>
                </a:extLst>
              </p:cNvPr>
              <p:cNvSpPr/>
              <p:nvPr/>
            </p:nvSpPr>
            <p:spPr>
              <a:xfrm>
                <a:off x="-5013713" y="3066325"/>
                <a:ext cx="116205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1162050" h="276225" extrusionOk="0">
                    <a:moveTo>
                      <a:pt x="1170623" y="95"/>
                    </a:moveTo>
                    <a:lnTo>
                      <a:pt x="1170623" y="217075"/>
                    </a:lnTo>
                    <a:cubicBezTo>
                      <a:pt x="1170623" y="253746"/>
                      <a:pt x="1140905" y="283464"/>
                      <a:pt x="1104233" y="283464"/>
                    </a:cubicBezTo>
                    <a:lnTo>
                      <a:pt x="66390" y="283464"/>
                    </a:lnTo>
                    <a:cubicBezTo>
                      <a:pt x="29718" y="283464"/>
                      <a:pt x="0" y="253746"/>
                      <a:pt x="0" y="217075"/>
                    </a:cubicBezTo>
                    <a:lnTo>
                      <a:pt x="0" y="0"/>
                    </a:lnTo>
                    <a:cubicBezTo>
                      <a:pt x="4191" y="12573"/>
                      <a:pt x="15907" y="22288"/>
                      <a:pt x="30861" y="22288"/>
                    </a:cubicBezTo>
                    <a:lnTo>
                      <a:pt x="103918" y="22288"/>
                    </a:lnTo>
                    <a:lnTo>
                      <a:pt x="103918" y="64389"/>
                    </a:lnTo>
                    <a:cubicBezTo>
                      <a:pt x="103918" y="83058"/>
                      <a:pt x="119253" y="98488"/>
                      <a:pt x="138017" y="98488"/>
                    </a:cubicBezTo>
                    <a:cubicBezTo>
                      <a:pt x="156782" y="98488"/>
                      <a:pt x="172021" y="83153"/>
                      <a:pt x="172021" y="64389"/>
                    </a:cubicBezTo>
                    <a:lnTo>
                      <a:pt x="172021" y="22288"/>
                    </a:lnTo>
                    <a:lnTo>
                      <a:pt x="511207" y="22288"/>
                    </a:lnTo>
                    <a:lnTo>
                      <a:pt x="511207" y="103632"/>
                    </a:lnTo>
                    <a:lnTo>
                      <a:pt x="659606" y="103632"/>
                    </a:lnTo>
                    <a:lnTo>
                      <a:pt x="659606" y="22288"/>
                    </a:lnTo>
                    <a:lnTo>
                      <a:pt x="1030796" y="22288"/>
                    </a:lnTo>
                    <a:lnTo>
                      <a:pt x="1030796" y="64389"/>
                    </a:lnTo>
                    <a:cubicBezTo>
                      <a:pt x="1030796" y="83058"/>
                      <a:pt x="1046131" y="98488"/>
                      <a:pt x="1064895" y="98488"/>
                    </a:cubicBezTo>
                    <a:cubicBezTo>
                      <a:pt x="1083659" y="98488"/>
                      <a:pt x="1098995" y="83153"/>
                      <a:pt x="1098995" y="64389"/>
                    </a:cubicBezTo>
                    <a:lnTo>
                      <a:pt x="1098995" y="22288"/>
                    </a:lnTo>
                    <a:lnTo>
                      <a:pt x="1139952" y="22288"/>
                    </a:lnTo>
                    <a:cubicBezTo>
                      <a:pt x="1155002" y="22288"/>
                      <a:pt x="1166622" y="12573"/>
                      <a:pt x="1170813" y="0"/>
                    </a:cubicBezTo>
                    <a:close/>
                    <a:moveTo>
                      <a:pt x="812388" y="114586"/>
                    </a:moveTo>
                    <a:lnTo>
                      <a:pt x="812388" y="81439"/>
                    </a:lnTo>
                    <a:lnTo>
                      <a:pt x="713327" y="81439"/>
                    </a:lnTo>
                    <a:lnTo>
                      <a:pt x="713327" y="114586"/>
                    </a:lnTo>
                    <a:lnTo>
                      <a:pt x="749618" y="114586"/>
                    </a:lnTo>
                    <a:lnTo>
                      <a:pt x="749618" y="156591"/>
                    </a:lnTo>
                    <a:lnTo>
                      <a:pt x="738092" y="158305"/>
                    </a:lnTo>
                    <a:cubicBezTo>
                      <a:pt x="735425" y="152305"/>
                      <a:pt x="732473" y="145733"/>
                      <a:pt x="729139" y="138113"/>
                    </a:cubicBezTo>
                    <a:cubicBezTo>
                      <a:pt x="630746" y="175641"/>
                      <a:pt x="539592" y="175546"/>
                      <a:pt x="441389" y="138113"/>
                    </a:cubicBezTo>
                    <a:cubicBezTo>
                      <a:pt x="437865" y="145923"/>
                      <a:pt x="435007" y="152590"/>
                      <a:pt x="432245" y="158687"/>
                    </a:cubicBezTo>
                    <a:lnTo>
                      <a:pt x="415862" y="156305"/>
                    </a:lnTo>
                    <a:lnTo>
                      <a:pt x="415862" y="114681"/>
                    </a:lnTo>
                    <a:lnTo>
                      <a:pt x="449104" y="114681"/>
                    </a:lnTo>
                    <a:lnTo>
                      <a:pt x="449104" y="81534"/>
                    </a:lnTo>
                    <a:lnTo>
                      <a:pt x="350044" y="81534"/>
                    </a:lnTo>
                    <a:lnTo>
                      <a:pt x="350044" y="114681"/>
                    </a:lnTo>
                    <a:lnTo>
                      <a:pt x="382620" y="114681"/>
                    </a:lnTo>
                    <a:lnTo>
                      <a:pt x="382620" y="182499"/>
                    </a:lnTo>
                    <a:lnTo>
                      <a:pt x="418624" y="189167"/>
                    </a:lnTo>
                    <a:cubicBezTo>
                      <a:pt x="416909" y="193072"/>
                      <a:pt x="415004" y="197263"/>
                      <a:pt x="413004" y="201930"/>
                    </a:cubicBezTo>
                    <a:cubicBezTo>
                      <a:pt x="529590" y="247650"/>
                      <a:pt x="640652" y="247650"/>
                      <a:pt x="757333" y="201930"/>
                    </a:cubicBezTo>
                    <a:cubicBezTo>
                      <a:pt x="755238" y="197168"/>
                      <a:pt x="753237" y="192786"/>
                      <a:pt x="751427" y="188786"/>
                    </a:cubicBezTo>
                    <a:lnTo>
                      <a:pt x="782764" y="182975"/>
                    </a:lnTo>
                    <a:lnTo>
                      <a:pt x="782764" y="114776"/>
                    </a:lnTo>
                    <a:lnTo>
                      <a:pt x="812292" y="11477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1525;p45">
                <a:extLst>
                  <a:ext uri="{FF2B5EF4-FFF2-40B4-BE49-F238E27FC236}">
                    <a16:creationId xmlns:a16="http://schemas.microsoft.com/office/drawing/2014/main" id="{6825D7CD-DFA0-17A5-E259-B990978E2124}"/>
                  </a:ext>
                </a:extLst>
              </p:cNvPr>
              <p:cNvSpPr/>
              <p:nvPr/>
            </p:nvSpPr>
            <p:spPr>
              <a:xfrm>
                <a:off x="-3949008" y="3007747"/>
                <a:ext cx="1047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76200" extrusionOk="0">
                    <a:moveTo>
                      <a:pt x="105918" y="38195"/>
                    </a:moveTo>
                    <a:lnTo>
                      <a:pt x="105918" y="58674"/>
                    </a:lnTo>
                    <a:cubicBezTo>
                      <a:pt x="101727" y="71247"/>
                      <a:pt x="90011" y="80963"/>
                      <a:pt x="75057" y="80963"/>
                    </a:cubicBezTo>
                    <a:lnTo>
                      <a:pt x="34100" y="80963"/>
                    </a:lnTo>
                    <a:lnTo>
                      <a:pt x="34100" y="67532"/>
                    </a:lnTo>
                    <a:cubicBezTo>
                      <a:pt x="34100" y="58103"/>
                      <a:pt x="30289" y="49721"/>
                      <a:pt x="24098" y="43529"/>
                    </a:cubicBezTo>
                    <a:cubicBezTo>
                      <a:pt x="17907" y="37338"/>
                      <a:pt x="9334" y="33528"/>
                      <a:pt x="0" y="33528"/>
                    </a:cubicBezTo>
                    <a:lnTo>
                      <a:pt x="0" y="22288"/>
                    </a:lnTo>
                    <a:lnTo>
                      <a:pt x="74962" y="22288"/>
                    </a:lnTo>
                    <a:cubicBezTo>
                      <a:pt x="90011" y="22288"/>
                      <a:pt x="101632" y="12573"/>
                      <a:pt x="105823" y="0"/>
                    </a:cubicBezTo>
                    <a:lnTo>
                      <a:pt x="105823" y="3819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1526;p45">
                <a:extLst>
                  <a:ext uri="{FF2B5EF4-FFF2-40B4-BE49-F238E27FC236}">
                    <a16:creationId xmlns:a16="http://schemas.microsoft.com/office/drawing/2014/main" id="{8528058F-EA21-35BC-429E-6F7907D02B2B}"/>
                  </a:ext>
                </a:extLst>
              </p:cNvPr>
              <p:cNvSpPr/>
              <p:nvPr/>
            </p:nvSpPr>
            <p:spPr>
              <a:xfrm>
                <a:off x="-5013713" y="2947549"/>
                <a:ext cx="11620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62050" h="76200" extrusionOk="0">
                    <a:moveTo>
                      <a:pt x="0" y="39719"/>
                    </a:moveTo>
                    <a:lnTo>
                      <a:pt x="0" y="0"/>
                    </a:lnTo>
                    <a:cubicBezTo>
                      <a:pt x="4096" y="12573"/>
                      <a:pt x="15907" y="22384"/>
                      <a:pt x="30861" y="22384"/>
                    </a:cubicBezTo>
                    <a:lnTo>
                      <a:pt x="1139762" y="22384"/>
                    </a:lnTo>
                    <a:cubicBezTo>
                      <a:pt x="1154811" y="22384"/>
                      <a:pt x="1166432" y="12668"/>
                      <a:pt x="1170623" y="95"/>
                    </a:cubicBezTo>
                    <a:lnTo>
                      <a:pt x="1170623" y="60198"/>
                    </a:lnTo>
                    <a:cubicBezTo>
                      <a:pt x="1166432" y="72771"/>
                      <a:pt x="1154716" y="82487"/>
                      <a:pt x="1139762" y="82487"/>
                    </a:cubicBezTo>
                    <a:lnTo>
                      <a:pt x="30861" y="82487"/>
                    </a:lnTo>
                    <a:cubicBezTo>
                      <a:pt x="15907" y="82487"/>
                      <a:pt x="4191" y="72771"/>
                      <a:pt x="0" y="60198"/>
                    </a:cubicBezTo>
                    <a:lnTo>
                      <a:pt x="0" y="3981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1527;p45">
                <a:extLst>
                  <a:ext uri="{FF2B5EF4-FFF2-40B4-BE49-F238E27FC236}">
                    <a16:creationId xmlns:a16="http://schemas.microsoft.com/office/drawing/2014/main" id="{394F4D60-D027-64FC-AB5E-1A134E53FB9F}"/>
                  </a:ext>
                </a:extLst>
              </p:cNvPr>
              <p:cNvSpPr/>
              <p:nvPr/>
            </p:nvSpPr>
            <p:spPr>
              <a:xfrm>
                <a:off x="-4875790" y="3030036"/>
                <a:ext cx="9239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23925" h="57150" extrusionOk="0">
                    <a:moveTo>
                      <a:pt x="926782" y="0"/>
                    </a:moveTo>
                    <a:lnTo>
                      <a:pt x="926782" y="11239"/>
                    </a:lnTo>
                    <a:cubicBezTo>
                      <a:pt x="908018" y="11239"/>
                      <a:pt x="892683" y="26575"/>
                      <a:pt x="892683" y="45244"/>
                    </a:cubicBezTo>
                    <a:lnTo>
                      <a:pt x="892683" y="58674"/>
                    </a:lnTo>
                    <a:lnTo>
                      <a:pt x="34004" y="58674"/>
                    </a:lnTo>
                    <a:lnTo>
                      <a:pt x="34004" y="45244"/>
                    </a:lnTo>
                    <a:cubicBezTo>
                      <a:pt x="34004" y="35814"/>
                      <a:pt x="30194" y="27432"/>
                      <a:pt x="24003" y="21241"/>
                    </a:cubicBezTo>
                    <a:cubicBezTo>
                      <a:pt x="17812" y="15049"/>
                      <a:pt x="9334" y="11239"/>
                      <a:pt x="0" y="11239"/>
                    </a:cubicBezTo>
                    <a:lnTo>
                      <a:pt x="0" y="0"/>
                    </a:lnTo>
                    <a:lnTo>
                      <a:pt x="9267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1528;p45">
                <a:extLst>
                  <a:ext uri="{FF2B5EF4-FFF2-40B4-BE49-F238E27FC236}">
                    <a16:creationId xmlns:a16="http://schemas.microsoft.com/office/drawing/2014/main" id="{1B89B1B6-5E08-96DE-C9C9-1D2A2D72E156}"/>
                  </a:ext>
                </a:extLst>
              </p:cNvPr>
              <p:cNvSpPr/>
              <p:nvPr/>
            </p:nvSpPr>
            <p:spPr>
              <a:xfrm>
                <a:off x="-4300385" y="3147765"/>
                <a:ext cx="952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8575" extrusionOk="0">
                    <a:moveTo>
                      <a:pt x="99060" y="0"/>
                    </a:moveTo>
                    <a:lnTo>
                      <a:pt x="99060" y="33147"/>
                    </a:lnTo>
                    <a:lnTo>
                      <a:pt x="69532" y="33147"/>
                    </a:lnTo>
                    <a:lnTo>
                      <a:pt x="36290" y="33147"/>
                    </a:lnTo>
                    <a:lnTo>
                      <a:pt x="0" y="33147"/>
                    </a:lnTo>
                    <a:lnTo>
                      <a:pt x="0" y="0"/>
                    </a:lnTo>
                    <a:lnTo>
                      <a:pt x="990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1529;p45">
                <a:extLst>
                  <a:ext uri="{FF2B5EF4-FFF2-40B4-BE49-F238E27FC236}">
                    <a16:creationId xmlns:a16="http://schemas.microsoft.com/office/drawing/2014/main" id="{5F9E2AC0-2395-D1F0-6112-5862CA498E2A}"/>
                  </a:ext>
                </a:extLst>
              </p:cNvPr>
              <p:cNvSpPr/>
              <p:nvPr/>
            </p:nvSpPr>
            <p:spPr>
              <a:xfrm>
                <a:off x="-4275621" y="3180912"/>
                <a:ext cx="381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66675" extrusionOk="0">
                    <a:moveTo>
                      <a:pt x="44768" y="0"/>
                    </a:moveTo>
                    <a:lnTo>
                      <a:pt x="44768" y="68199"/>
                    </a:lnTo>
                    <a:lnTo>
                      <a:pt x="13431" y="74009"/>
                    </a:lnTo>
                    <a:cubicBezTo>
                      <a:pt x="8573" y="62960"/>
                      <a:pt x="4572" y="54007"/>
                      <a:pt x="0" y="43720"/>
                    </a:cubicBezTo>
                    <a:lnTo>
                      <a:pt x="11525" y="42005"/>
                    </a:lnTo>
                    <a:lnTo>
                      <a:pt x="11525" y="0"/>
                    </a:lnTo>
                    <a:lnTo>
                      <a:pt x="4476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1530;p45">
                <a:extLst>
                  <a:ext uri="{FF2B5EF4-FFF2-40B4-BE49-F238E27FC236}">
                    <a16:creationId xmlns:a16="http://schemas.microsoft.com/office/drawing/2014/main" id="{A07B4575-059C-959A-22A2-C3F4AA20D3B9}"/>
                  </a:ext>
                </a:extLst>
              </p:cNvPr>
              <p:cNvSpPr/>
              <p:nvPr/>
            </p:nvSpPr>
            <p:spPr>
              <a:xfrm>
                <a:off x="-4600613" y="3204342"/>
                <a:ext cx="3429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95250" extrusionOk="0">
                    <a:moveTo>
                      <a:pt x="338424" y="50483"/>
                    </a:moveTo>
                    <a:cubicBezTo>
                      <a:pt x="340233" y="54578"/>
                      <a:pt x="342233" y="58865"/>
                      <a:pt x="344329" y="63627"/>
                    </a:cubicBezTo>
                    <a:cubicBezTo>
                      <a:pt x="227743" y="109347"/>
                      <a:pt x="116681" y="109347"/>
                      <a:pt x="0" y="63627"/>
                    </a:cubicBezTo>
                    <a:cubicBezTo>
                      <a:pt x="2000" y="59055"/>
                      <a:pt x="3906" y="54864"/>
                      <a:pt x="5620" y="50864"/>
                    </a:cubicBezTo>
                    <a:cubicBezTo>
                      <a:pt x="10573" y="39815"/>
                      <a:pt x="14574" y="30766"/>
                      <a:pt x="19145" y="20574"/>
                    </a:cubicBezTo>
                    <a:cubicBezTo>
                      <a:pt x="21908" y="14383"/>
                      <a:pt x="24765" y="7811"/>
                      <a:pt x="28290" y="0"/>
                    </a:cubicBezTo>
                    <a:cubicBezTo>
                      <a:pt x="126492" y="37433"/>
                      <a:pt x="217647" y="37529"/>
                      <a:pt x="316039" y="0"/>
                    </a:cubicBezTo>
                    <a:cubicBezTo>
                      <a:pt x="319469" y="7716"/>
                      <a:pt x="322326" y="14192"/>
                      <a:pt x="324993" y="20193"/>
                    </a:cubicBezTo>
                    <a:cubicBezTo>
                      <a:pt x="329565" y="30385"/>
                      <a:pt x="333566" y="39434"/>
                      <a:pt x="338424" y="5048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1531;p45">
                <a:extLst>
                  <a:ext uri="{FF2B5EF4-FFF2-40B4-BE49-F238E27FC236}">
                    <a16:creationId xmlns:a16="http://schemas.microsoft.com/office/drawing/2014/main" id="{A5C23582-BDAF-7F09-EE42-B849CE2934C2}"/>
                  </a:ext>
                </a:extLst>
              </p:cNvPr>
              <p:cNvSpPr/>
              <p:nvPr/>
            </p:nvSpPr>
            <p:spPr>
              <a:xfrm>
                <a:off x="-4663574" y="3147765"/>
                <a:ext cx="952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8575" extrusionOk="0">
                    <a:moveTo>
                      <a:pt x="99060" y="0"/>
                    </a:moveTo>
                    <a:lnTo>
                      <a:pt x="99060" y="33147"/>
                    </a:lnTo>
                    <a:lnTo>
                      <a:pt x="65818" y="33147"/>
                    </a:lnTo>
                    <a:lnTo>
                      <a:pt x="32671" y="33147"/>
                    </a:lnTo>
                    <a:lnTo>
                      <a:pt x="0" y="33147"/>
                    </a:lnTo>
                    <a:lnTo>
                      <a:pt x="0" y="0"/>
                    </a:lnTo>
                    <a:lnTo>
                      <a:pt x="990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1532;p45">
                <a:extLst>
                  <a:ext uri="{FF2B5EF4-FFF2-40B4-BE49-F238E27FC236}">
                    <a16:creationId xmlns:a16="http://schemas.microsoft.com/office/drawing/2014/main" id="{D84B143C-8DF9-3564-063D-10E990256CD0}"/>
                  </a:ext>
                </a:extLst>
              </p:cNvPr>
              <p:cNvSpPr/>
              <p:nvPr/>
            </p:nvSpPr>
            <p:spPr>
              <a:xfrm>
                <a:off x="-4630903" y="3180816"/>
                <a:ext cx="476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66675" extrusionOk="0">
                    <a:moveTo>
                      <a:pt x="33147" y="41815"/>
                    </a:moveTo>
                    <a:lnTo>
                      <a:pt x="49530" y="44196"/>
                    </a:lnTo>
                    <a:cubicBezTo>
                      <a:pt x="44958" y="54388"/>
                      <a:pt x="40957" y="63437"/>
                      <a:pt x="36005" y="74486"/>
                    </a:cubicBezTo>
                    <a:lnTo>
                      <a:pt x="0" y="67818"/>
                    </a:lnTo>
                    <a:lnTo>
                      <a:pt x="0" y="0"/>
                    </a:lnTo>
                    <a:lnTo>
                      <a:pt x="33242" y="0"/>
                    </a:lnTo>
                    <a:lnTo>
                      <a:pt x="33242" y="4162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1533;p45">
                <a:extLst>
                  <a:ext uri="{FF2B5EF4-FFF2-40B4-BE49-F238E27FC236}">
                    <a16:creationId xmlns:a16="http://schemas.microsoft.com/office/drawing/2014/main" id="{649D7909-6A7C-5E4F-70FD-B1BD1D24CC4A}"/>
                  </a:ext>
                </a:extLst>
              </p:cNvPr>
              <p:cNvSpPr/>
              <p:nvPr/>
            </p:nvSpPr>
            <p:spPr>
              <a:xfrm>
                <a:off x="-5013713" y="3007652"/>
                <a:ext cx="1333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6200" extrusionOk="0">
                    <a:moveTo>
                      <a:pt x="0" y="38291"/>
                    </a:moveTo>
                    <a:lnTo>
                      <a:pt x="0" y="0"/>
                    </a:lnTo>
                    <a:cubicBezTo>
                      <a:pt x="4191" y="12573"/>
                      <a:pt x="15907" y="22288"/>
                      <a:pt x="30861" y="22288"/>
                    </a:cubicBezTo>
                    <a:lnTo>
                      <a:pt x="138017" y="22288"/>
                    </a:lnTo>
                    <a:lnTo>
                      <a:pt x="138017" y="33528"/>
                    </a:lnTo>
                    <a:cubicBezTo>
                      <a:pt x="119253" y="33528"/>
                      <a:pt x="103918" y="48863"/>
                      <a:pt x="103918" y="67532"/>
                    </a:cubicBezTo>
                    <a:lnTo>
                      <a:pt x="103918" y="80963"/>
                    </a:lnTo>
                    <a:lnTo>
                      <a:pt x="30861" y="80963"/>
                    </a:lnTo>
                    <a:cubicBezTo>
                      <a:pt x="15907" y="80963"/>
                      <a:pt x="4191" y="71247"/>
                      <a:pt x="0" y="58674"/>
                    </a:cubicBezTo>
                    <a:lnTo>
                      <a:pt x="0" y="3829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1534;p45">
                <a:extLst>
                  <a:ext uri="{FF2B5EF4-FFF2-40B4-BE49-F238E27FC236}">
                    <a16:creationId xmlns:a16="http://schemas.microsoft.com/office/drawing/2014/main" id="{13C462DF-D7EC-ED90-7B76-D9E5807A6787}"/>
                  </a:ext>
                </a:extLst>
              </p:cNvPr>
              <p:cNvSpPr/>
              <p:nvPr/>
            </p:nvSpPr>
            <p:spPr>
              <a:xfrm>
                <a:off x="-4917510" y="3033751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 extrusionOk="0">
                    <a:moveTo>
                      <a:pt x="41720" y="138589"/>
                    </a:moveTo>
                    <a:cubicBezTo>
                      <a:pt x="18764" y="138589"/>
                      <a:pt x="0" y="119920"/>
                      <a:pt x="0" y="96964"/>
                    </a:cubicBezTo>
                    <a:lnTo>
                      <a:pt x="0" y="41529"/>
                    </a:lnTo>
                    <a:cubicBezTo>
                      <a:pt x="0" y="18574"/>
                      <a:pt x="18669" y="0"/>
                      <a:pt x="41720" y="0"/>
                    </a:cubicBezTo>
                    <a:cubicBezTo>
                      <a:pt x="52768" y="0"/>
                      <a:pt x="63246" y="4286"/>
                      <a:pt x="71056" y="12192"/>
                    </a:cubicBezTo>
                    <a:cubicBezTo>
                      <a:pt x="78962" y="20098"/>
                      <a:pt x="83248" y="30575"/>
                      <a:pt x="83248" y="41529"/>
                    </a:cubicBezTo>
                    <a:lnTo>
                      <a:pt x="83248" y="96964"/>
                    </a:lnTo>
                    <a:cubicBezTo>
                      <a:pt x="83248" y="119920"/>
                      <a:pt x="64579" y="138589"/>
                      <a:pt x="41720" y="138589"/>
                    </a:cubicBezTo>
                    <a:close/>
                    <a:moveTo>
                      <a:pt x="41720" y="15145"/>
                    </a:moveTo>
                    <a:cubicBezTo>
                      <a:pt x="27051" y="15145"/>
                      <a:pt x="15144" y="26956"/>
                      <a:pt x="15144" y="41624"/>
                    </a:cubicBezTo>
                    <a:lnTo>
                      <a:pt x="15144" y="97059"/>
                    </a:lnTo>
                    <a:cubicBezTo>
                      <a:pt x="15144" y="111633"/>
                      <a:pt x="27051" y="123539"/>
                      <a:pt x="41720" y="123539"/>
                    </a:cubicBezTo>
                    <a:cubicBezTo>
                      <a:pt x="56388" y="123539"/>
                      <a:pt x="68199" y="111633"/>
                      <a:pt x="68199" y="97059"/>
                    </a:cubicBezTo>
                    <a:lnTo>
                      <a:pt x="68199" y="41624"/>
                    </a:lnTo>
                    <a:cubicBezTo>
                      <a:pt x="68199" y="34671"/>
                      <a:pt x="65437" y="28003"/>
                      <a:pt x="60388" y="22955"/>
                    </a:cubicBezTo>
                    <a:cubicBezTo>
                      <a:pt x="55436" y="18002"/>
                      <a:pt x="48768" y="15240"/>
                      <a:pt x="41720" y="15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1535;p45">
                <a:extLst>
                  <a:ext uri="{FF2B5EF4-FFF2-40B4-BE49-F238E27FC236}">
                    <a16:creationId xmlns:a16="http://schemas.microsoft.com/office/drawing/2014/main" id="{BE9CC243-A6EA-05B0-3244-930A78DAF09D}"/>
                  </a:ext>
                </a:extLst>
              </p:cNvPr>
              <p:cNvSpPr/>
              <p:nvPr/>
            </p:nvSpPr>
            <p:spPr>
              <a:xfrm>
                <a:off x="-3990632" y="3033751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 extrusionOk="0">
                    <a:moveTo>
                      <a:pt x="41624" y="138589"/>
                    </a:moveTo>
                    <a:cubicBezTo>
                      <a:pt x="18669" y="138589"/>
                      <a:pt x="0" y="119920"/>
                      <a:pt x="0" y="96964"/>
                    </a:cubicBezTo>
                    <a:lnTo>
                      <a:pt x="0" y="41529"/>
                    </a:lnTo>
                    <a:cubicBezTo>
                      <a:pt x="0" y="18574"/>
                      <a:pt x="18669" y="0"/>
                      <a:pt x="41624" y="0"/>
                    </a:cubicBezTo>
                    <a:cubicBezTo>
                      <a:pt x="52578" y="0"/>
                      <a:pt x="63341" y="4477"/>
                      <a:pt x="71056" y="12192"/>
                    </a:cubicBezTo>
                    <a:cubicBezTo>
                      <a:pt x="78962" y="20098"/>
                      <a:pt x="83248" y="30575"/>
                      <a:pt x="83248" y="41529"/>
                    </a:cubicBezTo>
                    <a:lnTo>
                      <a:pt x="83248" y="96964"/>
                    </a:lnTo>
                    <a:cubicBezTo>
                      <a:pt x="83248" y="119920"/>
                      <a:pt x="64579" y="138589"/>
                      <a:pt x="41624" y="138589"/>
                    </a:cubicBezTo>
                    <a:close/>
                    <a:moveTo>
                      <a:pt x="41624" y="15145"/>
                    </a:moveTo>
                    <a:cubicBezTo>
                      <a:pt x="27051" y="15145"/>
                      <a:pt x="15144" y="26956"/>
                      <a:pt x="15144" y="41624"/>
                    </a:cubicBezTo>
                    <a:lnTo>
                      <a:pt x="15144" y="97059"/>
                    </a:lnTo>
                    <a:cubicBezTo>
                      <a:pt x="15144" y="111633"/>
                      <a:pt x="27051" y="123539"/>
                      <a:pt x="41624" y="123539"/>
                    </a:cubicBezTo>
                    <a:cubicBezTo>
                      <a:pt x="56197" y="123539"/>
                      <a:pt x="68103" y="111633"/>
                      <a:pt x="68103" y="97059"/>
                    </a:cubicBezTo>
                    <a:lnTo>
                      <a:pt x="68103" y="41624"/>
                    </a:lnTo>
                    <a:cubicBezTo>
                      <a:pt x="68103" y="34671"/>
                      <a:pt x="65341" y="28003"/>
                      <a:pt x="60293" y="22955"/>
                    </a:cubicBezTo>
                    <a:cubicBezTo>
                      <a:pt x="55436" y="18097"/>
                      <a:pt x="48577" y="15240"/>
                      <a:pt x="41624" y="15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1536;p45">
                <a:extLst>
                  <a:ext uri="{FF2B5EF4-FFF2-40B4-BE49-F238E27FC236}">
                    <a16:creationId xmlns:a16="http://schemas.microsoft.com/office/drawing/2014/main" id="{0A463B87-1832-E1A1-487C-C9E342F5D2DC}"/>
                  </a:ext>
                </a:extLst>
              </p:cNvPr>
              <p:cNvSpPr/>
              <p:nvPr/>
            </p:nvSpPr>
            <p:spPr>
              <a:xfrm>
                <a:off x="-4671003" y="3140335"/>
                <a:ext cx="4762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161925" extrusionOk="0">
                    <a:moveTo>
                      <a:pt x="242601" y="169355"/>
                    </a:moveTo>
                    <a:cubicBezTo>
                      <a:pt x="184595" y="169355"/>
                      <a:pt x="126587" y="157829"/>
                      <a:pt x="67723" y="134779"/>
                    </a:cubicBezTo>
                    <a:cubicBezTo>
                      <a:pt x="65817" y="134017"/>
                      <a:pt x="64294" y="132493"/>
                      <a:pt x="63532" y="130588"/>
                    </a:cubicBezTo>
                    <a:cubicBezTo>
                      <a:pt x="62769" y="128683"/>
                      <a:pt x="62769" y="126492"/>
                      <a:pt x="63532" y="124683"/>
                    </a:cubicBezTo>
                    <a:lnTo>
                      <a:pt x="65341" y="120682"/>
                    </a:lnTo>
                    <a:lnTo>
                      <a:pt x="38766" y="115824"/>
                    </a:lnTo>
                    <a:cubicBezTo>
                      <a:pt x="35147" y="115158"/>
                      <a:pt x="32575" y="112014"/>
                      <a:pt x="32575" y="108395"/>
                    </a:cubicBezTo>
                    <a:lnTo>
                      <a:pt x="32575" y="48197"/>
                    </a:lnTo>
                    <a:lnTo>
                      <a:pt x="7525" y="48197"/>
                    </a:lnTo>
                    <a:cubicBezTo>
                      <a:pt x="3334" y="48197"/>
                      <a:pt x="0" y="44768"/>
                      <a:pt x="0" y="4067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06585" y="0"/>
                    </a:lnTo>
                    <a:cubicBezTo>
                      <a:pt x="110776" y="0"/>
                      <a:pt x="114109" y="3429"/>
                      <a:pt x="114109" y="7525"/>
                    </a:cubicBezTo>
                    <a:lnTo>
                      <a:pt x="114109" y="40672"/>
                    </a:lnTo>
                    <a:cubicBezTo>
                      <a:pt x="114109" y="44863"/>
                      <a:pt x="110680" y="48197"/>
                      <a:pt x="106585" y="48197"/>
                    </a:cubicBezTo>
                    <a:lnTo>
                      <a:pt x="80867" y="48197"/>
                    </a:lnTo>
                    <a:lnTo>
                      <a:pt x="80867" y="75819"/>
                    </a:lnTo>
                    <a:lnTo>
                      <a:pt x="85058" y="76486"/>
                    </a:lnTo>
                    <a:lnTo>
                      <a:pt x="91821" y="61151"/>
                    </a:lnTo>
                    <a:cubicBezTo>
                      <a:pt x="93440" y="57436"/>
                      <a:pt x="97631" y="55721"/>
                      <a:pt x="101441" y="57150"/>
                    </a:cubicBezTo>
                    <a:cubicBezTo>
                      <a:pt x="197739" y="93917"/>
                      <a:pt x="287464" y="93917"/>
                      <a:pt x="383762" y="57150"/>
                    </a:cubicBezTo>
                    <a:cubicBezTo>
                      <a:pt x="387477" y="55721"/>
                      <a:pt x="391763" y="57436"/>
                      <a:pt x="393382" y="61151"/>
                    </a:cubicBezTo>
                    <a:lnTo>
                      <a:pt x="399383" y="74676"/>
                    </a:lnTo>
                    <a:lnTo>
                      <a:pt x="399383" y="48292"/>
                    </a:lnTo>
                    <a:lnTo>
                      <a:pt x="370618" y="48292"/>
                    </a:lnTo>
                    <a:cubicBezTo>
                      <a:pt x="366426" y="48292"/>
                      <a:pt x="363093" y="44863"/>
                      <a:pt x="363093" y="40767"/>
                    </a:cubicBezTo>
                    <a:lnTo>
                      <a:pt x="363093" y="7620"/>
                    </a:lnTo>
                    <a:cubicBezTo>
                      <a:pt x="363093" y="3429"/>
                      <a:pt x="366522" y="95"/>
                      <a:pt x="370618" y="95"/>
                    </a:cubicBezTo>
                    <a:lnTo>
                      <a:pt x="469678" y="95"/>
                    </a:lnTo>
                    <a:cubicBezTo>
                      <a:pt x="473869" y="95"/>
                      <a:pt x="477202" y="3524"/>
                      <a:pt x="477202" y="7620"/>
                    </a:cubicBezTo>
                    <a:lnTo>
                      <a:pt x="477202" y="40767"/>
                    </a:lnTo>
                    <a:cubicBezTo>
                      <a:pt x="477202" y="44958"/>
                      <a:pt x="473773" y="48292"/>
                      <a:pt x="469678" y="48292"/>
                    </a:cubicBezTo>
                    <a:lnTo>
                      <a:pt x="447675" y="48292"/>
                    </a:lnTo>
                    <a:lnTo>
                      <a:pt x="447675" y="108871"/>
                    </a:lnTo>
                    <a:cubicBezTo>
                      <a:pt x="447675" y="112491"/>
                      <a:pt x="445103" y="115634"/>
                      <a:pt x="441484" y="116300"/>
                    </a:cubicBezTo>
                    <a:lnTo>
                      <a:pt x="419576" y="120301"/>
                    </a:lnTo>
                    <a:cubicBezTo>
                      <a:pt x="420243" y="121730"/>
                      <a:pt x="420910" y="123254"/>
                      <a:pt x="421576" y="124778"/>
                    </a:cubicBezTo>
                    <a:cubicBezTo>
                      <a:pt x="422434" y="126683"/>
                      <a:pt x="422434" y="128778"/>
                      <a:pt x="421576" y="130683"/>
                    </a:cubicBezTo>
                    <a:cubicBezTo>
                      <a:pt x="420814" y="132588"/>
                      <a:pt x="419290" y="134112"/>
                      <a:pt x="417385" y="134874"/>
                    </a:cubicBezTo>
                    <a:cubicBezTo>
                      <a:pt x="358521" y="157925"/>
                      <a:pt x="300514" y="169450"/>
                      <a:pt x="242506" y="169450"/>
                    </a:cubicBezTo>
                    <a:close/>
                    <a:moveTo>
                      <a:pt x="80581" y="123539"/>
                    </a:moveTo>
                    <a:cubicBezTo>
                      <a:pt x="190881" y="165068"/>
                      <a:pt x="294322" y="165068"/>
                      <a:pt x="404622" y="123539"/>
                    </a:cubicBezTo>
                    <a:cubicBezTo>
                      <a:pt x="403955" y="122111"/>
                      <a:pt x="403384" y="120777"/>
                      <a:pt x="402812" y="119444"/>
                    </a:cubicBezTo>
                    <a:lnTo>
                      <a:pt x="402050" y="117634"/>
                    </a:lnTo>
                    <a:cubicBezTo>
                      <a:pt x="401098" y="115538"/>
                      <a:pt x="401193" y="113062"/>
                      <a:pt x="402241" y="111062"/>
                    </a:cubicBezTo>
                    <a:cubicBezTo>
                      <a:pt x="403288" y="108966"/>
                      <a:pt x="405289" y="107537"/>
                      <a:pt x="407575" y="107156"/>
                    </a:cubicBezTo>
                    <a:lnTo>
                      <a:pt x="432721" y="102489"/>
                    </a:lnTo>
                    <a:lnTo>
                      <a:pt x="432721" y="40577"/>
                    </a:lnTo>
                    <a:cubicBezTo>
                      <a:pt x="432721" y="36386"/>
                      <a:pt x="436150" y="33052"/>
                      <a:pt x="440245" y="33052"/>
                    </a:cubicBezTo>
                    <a:lnTo>
                      <a:pt x="462248" y="33052"/>
                    </a:lnTo>
                    <a:lnTo>
                      <a:pt x="462248" y="15050"/>
                    </a:lnTo>
                    <a:lnTo>
                      <a:pt x="378237" y="15050"/>
                    </a:lnTo>
                    <a:lnTo>
                      <a:pt x="378237" y="33052"/>
                    </a:lnTo>
                    <a:lnTo>
                      <a:pt x="407003" y="33052"/>
                    </a:lnTo>
                    <a:cubicBezTo>
                      <a:pt x="411194" y="33052"/>
                      <a:pt x="414528" y="36481"/>
                      <a:pt x="414528" y="40577"/>
                    </a:cubicBezTo>
                    <a:lnTo>
                      <a:pt x="414528" y="82582"/>
                    </a:lnTo>
                    <a:cubicBezTo>
                      <a:pt x="414528" y="86297"/>
                      <a:pt x="411766" y="89535"/>
                      <a:pt x="408051" y="90011"/>
                    </a:cubicBezTo>
                    <a:lnTo>
                      <a:pt x="396526" y="91726"/>
                    </a:lnTo>
                    <a:cubicBezTo>
                      <a:pt x="393192" y="92202"/>
                      <a:pt x="389858" y="90392"/>
                      <a:pt x="388525" y="87344"/>
                    </a:cubicBezTo>
                    <a:lnTo>
                      <a:pt x="382428" y="73628"/>
                    </a:lnTo>
                    <a:cubicBezTo>
                      <a:pt x="287178" y="108490"/>
                      <a:pt x="197929" y="108395"/>
                      <a:pt x="102775" y="73628"/>
                    </a:cubicBezTo>
                    <a:lnTo>
                      <a:pt x="96488" y="87725"/>
                    </a:lnTo>
                    <a:cubicBezTo>
                      <a:pt x="95059" y="90869"/>
                      <a:pt x="91821" y="92583"/>
                      <a:pt x="88487" y="92107"/>
                    </a:cubicBezTo>
                    <a:lnTo>
                      <a:pt x="72199" y="89630"/>
                    </a:lnTo>
                    <a:cubicBezTo>
                      <a:pt x="68485" y="89059"/>
                      <a:pt x="65722" y="85916"/>
                      <a:pt x="65722" y="82201"/>
                    </a:cubicBezTo>
                    <a:lnTo>
                      <a:pt x="65722" y="40577"/>
                    </a:lnTo>
                    <a:cubicBezTo>
                      <a:pt x="65722" y="36386"/>
                      <a:pt x="69151" y="33052"/>
                      <a:pt x="73247" y="33052"/>
                    </a:cubicBezTo>
                    <a:lnTo>
                      <a:pt x="98964" y="33052"/>
                    </a:lnTo>
                    <a:lnTo>
                      <a:pt x="98964" y="15050"/>
                    </a:lnTo>
                    <a:lnTo>
                      <a:pt x="14954" y="15050"/>
                    </a:lnTo>
                    <a:lnTo>
                      <a:pt x="14954" y="33052"/>
                    </a:lnTo>
                    <a:lnTo>
                      <a:pt x="40005" y="33052"/>
                    </a:lnTo>
                    <a:cubicBezTo>
                      <a:pt x="44196" y="33052"/>
                      <a:pt x="47530" y="36481"/>
                      <a:pt x="47530" y="40577"/>
                    </a:cubicBezTo>
                    <a:lnTo>
                      <a:pt x="47530" y="102108"/>
                    </a:lnTo>
                    <a:lnTo>
                      <a:pt x="77343" y="107633"/>
                    </a:lnTo>
                    <a:cubicBezTo>
                      <a:pt x="79629" y="108014"/>
                      <a:pt x="81534" y="109442"/>
                      <a:pt x="82677" y="111538"/>
                    </a:cubicBezTo>
                    <a:cubicBezTo>
                      <a:pt x="83725" y="113538"/>
                      <a:pt x="83820" y="116015"/>
                      <a:pt x="82962" y="118110"/>
                    </a:cubicBezTo>
                    <a:lnTo>
                      <a:pt x="80486" y="123635"/>
                    </a:lnTo>
                    <a:close/>
                  </a:path>
                </a:pathLst>
              </a:custGeom>
              <a:solidFill>
                <a:srgbClr val="35357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1537;p45">
                <a:extLst>
                  <a:ext uri="{FF2B5EF4-FFF2-40B4-BE49-F238E27FC236}">
                    <a16:creationId xmlns:a16="http://schemas.microsoft.com/office/drawing/2014/main" id="{EAEDC595-8C6D-6C6D-72BF-519A021B12A1}"/>
                  </a:ext>
                </a:extLst>
              </p:cNvPr>
              <p:cNvSpPr/>
              <p:nvPr/>
            </p:nvSpPr>
            <p:spPr>
              <a:xfrm>
                <a:off x="-3956533" y="3000415"/>
                <a:ext cx="1143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0" extrusionOk="0">
                    <a:moveTo>
                      <a:pt x="82487" y="95820"/>
                    </a:moveTo>
                    <a:lnTo>
                      <a:pt x="41529" y="95820"/>
                    </a:lnTo>
                    <a:cubicBezTo>
                      <a:pt x="37338" y="95820"/>
                      <a:pt x="34004" y="92391"/>
                      <a:pt x="34004" y="88295"/>
                    </a:cubicBezTo>
                    <a:lnTo>
                      <a:pt x="34004" y="74865"/>
                    </a:lnTo>
                    <a:cubicBezTo>
                      <a:pt x="34004" y="67911"/>
                      <a:pt x="31242" y="61244"/>
                      <a:pt x="26194" y="56196"/>
                    </a:cubicBezTo>
                    <a:cubicBezTo>
                      <a:pt x="21336" y="51338"/>
                      <a:pt x="14478" y="48481"/>
                      <a:pt x="7525" y="48481"/>
                    </a:cubicBezTo>
                    <a:cubicBezTo>
                      <a:pt x="3334" y="48481"/>
                      <a:pt x="0" y="45051"/>
                      <a:pt x="0" y="40956"/>
                    </a:cubicBezTo>
                    <a:lnTo>
                      <a:pt x="0" y="29716"/>
                    </a:lnTo>
                    <a:cubicBezTo>
                      <a:pt x="0" y="25525"/>
                      <a:pt x="3429" y="22191"/>
                      <a:pt x="7525" y="22191"/>
                    </a:cubicBezTo>
                    <a:lnTo>
                      <a:pt x="82487" y="22191"/>
                    </a:lnTo>
                    <a:cubicBezTo>
                      <a:pt x="93440" y="22191"/>
                      <a:pt x="102775" y="15524"/>
                      <a:pt x="106204" y="5142"/>
                    </a:cubicBezTo>
                    <a:cubicBezTo>
                      <a:pt x="107347" y="1617"/>
                      <a:pt x="110966" y="-478"/>
                      <a:pt x="114586" y="93"/>
                    </a:cubicBezTo>
                    <a:cubicBezTo>
                      <a:pt x="118206" y="665"/>
                      <a:pt x="120968" y="3808"/>
                      <a:pt x="120968" y="7523"/>
                    </a:cubicBezTo>
                    <a:lnTo>
                      <a:pt x="120968" y="66197"/>
                    </a:lnTo>
                    <a:cubicBezTo>
                      <a:pt x="120968" y="67054"/>
                      <a:pt x="120872" y="67816"/>
                      <a:pt x="120587" y="68578"/>
                    </a:cubicBezTo>
                    <a:cubicBezTo>
                      <a:pt x="115062" y="84961"/>
                      <a:pt x="99822" y="96010"/>
                      <a:pt x="82487" y="96010"/>
                    </a:cubicBezTo>
                    <a:close/>
                    <a:moveTo>
                      <a:pt x="49054" y="80675"/>
                    </a:moveTo>
                    <a:lnTo>
                      <a:pt x="82487" y="80675"/>
                    </a:lnTo>
                    <a:cubicBezTo>
                      <a:pt x="93059" y="80675"/>
                      <a:pt x="102108" y="74389"/>
                      <a:pt x="105823" y="64673"/>
                    </a:cubicBezTo>
                    <a:lnTo>
                      <a:pt x="105823" y="29621"/>
                    </a:lnTo>
                    <a:cubicBezTo>
                      <a:pt x="99156" y="34383"/>
                      <a:pt x="91059" y="37050"/>
                      <a:pt x="82487" y="37050"/>
                    </a:cubicBezTo>
                    <a:lnTo>
                      <a:pt x="24861" y="37050"/>
                    </a:lnTo>
                    <a:cubicBezTo>
                      <a:pt x="29337" y="39051"/>
                      <a:pt x="33433" y="41908"/>
                      <a:pt x="36957" y="45433"/>
                    </a:cubicBezTo>
                    <a:cubicBezTo>
                      <a:pt x="44863" y="53338"/>
                      <a:pt x="49149" y="63816"/>
                      <a:pt x="49149" y="74769"/>
                    </a:cubicBezTo>
                    <a:lnTo>
                      <a:pt x="49149" y="8058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1538;p45">
                <a:extLst>
                  <a:ext uri="{FF2B5EF4-FFF2-40B4-BE49-F238E27FC236}">
                    <a16:creationId xmlns:a16="http://schemas.microsoft.com/office/drawing/2014/main" id="{FA6A58B6-B5D4-A1A0-B02D-82153CBA86B4}"/>
                  </a:ext>
                </a:extLst>
              </p:cNvPr>
              <p:cNvSpPr/>
              <p:nvPr/>
            </p:nvSpPr>
            <p:spPr>
              <a:xfrm>
                <a:off x="-5021237" y="2940100"/>
                <a:ext cx="11811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81100" h="95250" extrusionOk="0">
                    <a:moveTo>
                      <a:pt x="1147286" y="97461"/>
                    </a:moveTo>
                    <a:lnTo>
                      <a:pt x="38385" y="97461"/>
                    </a:lnTo>
                    <a:cubicBezTo>
                      <a:pt x="21145" y="97461"/>
                      <a:pt x="5810" y="86412"/>
                      <a:pt x="381" y="70029"/>
                    </a:cubicBezTo>
                    <a:cubicBezTo>
                      <a:pt x="95" y="69267"/>
                      <a:pt x="0" y="68410"/>
                      <a:pt x="0" y="67648"/>
                    </a:cubicBezTo>
                    <a:lnTo>
                      <a:pt x="0" y="7545"/>
                    </a:lnTo>
                    <a:cubicBezTo>
                      <a:pt x="0" y="3830"/>
                      <a:pt x="2667" y="687"/>
                      <a:pt x="6382" y="116"/>
                    </a:cubicBezTo>
                    <a:cubicBezTo>
                      <a:pt x="10001" y="-551"/>
                      <a:pt x="13621" y="1735"/>
                      <a:pt x="14764" y="5259"/>
                    </a:cubicBezTo>
                    <a:cubicBezTo>
                      <a:pt x="18098" y="15546"/>
                      <a:pt x="27623" y="22404"/>
                      <a:pt x="38385" y="22404"/>
                    </a:cubicBezTo>
                    <a:lnTo>
                      <a:pt x="1147286" y="22404"/>
                    </a:lnTo>
                    <a:cubicBezTo>
                      <a:pt x="1158240" y="22404"/>
                      <a:pt x="1167575" y="15641"/>
                      <a:pt x="1171004" y="5259"/>
                    </a:cubicBezTo>
                    <a:cubicBezTo>
                      <a:pt x="1172147" y="1735"/>
                      <a:pt x="1175766" y="-361"/>
                      <a:pt x="1179386" y="211"/>
                    </a:cubicBezTo>
                    <a:cubicBezTo>
                      <a:pt x="1183005" y="782"/>
                      <a:pt x="1185767" y="3925"/>
                      <a:pt x="1185767" y="7640"/>
                    </a:cubicBezTo>
                    <a:lnTo>
                      <a:pt x="1185767" y="67743"/>
                    </a:lnTo>
                    <a:cubicBezTo>
                      <a:pt x="1185767" y="68600"/>
                      <a:pt x="1185672" y="69362"/>
                      <a:pt x="1185386" y="70124"/>
                    </a:cubicBezTo>
                    <a:cubicBezTo>
                      <a:pt x="1179862" y="86507"/>
                      <a:pt x="1164622" y="97556"/>
                      <a:pt x="1147286" y="97556"/>
                    </a:cubicBezTo>
                    <a:close/>
                    <a:moveTo>
                      <a:pt x="15050" y="66314"/>
                    </a:moveTo>
                    <a:cubicBezTo>
                      <a:pt x="18764" y="76125"/>
                      <a:pt x="27813" y="82411"/>
                      <a:pt x="38291" y="82411"/>
                    </a:cubicBezTo>
                    <a:lnTo>
                      <a:pt x="1147191" y="82411"/>
                    </a:lnTo>
                    <a:cubicBezTo>
                      <a:pt x="1157764" y="82411"/>
                      <a:pt x="1166813" y="76220"/>
                      <a:pt x="1170527" y="66409"/>
                    </a:cubicBezTo>
                    <a:lnTo>
                      <a:pt x="1170527" y="30024"/>
                    </a:lnTo>
                    <a:cubicBezTo>
                      <a:pt x="1163860" y="34786"/>
                      <a:pt x="1155763" y="37549"/>
                      <a:pt x="1147191" y="37549"/>
                    </a:cubicBezTo>
                    <a:lnTo>
                      <a:pt x="38291" y="37549"/>
                    </a:lnTo>
                    <a:cubicBezTo>
                      <a:pt x="29718" y="37549"/>
                      <a:pt x="21622" y="34786"/>
                      <a:pt x="15050" y="30119"/>
                    </a:cubicBezTo>
                    <a:lnTo>
                      <a:pt x="15050" y="664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1539;p45">
                <a:extLst>
                  <a:ext uri="{FF2B5EF4-FFF2-40B4-BE49-F238E27FC236}">
                    <a16:creationId xmlns:a16="http://schemas.microsoft.com/office/drawing/2014/main" id="{6D40A54A-42A2-C160-6F28-17A7615D5115}"/>
                  </a:ext>
                </a:extLst>
              </p:cNvPr>
              <p:cNvSpPr/>
              <p:nvPr/>
            </p:nvSpPr>
            <p:spPr>
              <a:xfrm>
                <a:off x="-4883315" y="3022606"/>
                <a:ext cx="933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33450" h="66675" extrusionOk="0">
                    <a:moveTo>
                      <a:pt x="900208" y="73628"/>
                    </a:moveTo>
                    <a:lnTo>
                      <a:pt x="41529" y="73628"/>
                    </a:lnTo>
                    <a:cubicBezTo>
                      <a:pt x="37338" y="73628"/>
                      <a:pt x="34004" y="70199"/>
                      <a:pt x="34004" y="66104"/>
                    </a:cubicBezTo>
                    <a:lnTo>
                      <a:pt x="34004" y="52673"/>
                    </a:lnTo>
                    <a:cubicBezTo>
                      <a:pt x="34004" y="45720"/>
                      <a:pt x="31242" y="39053"/>
                      <a:pt x="26194" y="34004"/>
                    </a:cubicBezTo>
                    <a:cubicBezTo>
                      <a:pt x="21241" y="29051"/>
                      <a:pt x="14574" y="26289"/>
                      <a:pt x="7525" y="26289"/>
                    </a:cubicBezTo>
                    <a:cubicBezTo>
                      <a:pt x="3334" y="26289"/>
                      <a:pt x="0" y="22860"/>
                      <a:pt x="0" y="18764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934308" y="0"/>
                    </a:lnTo>
                    <a:cubicBezTo>
                      <a:pt x="938499" y="0"/>
                      <a:pt x="941832" y="3429"/>
                      <a:pt x="941832" y="7525"/>
                    </a:cubicBezTo>
                    <a:lnTo>
                      <a:pt x="941832" y="18764"/>
                    </a:lnTo>
                    <a:cubicBezTo>
                      <a:pt x="941832" y="22955"/>
                      <a:pt x="938403" y="26289"/>
                      <a:pt x="934308" y="26289"/>
                    </a:cubicBezTo>
                    <a:cubicBezTo>
                      <a:pt x="919734" y="26289"/>
                      <a:pt x="907828" y="38100"/>
                      <a:pt x="907828" y="52769"/>
                    </a:cubicBezTo>
                    <a:lnTo>
                      <a:pt x="907828" y="66199"/>
                    </a:lnTo>
                    <a:cubicBezTo>
                      <a:pt x="907828" y="70390"/>
                      <a:pt x="904399" y="73723"/>
                      <a:pt x="900303" y="73723"/>
                    </a:cubicBezTo>
                    <a:close/>
                    <a:moveTo>
                      <a:pt x="49054" y="58484"/>
                    </a:moveTo>
                    <a:lnTo>
                      <a:pt x="892683" y="58484"/>
                    </a:lnTo>
                    <a:lnTo>
                      <a:pt x="892683" y="52673"/>
                    </a:lnTo>
                    <a:cubicBezTo>
                      <a:pt x="892683" y="36004"/>
                      <a:pt x="902589" y="21527"/>
                      <a:pt x="916877" y="14954"/>
                    </a:cubicBezTo>
                    <a:lnTo>
                      <a:pt x="24955" y="14954"/>
                    </a:lnTo>
                    <a:cubicBezTo>
                      <a:pt x="29337" y="16954"/>
                      <a:pt x="33338" y="19812"/>
                      <a:pt x="36862" y="23336"/>
                    </a:cubicBezTo>
                    <a:cubicBezTo>
                      <a:pt x="44768" y="31242"/>
                      <a:pt x="49054" y="41720"/>
                      <a:pt x="49054" y="52673"/>
                    </a:cubicBezTo>
                    <a:lnTo>
                      <a:pt x="49054" y="584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1540;p45">
                <a:extLst>
                  <a:ext uri="{FF2B5EF4-FFF2-40B4-BE49-F238E27FC236}">
                    <a16:creationId xmlns:a16="http://schemas.microsoft.com/office/drawing/2014/main" id="{A93C38EA-8D72-CEEC-E1AA-1C7AE2DE30D1}"/>
                  </a:ext>
                </a:extLst>
              </p:cNvPr>
              <p:cNvSpPr/>
              <p:nvPr/>
            </p:nvSpPr>
            <p:spPr>
              <a:xfrm>
                <a:off x="-4307910" y="3140335"/>
                <a:ext cx="1047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47625" extrusionOk="0">
                    <a:moveTo>
                      <a:pt x="106585" y="48197"/>
                    </a:moveTo>
                    <a:lnTo>
                      <a:pt x="7525" y="48197"/>
                    </a:lnTo>
                    <a:cubicBezTo>
                      <a:pt x="3334" y="48197"/>
                      <a:pt x="0" y="44768"/>
                      <a:pt x="0" y="4067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06585" y="0"/>
                    </a:lnTo>
                    <a:cubicBezTo>
                      <a:pt x="110776" y="0"/>
                      <a:pt x="114109" y="3429"/>
                      <a:pt x="114109" y="7525"/>
                    </a:cubicBezTo>
                    <a:lnTo>
                      <a:pt x="114109" y="40672"/>
                    </a:lnTo>
                    <a:cubicBezTo>
                      <a:pt x="114109" y="44863"/>
                      <a:pt x="110680" y="48197"/>
                      <a:pt x="106585" y="48197"/>
                    </a:cubicBezTo>
                    <a:close/>
                    <a:moveTo>
                      <a:pt x="15049" y="33052"/>
                    </a:moveTo>
                    <a:lnTo>
                      <a:pt x="99060" y="33052"/>
                    </a:lnTo>
                    <a:lnTo>
                      <a:pt x="99060" y="15050"/>
                    </a:lnTo>
                    <a:lnTo>
                      <a:pt x="15049" y="15050"/>
                    </a:lnTo>
                    <a:lnTo>
                      <a:pt x="15049" y="330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1541;p45">
                <a:extLst>
                  <a:ext uri="{FF2B5EF4-FFF2-40B4-BE49-F238E27FC236}">
                    <a16:creationId xmlns:a16="http://schemas.microsoft.com/office/drawing/2014/main" id="{BB34F4D4-F3DE-DA42-4496-5CAA7D9446F6}"/>
                  </a:ext>
                </a:extLst>
              </p:cNvPr>
              <p:cNvSpPr/>
              <p:nvPr/>
            </p:nvSpPr>
            <p:spPr>
              <a:xfrm>
                <a:off x="-4283128" y="3173578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 extrusionOk="0">
                    <a:moveTo>
                      <a:pt x="20938" y="88868"/>
                    </a:moveTo>
                    <a:cubicBezTo>
                      <a:pt x="17985" y="88868"/>
                      <a:pt x="15222" y="87154"/>
                      <a:pt x="13985" y="84391"/>
                    </a:cubicBezTo>
                    <a:lnTo>
                      <a:pt x="649" y="54197"/>
                    </a:lnTo>
                    <a:cubicBezTo>
                      <a:pt x="-303" y="52006"/>
                      <a:pt x="-208" y="49530"/>
                      <a:pt x="935" y="47530"/>
                    </a:cubicBezTo>
                    <a:cubicBezTo>
                      <a:pt x="2078" y="45434"/>
                      <a:pt x="4078" y="44005"/>
                      <a:pt x="6460" y="43720"/>
                    </a:cubicBezTo>
                    <a:lnTo>
                      <a:pt x="11508" y="42958"/>
                    </a:lnTo>
                    <a:lnTo>
                      <a:pt x="11508" y="7525"/>
                    </a:lnTo>
                    <a:cubicBezTo>
                      <a:pt x="11508" y="3334"/>
                      <a:pt x="14937" y="0"/>
                      <a:pt x="19033" y="0"/>
                    </a:cubicBezTo>
                    <a:lnTo>
                      <a:pt x="52275" y="0"/>
                    </a:lnTo>
                    <a:cubicBezTo>
                      <a:pt x="56466" y="0"/>
                      <a:pt x="59800" y="3429"/>
                      <a:pt x="59800" y="7525"/>
                    </a:cubicBezTo>
                    <a:lnTo>
                      <a:pt x="59800" y="75724"/>
                    </a:lnTo>
                    <a:cubicBezTo>
                      <a:pt x="59800" y="79343"/>
                      <a:pt x="57228" y="82487"/>
                      <a:pt x="53608" y="83153"/>
                    </a:cubicBezTo>
                    <a:lnTo>
                      <a:pt x="22271" y="88963"/>
                    </a:lnTo>
                    <a:cubicBezTo>
                      <a:pt x="22271" y="88963"/>
                      <a:pt x="21319" y="89059"/>
                      <a:pt x="20938" y="89059"/>
                    </a:cubicBezTo>
                    <a:close/>
                    <a:moveTo>
                      <a:pt x="18461" y="57055"/>
                    </a:moveTo>
                    <a:lnTo>
                      <a:pt x="25414" y="72771"/>
                    </a:lnTo>
                    <a:lnTo>
                      <a:pt x="44750" y="69247"/>
                    </a:lnTo>
                    <a:lnTo>
                      <a:pt x="44750" y="14954"/>
                    </a:lnTo>
                    <a:lnTo>
                      <a:pt x="26557" y="14954"/>
                    </a:lnTo>
                    <a:lnTo>
                      <a:pt x="26557" y="49339"/>
                    </a:lnTo>
                    <a:cubicBezTo>
                      <a:pt x="26557" y="53054"/>
                      <a:pt x="23795" y="56293"/>
                      <a:pt x="20080" y="56769"/>
                    </a:cubicBezTo>
                    <a:lnTo>
                      <a:pt x="18366" y="570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1542;p45">
                <a:extLst>
                  <a:ext uri="{FF2B5EF4-FFF2-40B4-BE49-F238E27FC236}">
                    <a16:creationId xmlns:a16="http://schemas.microsoft.com/office/drawing/2014/main" id="{90F29441-73F6-5C85-FECF-CA3376CC1763}"/>
                  </a:ext>
                </a:extLst>
              </p:cNvPr>
              <p:cNvSpPr/>
              <p:nvPr/>
            </p:nvSpPr>
            <p:spPr>
              <a:xfrm>
                <a:off x="-4608043" y="3196889"/>
                <a:ext cx="3524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352425" h="104775" extrusionOk="0">
                    <a:moveTo>
                      <a:pt x="179642" y="112801"/>
                    </a:moveTo>
                    <a:cubicBezTo>
                      <a:pt x="121635" y="112801"/>
                      <a:pt x="63627" y="101276"/>
                      <a:pt x="4763" y="78225"/>
                    </a:cubicBezTo>
                    <a:cubicBezTo>
                      <a:pt x="2858" y="77463"/>
                      <a:pt x="1334" y="75939"/>
                      <a:pt x="572" y="74034"/>
                    </a:cubicBezTo>
                    <a:cubicBezTo>
                      <a:pt x="-191" y="72129"/>
                      <a:pt x="-191" y="69939"/>
                      <a:pt x="572" y="68129"/>
                    </a:cubicBezTo>
                    <a:lnTo>
                      <a:pt x="28861" y="4502"/>
                    </a:lnTo>
                    <a:cubicBezTo>
                      <a:pt x="30480" y="787"/>
                      <a:pt x="34671" y="-927"/>
                      <a:pt x="38481" y="501"/>
                    </a:cubicBezTo>
                    <a:cubicBezTo>
                      <a:pt x="134779" y="37268"/>
                      <a:pt x="224504" y="37268"/>
                      <a:pt x="320802" y="501"/>
                    </a:cubicBezTo>
                    <a:cubicBezTo>
                      <a:pt x="324517" y="-927"/>
                      <a:pt x="328803" y="787"/>
                      <a:pt x="330422" y="4502"/>
                    </a:cubicBezTo>
                    <a:lnTo>
                      <a:pt x="353568" y="56699"/>
                    </a:lnTo>
                    <a:cubicBezTo>
                      <a:pt x="355187" y="60223"/>
                      <a:pt x="356902" y="64033"/>
                      <a:pt x="358711" y="68224"/>
                    </a:cubicBezTo>
                    <a:cubicBezTo>
                      <a:pt x="359569" y="70129"/>
                      <a:pt x="359569" y="72225"/>
                      <a:pt x="358711" y="74129"/>
                    </a:cubicBezTo>
                    <a:cubicBezTo>
                      <a:pt x="357950" y="76035"/>
                      <a:pt x="356425" y="77559"/>
                      <a:pt x="354520" y="78320"/>
                    </a:cubicBezTo>
                    <a:cubicBezTo>
                      <a:pt x="295656" y="101371"/>
                      <a:pt x="237649" y="112896"/>
                      <a:pt x="179642" y="112896"/>
                    </a:cubicBezTo>
                    <a:close/>
                    <a:moveTo>
                      <a:pt x="17621" y="66986"/>
                    </a:moveTo>
                    <a:cubicBezTo>
                      <a:pt x="127921" y="108515"/>
                      <a:pt x="231362" y="108515"/>
                      <a:pt x="341662" y="66986"/>
                    </a:cubicBezTo>
                    <a:cubicBezTo>
                      <a:pt x="340995" y="65557"/>
                      <a:pt x="340424" y="64224"/>
                      <a:pt x="339852" y="62890"/>
                    </a:cubicBezTo>
                    <a:lnTo>
                      <a:pt x="319564" y="17075"/>
                    </a:lnTo>
                    <a:cubicBezTo>
                      <a:pt x="224314" y="51936"/>
                      <a:pt x="135065" y="51841"/>
                      <a:pt x="39910" y="17075"/>
                    </a:cubicBezTo>
                    <a:lnTo>
                      <a:pt x="17717" y="669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1543;p45">
                <a:extLst>
                  <a:ext uri="{FF2B5EF4-FFF2-40B4-BE49-F238E27FC236}">
                    <a16:creationId xmlns:a16="http://schemas.microsoft.com/office/drawing/2014/main" id="{1F3E5FCC-B5E9-1B40-E19F-26D1C4551E6C}"/>
                  </a:ext>
                </a:extLst>
              </p:cNvPr>
              <p:cNvSpPr/>
              <p:nvPr/>
            </p:nvSpPr>
            <p:spPr>
              <a:xfrm>
                <a:off x="-4671098" y="3140335"/>
                <a:ext cx="1047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47625" extrusionOk="0">
                    <a:moveTo>
                      <a:pt x="106585" y="48197"/>
                    </a:moveTo>
                    <a:lnTo>
                      <a:pt x="7525" y="48197"/>
                    </a:lnTo>
                    <a:cubicBezTo>
                      <a:pt x="3334" y="48197"/>
                      <a:pt x="0" y="44768"/>
                      <a:pt x="0" y="4067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06585" y="0"/>
                    </a:lnTo>
                    <a:cubicBezTo>
                      <a:pt x="110776" y="0"/>
                      <a:pt x="114109" y="3429"/>
                      <a:pt x="114109" y="7525"/>
                    </a:cubicBezTo>
                    <a:lnTo>
                      <a:pt x="114109" y="40672"/>
                    </a:lnTo>
                    <a:cubicBezTo>
                      <a:pt x="114109" y="44863"/>
                      <a:pt x="110680" y="48197"/>
                      <a:pt x="106585" y="48197"/>
                    </a:cubicBezTo>
                    <a:close/>
                    <a:moveTo>
                      <a:pt x="15049" y="33052"/>
                    </a:moveTo>
                    <a:lnTo>
                      <a:pt x="99060" y="33052"/>
                    </a:lnTo>
                    <a:lnTo>
                      <a:pt x="99060" y="15050"/>
                    </a:lnTo>
                    <a:lnTo>
                      <a:pt x="15049" y="15050"/>
                    </a:lnTo>
                    <a:lnTo>
                      <a:pt x="15049" y="330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1544;p45">
                <a:extLst>
                  <a:ext uri="{FF2B5EF4-FFF2-40B4-BE49-F238E27FC236}">
                    <a16:creationId xmlns:a16="http://schemas.microsoft.com/office/drawing/2014/main" id="{12B70D96-FDF6-55CC-93FB-B7485CD641BB}"/>
                  </a:ext>
                </a:extLst>
              </p:cNvPr>
              <p:cNvSpPr/>
              <p:nvPr/>
            </p:nvSpPr>
            <p:spPr>
              <a:xfrm>
                <a:off x="-4638427" y="3173387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 extrusionOk="0">
                    <a:moveTo>
                      <a:pt x="43529" y="89535"/>
                    </a:moveTo>
                    <a:cubicBezTo>
                      <a:pt x="43529" y="89535"/>
                      <a:pt x="42576" y="89535"/>
                      <a:pt x="42196" y="89440"/>
                    </a:cubicBezTo>
                    <a:lnTo>
                      <a:pt x="6191" y="82772"/>
                    </a:lnTo>
                    <a:cubicBezTo>
                      <a:pt x="2572" y="82106"/>
                      <a:pt x="0" y="78962"/>
                      <a:pt x="0" y="75343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40767" y="0"/>
                    </a:lnTo>
                    <a:cubicBezTo>
                      <a:pt x="44958" y="0"/>
                      <a:pt x="48292" y="3429"/>
                      <a:pt x="48292" y="7525"/>
                    </a:cubicBezTo>
                    <a:lnTo>
                      <a:pt x="48292" y="42672"/>
                    </a:lnTo>
                    <a:lnTo>
                      <a:pt x="58198" y="44101"/>
                    </a:lnTo>
                    <a:cubicBezTo>
                      <a:pt x="60579" y="44482"/>
                      <a:pt x="62579" y="45911"/>
                      <a:pt x="63722" y="47911"/>
                    </a:cubicBezTo>
                    <a:cubicBezTo>
                      <a:pt x="64865" y="50006"/>
                      <a:pt x="64961" y="52483"/>
                      <a:pt x="64008" y="54674"/>
                    </a:cubicBezTo>
                    <a:lnTo>
                      <a:pt x="50482" y="84963"/>
                    </a:lnTo>
                    <a:cubicBezTo>
                      <a:pt x="49244" y="87725"/>
                      <a:pt x="46482" y="89440"/>
                      <a:pt x="43625" y="89440"/>
                    </a:cubicBezTo>
                    <a:close/>
                    <a:moveTo>
                      <a:pt x="15050" y="69056"/>
                    </a:moveTo>
                    <a:lnTo>
                      <a:pt x="39052" y="73438"/>
                    </a:lnTo>
                    <a:lnTo>
                      <a:pt x="46101" y="57626"/>
                    </a:lnTo>
                    <a:lnTo>
                      <a:pt x="39624" y="56674"/>
                    </a:lnTo>
                    <a:cubicBezTo>
                      <a:pt x="35909" y="56102"/>
                      <a:pt x="33147" y="52959"/>
                      <a:pt x="33147" y="49244"/>
                    </a:cubicBezTo>
                    <a:lnTo>
                      <a:pt x="33147" y="15145"/>
                    </a:lnTo>
                    <a:lnTo>
                      <a:pt x="15050" y="15145"/>
                    </a:lnTo>
                    <a:lnTo>
                      <a:pt x="15050" y="690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1545;p45">
                <a:extLst>
                  <a:ext uri="{FF2B5EF4-FFF2-40B4-BE49-F238E27FC236}">
                    <a16:creationId xmlns:a16="http://schemas.microsoft.com/office/drawing/2014/main" id="{D7C8DE1C-893A-C5EC-7642-8B4B84BF82AE}"/>
                  </a:ext>
                </a:extLst>
              </p:cNvPr>
              <p:cNvSpPr/>
              <p:nvPr/>
            </p:nvSpPr>
            <p:spPr>
              <a:xfrm>
                <a:off x="-5021333" y="3000199"/>
                <a:ext cx="1524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0" extrusionOk="0">
                    <a:moveTo>
                      <a:pt x="111443" y="96036"/>
                    </a:moveTo>
                    <a:lnTo>
                      <a:pt x="38386" y="96036"/>
                    </a:lnTo>
                    <a:cubicBezTo>
                      <a:pt x="21146" y="96036"/>
                      <a:pt x="5905" y="84987"/>
                      <a:pt x="381" y="68604"/>
                    </a:cubicBezTo>
                    <a:cubicBezTo>
                      <a:pt x="95" y="67842"/>
                      <a:pt x="0" y="66985"/>
                      <a:pt x="0" y="66223"/>
                    </a:cubicBezTo>
                    <a:lnTo>
                      <a:pt x="0" y="7549"/>
                    </a:lnTo>
                    <a:cubicBezTo>
                      <a:pt x="0" y="3834"/>
                      <a:pt x="2667" y="691"/>
                      <a:pt x="6382" y="119"/>
                    </a:cubicBezTo>
                    <a:cubicBezTo>
                      <a:pt x="10096" y="-548"/>
                      <a:pt x="13621" y="1643"/>
                      <a:pt x="14764" y="5167"/>
                    </a:cubicBezTo>
                    <a:cubicBezTo>
                      <a:pt x="18193" y="15550"/>
                      <a:pt x="27527" y="22312"/>
                      <a:pt x="38481" y="22312"/>
                    </a:cubicBezTo>
                    <a:lnTo>
                      <a:pt x="145637" y="22312"/>
                    </a:lnTo>
                    <a:cubicBezTo>
                      <a:pt x="149828" y="22312"/>
                      <a:pt x="153162" y="25742"/>
                      <a:pt x="153162" y="29837"/>
                    </a:cubicBezTo>
                    <a:lnTo>
                      <a:pt x="153162" y="41077"/>
                    </a:lnTo>
                    <a:cubicBezTo>
                      <a:pt x="153162" y="45268"/>
                      <a:pt x="149733" y="48601"/>
                      <a:pt x="145637" y="48601"/>
                    </a:cubicBezTo>
                    <a:cubicBezTo>
                      <a:pt x="130969" y="48601"/>
                      <a:pt x="119063" y="60412"/>
                      <a:pt x="119063" y="75081"/>
                    </a:cubicBezTo>
                    <a:lnTo>
                      <a:pt x="119063" y="88511"/>
                    </a:lnTo>
                    <a:cubicBezTo>
                      <a:pt x="119063" y="92702"/>
                      <a:pt x="115634" y="96036"/>
                      <a:pt x="111538" y="96036"/>
                    </a:cubicBezTo>
                    <a:close/>
                    <a:moveTo>
                      <a:pt x="15145" y="64889"/>
                    </a:moveTo>
                    <a:cubicBezTo>
                      <a:pt x="18859" y="74700"/>
                      <a:pt x="27908" y="80986"/>
                      <a:pt x="38386" y="80986"/>
                    </a:cubicBezTo>
                    <a:lnTo>
                      <a:pt x="103823" y="80986"/>
                    </a:lnTo>
                    <a:lnTo>
                      <a:pt x="103823" y="75176"/>
                    </a:lnTo>
                    <a:cubicBezTo>
                      <a:pt x="103823" y="58508"/>
                      <a:pt x="113729" y="44029"/>
                      <a:pt x="128016" y="37457"/>
                    </a:cubicBezTo>
                    <a:lnTo>
                      <a:pt x="38291" y="37457"/>
                    </a:lnTo>
                    <a:cubicBezTo>
                      <a:pt x="29718" y="37457"/>
                      <a:pt x="21622" y="34695"/>
                      <a:pt x="15050" y="30028"/>
                    </a:cubicBezTo>
                    <a:lnTo>
                      <a:pt x="15050" y="649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1546;p45">
                <a:extLst>
                  <a:ext uri="{FF2B5EF4-FFF2-40B4-BE49-F238E27FC236}">
                    <a16:creationId xmlns:a16="http://schemas.microsoft.com/office/drawing/2014/main" id="{F4CAEA77-B0BF-AFC1-C212-B0DEFF4B63FE}"/>
                  </a:ext>
                </a:extLst>
              </p:cNvPr>
              <p:cNvSpPr/>
              <p:nvPr/>
            </p:nvSpPr>
            <p:spPr>
              <a:xfrm>
                <a:off x="-4263809" y="3312643"/>
                <a:ext cx="314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9525" extrusionOk="0">
                    <a:moveTo>
                      <a:pt x="307181" y="15049"/>
                    </a:moveTo>
                    <a:lnTo>
                      <a:pt x="7525" y="15049"/>
                    </a:lnTo>
                    <a:cubicBezTo>
                      <a:pt x="3334" y="15049"/>
                      <a:pt x="0" y="11621"/>
                      <a:pt x="0" y="7525"/>
                    </a:cubicBezTo>
                    <a:cubicBezTo>
                      <a:pt x="0" y="3429"/>
                      <a:pt x="3429" y="0"/>
                      <a:pt x="7525" y="0"/>
                    </a:cubicBezTo>
                    <a:lnTo>
                      <a:pt x="307181" y="0"/>
                    </a:lnTo>
                    <a:cubicBezTo>
                      <a:pt x="311372" y="0"/>
                      <a:pt x="314706" y="3429"/>
                      <a:pt x="314706" y="7525"/>
                    </a:cubicBezTo>
                    <a:cubicBezTo>
                      <a:pt x="314706" y="11621"/>
                      <a:pt x="311277" y="15049"/>
                      <a:pt x="307181" y="150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1547;p45">
                <a:extLst>
                  <a:ext uri="{FF2B5EF4-FFF2-40B4-BE49-F238E27FC236}">
                    <a16:creationId xmlns:a16="http://schemas.microsoft.com/office/drawing/2014/main" id="{93C03A12-4753-2E0F-2948-EF1D0F909AD9}"/>
                  </a:ext>
                </a:extLst>
              </p:cNvPr>
              <p:cNvSpPr/>
              <p:nvPr/>
            </p:nvSpPr>
            <p:spPr>
              <a:xfrm>
                <a:off x="-4944847" y="3317596"/>
                <a:ext cx="34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9525" extrusionOk="0">
                    <a:moveTo>
                      <a:pt x="338709" y="15049"/>
                    </a:moveTo>
                    <a:lnTo>
                      <a:pt x="7525" y="15049"/>
                    </a:lnTo>
                    <a:cubicBezTo>
                      <a:pt x="3334" y="15049"/>
                      <a:pt x="0" y="11621"/>
                      <a:pt x="0" y="7525"/>
                    </a:cubicBezTo>
                    <a:cubicBezTo>
                      <a:pt x="0" y="3429"/>
                      <a:pt x="3429" y="0"/>
                      <a:pt x="7525" y="0"/>
                    </a:cubicBezTo>
                    <a:lnTo>
                      <a:pt x="338709" y="0"/>
                    </a:lnTo>
                    <a:cubicBezTo>
                      <a:pt x="342900" y="0"/>
                      <a:pt x="346234" y="3429"/>
                      <a:pt x="346234" y="7525"/>
                    </a:cubicBezTo>
                    <a:cubicBezTo>
                      <a:pt x="346234" y="11621"/>
                      <a:pt x="342805" y="15049"/>
                      <a:pt x="338709" y="150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1548;p45">
                <a:extLst>
                  <a:ext uri="{FF2B5EF4-FFF2-40B4-BE49-F238E27FC236}">
                    <a16:creationId xmlns:a16="http://schemas.microsoft.com/office/drawing/2014/main" id="{EE7715EA-875E-5DBE-873C-508B8F9C1778}"/>
                  </a:ext>
                </a:extLst>
              </p:cNvPr>
              <p:cNvSpPr/>
              <p:nvPr/>
            </p:nvSpPr>
            <p:spPr>
              <a:xfrm>
                <a:off x="-4487552" y="310214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 extrusionOk="0">
                    <a:moveTo>
                      <a:pt x="29719" y="59341"/>
                    </a:moveTo>
                    <a:cubicBezTo>
                      <a:pt x="13335" y="59341"/>
                      <a:pt x="0" y="46006"/>
                      <a:pt x="0" y="29718"/>
                    </a:cubicBezTo>
                    <a:cubicBezTo>
                      <a:pt x="0" y="13430"/>
                      <a:pt x="13335" y="0"/>
                      <a:pt x="29719" y="0"/>
                    </a:cubicBezTo>
                    <a:cubicBezTo>
                      <a:pt x="46101" y="0"/>
                      <a:pt x="59436" y="13335"/>
                      <a:pt x="59436" y="29718"/>
                    </a:cubicBezTo>
                    <a:cubicBezTo>
                      <a:pt x="59436" y="46101"/>
                      <a:pt x="46101" y="59341"/>
                      <a:pt x="29719" y="59341"/>
                    </a:cubicBezTo>
                    <a:close/>
                    <a:moveTo>
                      <a:pt x="29719" y="15145"/>
                    </a:moveTo>
                    <a:cubicBezTo>
                      <a:pt x="21717" y="15145"/>
                      <a:pt x="15145" y="21717"/>
                      <a:pt x="15145" y="29718"/>
                    </a:cubicBezTo>
                    <a:cubicBezTo>
                      <a:pt x="15145" y="37719"/>
                      <a:pt x="21717" y="44291"/>
                      <a:pt x="29719" y="44291"/>
                    </a:cubicBezTo>
                    <a:cubicBezTo>
                      <a:pt x="37719" y="44291"/>
                      <a:pt x="44291" y="37719"/>
                      <a:pt x="44291" y="29718"/>
                    </a:cubicBezTo>
                    <a:cubicBezTo>
                      <a:pt x="44291" y="21717"/>
                      <a:pt x="37719" y="15145"/>
                      <a:pt x="29719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1549;p45">
                <a:extLst>
                  <a:ext uri="{FF2B5EF4-FFF2-40B4-BE49-F238E27FC236}">
                    <a16:creationId xmlns:a16="http://schemas.microsoft.com/office/drawing/2014/main" id="{32EF2F13-5537-2506-D484-C7E272DE4818}"/>
                  </a:ext>
                </a:extLst>
              </p:cNvPr>
              <p:cNvSpPr/>
              <p:nvPr/>
            </p:nvSpPr>
            <p:spPr>
              <a:xfrm>
                <a:off x="-4409065" y="3099473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 extrusionOk="0">
                    <a:moveTo>
                      <a:pt x="7525" y="59246"/>
                    </a:moveTo>
                    <a:cubicBezTo>
                      <a:pt x="3334" y="59246"/>
                      <a:pt x="0" y="55816"/>
                      <a:pt x="0" y="51721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cubicBezTo>
                      <a:pt x="11620" y="0"/>
                      <a:pt x="15049" y="3429"/>
                      <a:pt x="15049" y="7525"/>
                    </a:cubicBezTo>
                    <a:lnTo>
                      <a:pt x="15049" y="51721"/>
                    </a:lnTo>
                    <a:cubicBezTo>
                      <a:pt x="15049" y="55912"/>
                      <a:pt x="11620" y="59246"/>
                      <a:pt x="7525" y="592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1550;p45">
                <a:extLst>
                  <a:ext uri="{FF2B5EF4-FFF2-40B4-BE49-F238E27FC236}">
                    <a16:creationId xmlns:a16="http://schemas.microsoft.com/office/drawing/2014/main" id="{35354729-2E7F-DA7C-06E9-CEE0C5FA3B57}"/>
                  </a:ext>
                </a:extLst>
              </p:cNvPr>
              <p:cNvSpPr/>
              <p:nvPr/>
            </p:nvSpPr>
            <p:spPr>
              <a:xfrm>
                <a:off x="-4896352" y="3108050"/>
                <a:ext cx="34885" cy="3488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 extrusionOk="0">
                    <a:moveTo>
                      <a:pt x="26861" y="53721"/>
                    </a:moveTo>
                    <a:cubicBezTo>
                      <a:pt x="12097" y="53721"/>
                      <a:pt x="0" y="41624"/>
                      <a:pt x="0" y="26861"/>
                    </a:cubicBezTo>
                    <a:cubicBezTo>
                      <a:pt x="0" y="12097"/>
                      <a:pt x="12002" y="0"/>
                      <a:pt x="26861" y="0"/>
                    </a:cubicBezTo>
                    <a:cubicBezTo>
                      <a:pt x="41720" y="0"/>
                      <a:pt x="53721" y="12097"/>
                      <a:pt x="53721" y="26861"/>
                    </a:cubicBezTo>
                    <a:cubicBezTo>
                      <a:pt x="53721" y="41624"/>
                      <a:pt x="41624" y="53721"/>
                      <a:pt x="26861" y="53721"/>
                    </a:cubicBezTo>
                    <a:close/>
                    <a:moveTo>
                      <a:pt x="26861" y="15145"/>
                    </a:moveTo>
                    <a:cubicBezTo>
                      <a:pt x="20384" y="15145"/>
                      <a:pt x="15144" y="20384"/>
                      <a:pt x="15144" y="26861"/>
                    </a:cubicBezTo>
                    <a:cubicBezTo>
                      <a:pt x="15144" y="33338"/>
                      <a:pt x="20384" y="38576"/>
                      <a:pt x="26861" y="38576"/>
                    </a:cubicBezTo>
                    <a:cubicBezTo>
                      <a:pt x="33338" y="38576"/>
                      <a:pt x="38576" y="33338"/>
                      <a:pt x="38576" y="26861"/>
                    </a:cubicBezTo>
                    <a:cubicBezTo>
                      <a:pt x="38576" y="20384"/>
                      <a:pt x="33338" y="15145"/>
                      <a:pt x="26861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1551;p45">
                <a:extLst>
                  <a:ext uri="{FF2B5EF4-FFF2-40B4-BE49-F238E27FC236}">
                    <a16:creationId xmlns:a16="http://schemas.microsoft.com/office/drawing/2014/main" id="{8C9D3921-2491-ACF5-DF0C-458CA60D2EE8}"/>
                  </a:ext>
                </a:extLst>
              </p:cNvPr>
              <p:cNvSpPr/>
              <p:nvPr/>
            </p:nvSpPr>
            <p:spPr>
              <a:xfrm>
                <a:off x="-3967327" y="3108050"/>
                <a:ext cx="34885" cy="3488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 extrusionOk="0">
                    <a:moveTo>
                      <a:pt x="26861" y="53721"/>
                    </a:moveTo>
                    <a:cubicBezTo>
                      <a:pt x="12097" y="53721"/>
                      <a:pt x="0" y="41624"/>
                      <a:pt x="0" y="26861"/>
                    </a:cubicBezTo>
                    <a:cubicBezTo>
                      <a:pt x="0" y="12097"/>
                      <a:pt x="12002" y="0"/>
                      <a:pt x="26861" y="0"/>
                    </a:cubicBezTo>
                    <a:cubicBezTo>
                      <a:pt x="41720" y="0"/>
                      <a:pt x="53721" y="12097"/>
                      <a:pt x="53721" y="26861"/>
                    </a:cubicBezTo>
                    <a:cubicBezTo>
                      <a:pt x="53721" y="41624"/>
                      <a:pt x="41624" y="53721"/>
                      <a:pt x="26861" y="53721"/>
                    </a:cubicBezTo>
                    <a:close/>
                    <a:moveTo>
                      <a:pt x="26861" y="15145"/>
                    </a:moveTo>
                    <a:cubicBezTo>
                      <a:pt x="20384" y="15145"/>
                      <a:pt x="15144" y="20384"/>
                      <a:pt x="15144" y="26861"/>
                    </a:cubicBezTo>
                    <a:cubicBezTo>
                      <a:pt x="15144" y="33338"/>
                      <a:pt x="20384" y="38576"/>
                      <a:pt x="26861" y="38576"/>
                    </a:cubicBezTo>
                    <a:cubicBezTo>
                      <a:pt x="33338" y="38576"/>
                      <a:pt x="38576" y="33338"/>
                      <a:pt x="38576" y="26861"/>
                    </a:cubicBezTo>
                    <a:cubicBezTo>
                      <a:pt x="38576" y="20384"/>
                      <a:pt x="33338" y="15145"/>
                      <a:pt x="26861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2" name="Google Shape;1552;p45">
              <a:extLst>
                <a:ext uri="{FF2B5EF4-FFF2-40B4-BE49-F238E27FC236}">
                  <a16:creationId xmlns:a16="http://schemas.microsoft.com/office/drawing/2014/main" id="{52689A98-5E62-1BF1-40DE-58F67174290A}"/>
                </a:ext>
              </a:extLst>
            </p:cNvPr>
            <p:cNvGrpSpPr/>
            <p:nvPr/>
          </p:nvGrpSpPr>
          <p:grpSpPr>
            <a:xfrm flipH="1">
              <a:off x="643911" y="2193047"/>
              <a:ext cx="3220959" cy="1965028"/>
              <a:chOff x="12028123" y="-6596290"/>
              <a:chExt cx="1690260" cy="1031186"/>
            </a:xfrm>
          </p:grpSpPr>
          <p:sp>
            <p:nvSpPr>
              <p:cNvPr id="493" name="Google Shape;1553;p45">
                <a:extLst>
                  <a:ext uri="{FF2B5EF4-FFF2-40B4-BE49-F238E27FC236}">
                    <a16:creationId xmlns:a16="http://schemas.microsoft.com/office/drawing/2014/main" id="{75E59F32-ABFF-316D-AE53-EF5FC362E01A}"/>
                  </a:ext>
                </a:extLst>
              </p:cNvPr>
              <p:cNvSpPr/>
              <p:nvPr/>
            </p:nvSpPr>
            <p:spPr>
              <a:xfrm>
                <a:off x="12141188" y="-6005957"/>
                <a:ext cx="1482290" cy="269507"/>
              </a:xfrm>
              <a:custGeom>
                <a:avLst/>
                <a:gdLst/>
                <a:ahLst/>
                <a:cxnLst/>
                <a:rect l="l" t="t" r="r" b="b"/>
                <a:pathLst>
                  <a:path w="1482290" h="269507" extrusionOk="0">
                    <a:moveTo>
                      <a:pt x="256" y="274015"/>
                    </a:moveTo>
                    <a:lnTo>
                      <a:pt x="1479595" y="272347"/>
                    </a:lnTo>
                    <a:cubicBezTo>
                      <a:pt x="1479595" y="272347"/>
                      <a:pt x="1532855" y="58666"/>
                      <a:pt x="1333869" y="27480"/>
                    </a:cubicBezTo>
                    <a:cubicBezTo>
                      <a:pt x="1169726" y="1749"/>
                      <a:pt x="237166" y="-30720"/>
                      <a:pt x="87012" y="59436"/>
                    </a:cubicBezTo>
                    <a:cubicBezTo>
                      <a:pt x="37795" y="88954"/>
                      <a:pt x="-3658" y="264711"/>
                      <a:pt x="256" y="274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1554;p45">
                <a:extLst>
                  <a:ext uri="{FF2B5EF4-FFF2-40B4-BE49-F238E27FC236}">
                    <a16:creationId xmlns:a16="http://schemas.microsoft.com/office/drawing/2014/main" id="{B3E6D246-A220-692A-3ADA-B71A682D76A8}"/>
                  </a:ext>
                </a:extLst>
              </p:cNvPr>
              <p:cNvSpPr/>
              <p:nvPr/>
            </p:nvSpPr>
            <p:spPr>
              <a:xfrm>
                <a:off x="12067779" y="-6480274"/>
                <a:ext cx="1642711" cy="744353"/>
              </a:xfrm>
              <a:custGeom>
                <a:avLst/>
                <a:gdLst/>
                <a:ahLst/>
                <a:cxnLst/>
                <a:rect l="l" t="t" r="r" b="b"/>
                <a:pathLst>
                  <a:path w="1642711" h="744353" extrusionOk="0">
                    <a:moveTo>
                      <a:pt x="1497691" y="64"/>
                    </a:moveTo>
                    <a:lnTo>
                      <a:pt x="736654" y="64"/>
                    </a:lnTo>
                    <a:cubicBezTo>
                      <a:pt x="714644" y="64"/>
                      <a:pt x="693469" y="8406"/>
                      <a:pt x="677362" y="23421"/>
                    </a:cubicBezTo>
                    <a:lnTo>
                      <a:pt x="453350" y="318468"/>
                    </a:lnTo>
                    <a:lnTo>
                      <a:pt x="116081" y="355557"/>
                    </a:lnTo>
                    <a:cubicBezTo>
                      <a:pt x="25604" y="370508"/>
                      <a:pt x="2760" y="411320"/>
                      <a:pt x="2760" y="482226"/>
                    </a:cubicBezTo>
                    <a:cubicBezTo>
                      <a:pt x="2760" y="531507"/>
                      <a:pt x="0" y="679223"/>
                      <a:pt x="0" y="679223"/>
                    </a:cubicBezTo>
                    <a:lnTo>
                      <a:pt x="73730" y="748268"/>
                    </a:lnTo>
                    <a:lnTo>
                      <a:pt x="95162" y="748268"/>
                    </a:lnTo>
                    <a:cubicBezTo>
                      <a:pt x="95162" y="747690"/>
                      <a:pt x="95162" y="747113"/>
                      <a:pt x="95162" y="746599"/>
                    </a:cubicBezTo>
                    <a:cubicBezTo>
                      <a:pt x="95162" y="641427"/>
                      <a:pt x="180442" y="556083"/>
                      <a:pt x="285678" y="556083"/>
                    </a:cubicBezTo>
                    <a:cubicBezTo>
                      <a:pt x="390914" y="556083"/>
                      <a:pt x="476194" y="641363"/>
                      <a:pt x="476194" y="746599"/>
                    </a:cubicBezTo>
                    <a:cubicBezTo>
                      <a:pt x="476194" y="747177"/>
                      <a:pt x="476194" y="747754"/>
                      <a:pt x="476194" y="748268"/>
                    </a:cubicBezTo>
                    <a:lnTo>
                      <a:pt x="1172293" y="748268"/>
                    </a:lnTo>
                    <a:cubicBezTo>
                      <a:pt x="1172293" y="747690"/>
                      <a:pt x="1172293" y="747113"/>
                      <a:pt x="1172293" y="746599"/>
                    </a:cubicBezTo>
                    <a:cubicBezTo>
                      <a:pt x="1172293" y="641427"/>
                      <a:pt x="1257573" y="556083"/>
                      <a:pt x="1362809" y="556083"/>
                    </a:cubicBezTo>
                    <a:cubicBezTo>
                      <a:pt x="1468045" y="556083"/>
                      <a:pt x="1553325" y="641363"/>
                      <a:pt x="1553325" y="746599"/>
                    </a:cubicBezTo>
                    <a:cubicBezTo>
                      <a:pt x="1553325" y="746856"/>
                      <a:pt x="1553325" y="747113"/>
                      <a:pt x="1553325" y="747369"/>
                    </a:cubicBezTo>
                    <a:lnTo>
                      <a:pt x="1642712" y="719328"/>
                    </a:lnTo>
                    <a:lnTo>
                      <a:pt x="1642712" y="269122"/>
                    </a:lnTo>
                    <a:lnTo>
                      <a:pt x="1578159" y="53324"/>
                    </a:lnTo>
                    <a:cubicBezTo>
                      <a:pt x="1564619" y="21047"/>
                      <a:pt x="1532984" y="0"/>
                      <a:pt x="14979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1555;p45">
                <a:extLst>
                  <a:ext uri="{FF2B5EF4-FFF2-40B4-BE49-F238E27FC236}">
                    <a16:creationId xmlns:a16="http://schemas.microsoft.com/office/drawing/2014/main" id="{6151D7FE-2F50-227C-3B95-E92161076B76}"/>
                  </a:ext>
                </a:extLst>
              </p:cNvPr>
              <p:cNvSpPr/>
              <p:nvPr/>
            </p:nvSpPr>
            <p:spPr>
              <a:xfrm>
                <a:off x="12150441" y="-5956286"/>
                <a:ext cx="404261" cy="224589"/>
              </a:xfrm>
              <a:custGeom>
                <a:avLst/>
                <a:gdLst/>
                <a:ahLst/>
                <a:cxnLst/>
                <a:rect l="l" t="t" r="r" b="b"/>
                <a:pathLst>
                  <a:path w="404261" h="224589" extrusionOk="0">
                    <a:moveTo>
                      <a:pt x="1848" y="222997"/>
                    </a:moveTo>
                    <a:cubicBezTo>
                      <a:pt x="1848" y="-66210"/>
                      <a:pt x="403863" y="-76862"/>
                      <a:pt x="403863" y="22120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1556;p45">
                <a:extLst>
                  <a:ext uri="{FF2B5EF4-FFF2-40B4-BE49-F238E27FC236}">
                    <a16:creationId xmlns:a16="http://schemas.microsoft.com/office/drawing/2014/main" id="{9C02D888-ECAB-5078-7658-341BB0361522}"/>
                  </a:ext>
                </a:extLst>
              </p:cNvPr>
              <p:cNvSpPr/>
              <p:nvPr/>
            </p:nvSpPr>
            <p:spPr>
              <a:xfrm>
                <a:off x="13227443" y="-5957353"/>
                <a:ext cx="404261" cy="224589"/>
              </a:xfrm>
              <a:custGeom>
                <a:avLst/>
                <a:gdLst/>
                <a:ahLst/>
                <a:cxnLst/>
                <a:rect l="l" t="t" r="r" b="b"/>
                <a:pathLst>
                  <a:path w="404261" h="224589" extrusionOk="0">
                    <a:moveTo>
                      <a:pt x="1848" y="222973"/>
                    </a:moveTo>
                    <a:cubicBezTo>
                      <a:pt x="1848" y="-62961"/>
                      <a:pt x="394880" y="-76565"/>
                      <a:pt x="403735" y="21123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1557;p45">
                <a:extLst>
                  <a:ext uri="{FF2B5EF4-FFF2-40B4-BE49-F238E27FC236}">
                    <a16:creationId xmlns:a16="http://schemas.microsoft.com/office/drawing/2014/main" id="{0C571B93-0289-F8A2-2784-71D24C5990CB}"/>
                  </a:ext>
                </a:extLst>
              </p:cNvPr>
              <p:cNvSpPr/>
              <p:nvPr/>
            </p:nvSpPr>
            <p:spPr>
              <a:xfrm>
                <a:off x="13234618" y="-6091092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0" y="0"/>
                    </a:moveTo>
                    <a:lnTo>
                      <a:pt x="99525" y="0"/>
                    </a:lnTo>
                    <a:cubicBezTo>
                      <a:pt x="99525" y="12320"/>
                      <a:pt x="89579" y="22266"/>
                      <a:pt x="77258" y="22266"/>
                    </a:cubicBezTo>
                    <a:lnTo>
                      <a:pt x="22330" y="22266"/>
                    </a:lnTo>
                    <a:cubicBezTo>
                      <a:pt x="10010" y="22266"/>
                      <a:pt x="64" y="12320"/>
                      <a:pt x="64" y="0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1558;p45">
                <a:extLst>
                  <a:ext uri="{FF2B5EF4-FFF2-40B4-BE49-F238E27FC236}">
                    <a16:creationId xmlns:a16="http://schemas.microsoft.com/office/drawing/2014/main" id="{DD27A159-5429-566A-F7AC-E09E10201247}"/>
                  </a:ext>
                </a:extLst>
              </p:cNvPr>
              <p:cNvSpPr/>
              <p:nvPr/>
            </p:nvSpPr>
            <p:spPr>
              <a:xfrm>
                <a:off x="12854227" y="-6091092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0" y="0"/>
                    </a:moveTo>
                    <a:lnTo>
                      <a:pt x="99525" y="0"/>
                    </a:lnTo>
                    <a:cubicBezTo>
                      <a:pt x="99525" y="12320"/>
                      <a:pt x="89579" y="22266"/>
                      <a:pt x="77259" y="22266"/>
                    </a:cubicBezTo>
                    <a:lnTo>
                      <a:pt x="22330" y="22266"/>
                    </a:lnTo>
                    <a:cubicBezTo>
                      <a:pt x="10010" y="22266"/>
                      <a:pt x="64" y="12320"/>
                      <a:pt x="64" y="0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1559;p45">
                <a:extLst>
                  <a:ext uri="{FF2B5EF4-FFF2-40B4-BE49-F238E27FC236}">
                    <a16:creationId xmlns:a16="http://schemas.microsoft.com/office/drawing/2014/main" id="{BD423E50-5B30-17C4-B894-99D9F7429A42}"/>
                  </a:ext>
                </a:extLst>
              </p:cNvPr>
              <p:cNvSpPr/>
              <p:nvPr/>
            </p:nvSpPr>
            <p:spPr>
              <a:xfrm>
                <a:off x="12854227" y="-6113038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99525" y="22266"/>
                    </a:moveTo>
                    <a:lnTo>
                      <a:pt x="0" y="22266"/>
                    </a:lnTo>
                    <a:cubicBezTo>
                      <a:pt x="0" y="9946"/>
                      <a:pt x="9946" y="0"/>
                      <a:pt x="22266" y="0"/>
                    </a:cubicBezTo>
                    <a:lnTo>
                      <a:pt x="77195" y="0"/>
                    </a:lnTo>
                    <a:cubicBezTo>
                      <a:pt x="89515" y="0"/>
                      <a:pt x="99461" y="9946"/>
                      <a:pt x="99461" y="22266"/>
                    </a:cubicBezTo>
                    <a:lnTo>
                      <a:pt x="99461" y="2226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1560;p45">
                <a:extLst>
                  <a:ext uri="{FF2B5EF4-FFF2-40B4-BE49-F238E27FC236}">
                    <a16:creationId xmlns:a16="http://schemas.microsoft.com/office/drawing/2014/main" id="{F5180346-57A5-C21B-34D1-1312A48E30E0}"/>
                  </a:ext>
                </a:extLst>
              </p:cNvPr>
              <p:cNvSpPr/>
              <p:nvPr/>
            </p:nvSpPr>
            <p:spPr>
              <a:xfrm>
                <a:off x="12552456" y="-6448690"/>
                <a:ext cx="1065195" cy="673768"/>
              </a:xfrm>
              <a:custGeom>
                <a:avLst/>
                <a:gdLst/>
                <a:ahLst/>
                <a:cxnLst/>
                <a:rect l="l" t="t" r="r" b="b"/>
                <a:pathLst>
                  <a:path w="1065195" h="673768" extrusionOk="0">
                    <a:moveTo>
                      <a:pt x="496138" y="674397"/>
                    </a:moveTo>
                    <a:lnTo>
                      <a:pt x="626784" y="667659"/>
                    </a:lnTo>
                    <a:cubicBezTo>
                      <a:pt x="640581" y="667082"/>
                      <a:pt x="652772" y="657713"/>
                      <a:pt x="657008" y="644366"/>
                    </a:cubicBezTo>
                    <a:cubicBezTo>
                      <a:pt x="664836" y="619726"/>
                      <a:pt x="679659" y="585588"/>
                      <a:pt x="708471" y="552349"/>
                    </a:cubicBezTo>
                    <a:cubicBezTo>
                      <a:pt x="732855" y="524243"/>
                      <a:pt x="759035" y="506276"/>
                      <a:pt x="779184" y="495111"/>
                    </a:cubicBezTo>
                    <a:cubicBezTo>
                      <a:pt x="789836" y="489207"/>
                      <a:pt x="796574" y="478042"/>
                      <a:pt x="796574" y="466107"/>
                    </a:cubicBezTo>
                    <a:lnTo>
                      <a:pt x="796574" y="33676"/>
                    </a:lnTo>
                    <a:cubicBezTo>
                      <a:pt x="796574" y="16158"/>
                      <a:pt x="782329" y="1912"/>
                      <a:pt x="764811" y="1912"/>
                    </a:cubicBezTo>
                    <a:lnTo>
                      <a:pt x="496138" y="1912"/>
                    </a:lnTo>
                    <a:cubicBezTo>
                      <a:pt x="478619" y="1912"/>
                      <a:pt x="464374" y="16158"/>
                      <a:pt x="464374" y="33676"/>
                    </a:cubicBezTo>
                    <a:lnTo>
                      <a:pt x="464374" y="642698"/>
                    </a:lnTo>
                    <a:cubicBezTo>
                      <a:pt x="464374" y="660216"/>
                      <a:pt x="478619" y="674461"/>
                      <a:pt x="496138" y="674461"/>
                    </a:cubicBezTo>
                    <a:close/>
                    <a:moveTo>
                      <a:pt x="982278" y="1848"/>
                    </a:moveTo>
                    <a:lnTo>
                      <a:pt x="861705" y="1848"/>
                    </a:lnTo>
                    <a:cubicBezTo>
                      <a:pt x="844187" y="1848"/>
                      <a:pt x="829941" y="16093"/>
                      <a:pt x="829941" y="33611"/>
                    </a:cubicBezTo>
                    <a:lnTo>
                      <a:pt x="829941" y="263719"/>
                    </a:lnTo>
                    <a:cubicBezTo>
                      <a:pt x="829941" y="281237"/>
                      <a:pt x="844187" y="295483"/>
                      <a:pt x="861705" y="295483"/>
                    </a:cubicBezTo>
                    <a:lnTo>
                      <a:pt x="1035152" y="295483"/>
                    </a:lnTo>
                    <a:cubicBezTo>
                      <a:pt x="1056584" y="295483"/>
                      <a:pt x="1071857" y="274692"/>
                      <a:pt x="1065440" y="254222"/>
                    </a:cubicBezTo>
                    <a:lnTo>
                      <a:pt x="1012629" y="24114"/>
                    </a:lnTo>
                    <a:cubicBezTo>
                      <a:pt x="1008458" y="10896"/>
                      <a:pt x="996202" y="1848"/>
                      <a:pt x="982341" y="1848"/>
                    </a:cubicBezTo>
                    <a:close/>
                    <a:moveTo>
                      <a:pt x="1848" y="306456"/>
                    </a:moveTo>
                    <a:lnTo>
                      <a:pt x="1848" y="674333"/>
                    </a:lnTo>
                    <a:lnTo>
                      <a:pt x="399179" y="674333"/>
                    </a:lnTo>
                    <a:cubicBezTo>
                      <a:pt x="416697" y="674333"/>
                      <a:pt x="430942" y="660088"/>
                      <a:pt x="430942" y="642570"/>
                    </a:cubicBezTo>
                    <a:lnTo>
                      <a:pt x="430942" y="33676"/>
                    </a:lnTo>
                    <a:cubicBezTo>
                      <a:pt x="430942" y="16158"/>
                      <a:pt x="416697" y="1912"/>
                      <a:pt x="399179" y="1912"/>
                    </a:cubicBezTo>
                    <a:lnTo>
                      <a:pt x="218801" y="1912"/>
                    </a:lnTo>
                    <a:cubicBezTo>
                      <a:pt x="210074" y="1912"/>
                      <a:pt x="201733" y="5506"/>
                      <a:pt x="195765" y="11794"/>
                    </a:cubicBezTo>
                    <a:lnTo>
                      <a:pt x="1848" y="30652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1561;p45">
                <a:extLst>
                  <a:ext uri="{FF2B5EF4-FFF2-40B4-BE49-F238E27FC236}">
                    <a16:creationId xmlns:a16="http://schemas.microsoft.com/office/drawing/2014/main" id="{E4FAF08A-CA32-55FE-7D07-794FDC18570A}"/>
                  </a:ext>
                </a:extLst>
              </p:cNvPr>
              <p:cNvSpPr/>
              <p:nvPr/>
            </p:nvSpPr>
            <p:spPr>
              <a:xfrm>
                <a:off x="12067663" y="-6144018"/>
                <a:ext cx="1642711" cy="173254"/>
              </a:xfrm>
              <a:custGeom>
                <a:avLst/>
                <a:gdLst/>
                <a:ahLst/>
                <a:cxnLst/>
                <a:rect l="l" t="t" r="r" b="b"/>
                <a:pathLst>
                  <a:path w="1642711" h="173254" extrusionOk="0">
                    <a:moveTo>
                      <a:pt x="1848" y="176194"/>
                    </a:moveTo>
                    <a:lnTo>
                      <a:pt x="51514" y="176194"/>
                    </a:lnTo>
                    <a:lnTo>
                      <a:pt x="51514" y="89245"/>
                    </a:lnTo>
                    <a:lnTo>
                      <a:pt x="486705" y="1848"/>
                    </a:lnTo>
                    <a:lnTo>
                      <a:pt x="1642507" y="1848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1562;p45">
                <a:extLst>
                  <a:ext uri="{FF2B5EF4-FFF2-40B4-BE49-F238E27FC236}">
                    <a16:creationId xmlns:a16="http://schemas.microsoft.com/office/drawing/2014/main" id="{C81AEBB7-54CA-D378-452D-DAFAFA5ECE72}"/>
                  </a:ext>
                </a:extLst>
              </p:cNvPr>
              <p:cNvSpPr/>
              <p:nvPr/>
            </p:nvSpPr>
            <p:spPr>
              <a:xfrm>
                <a:off x="13234618" y="-6113038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99525" y="22266"/>
                    </a:moveTo>
                    <a:lnTo>
                      <a:pt x="0" y="22266"/>
                    </a:lnTo>
                    <a:cubicBezTo>
                      <a:pt x="0" y="9946"/>
                      <a:pt x="9946" y="0"/>
                      <a:pt x="22266" y="0"/>
                    </a:cubicBezTo>
                    <a:lnTo>
                      <a:pt x="77194" y="0"/>
                    </a:lnTo>
                    <a:cubicBezTo>
                      <a:pt x="89515" y="0"/>
                      <a:pt x="99461" y="9946"/>
                      <a:pt x="99461" y="22266"/>
                    </a:cubicBezTo>
                    <a:lnTo>
                      <a:pt x="99461" y="2226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1563;p45">
                <a:extLst>
                  <a:ext uri="{FF2B5EF4-FFF2-40B4-BE49-F238E27FC236}">
                    <a16:creationId xmlns:a16="http://schemas.microsoft.com/office/drawing/2014/main" id="{D7BF241F-3A6B-2254-2030-FDB8CE94E4B2}"/>
                  </a:ext>
                </a:extLst>
              </p:cNvPr>
              <p:cNvSpPr/>
              <p:nvPr/>
            </p:nvSpPr>
            <p:spPr>
              <a:xfrm>
                <a:off x="12619154" y="-6427399"/>
                <a:ext cx="975359" cy="250256"/>
              </a:xfrm>
              <a:custGeom>
                <a:avLst/>
                <a:gdLst/>
                <a:ahLst/>
                <a:cxnLst/>
                <a:rect l="l" t="t" r="r" b="b"/>
                <a:pathLst>
                  <a:path w="975359" h="250256" extrusionOk="0">
                    <a:moveTo>
                      <a:pt x="800782" y="254877"/>
                    </a:moveTo>
                    <a:cubicBezTo>
                      <a:pt x="790836" y="254877"/>
                      <a:pt x="782686" y="246792"/>
                      <a:pt x="782686" y="236781"/>
                    </a:cubicBezTo>
                    <a:lnTo>
                      <a:pt x="782686" y="18095"/>
                    </a:lnTo>
                    <a:cubicBezTo>
                      <a:pt x="782686" y="8149"/>
                      <a:pt x="790771" y="0"/>
                      <a:pt x="800782" y="0"/>
                    </a:cubicBezTo>
                    <a:lnTo>
                      <a:pt x="911473" y="0"/>
                    </a:lnTo>
                    <a:cubicBezTo>
                      <a:pt x="919429" y="0"/>
                      <a:pt x="926359" y="5069"/>
                      <a:pt x="928734" y="12641"/>
                    </a:cubicBezTo>
                    <a:lnTo>
                      <a:pt x="977951" y="231327"/>
                    </a:lnTo>
                    <a:cubicBezTo>
                      <a:pt x="979684" y="236910"/>
                      <a:pt x="978721" y="242749"/>
                      <a:pt x="975256" y="247433"/>
                    </a:cubicBezTo>
                    <a:cubicBezTo>
                      <a:pt x="971790" y="252118"/>
                      <a:pt x="966465" y="254813"/>
                      <a:pt x="960689" y="254813"/>
                    </a:cubicBezTo>
                    <a:lnTo>
                      <a:pt x="800782" y="254813"/>
                    </a:lnTo>
                    <a:close/>
                    <a:moveTo>
                      <a:pt x="435214" y="254877"/>
                    </a:moveTo>
                    <a:cubicBezTo>
                      <a:pt x="425268" y="254877"/>
                      <a:pt x="417119" y="246792"/>
                      <a:pt x="417119" y="236781"/>
                    </a:cubicBezTo>
                    <a:lnTo>
                      <a:pt x="417119" y="18095"/>
                    </a:lnTo>
                    <a:cubicBezTo>
                      <a:pt x="417119" y="8149"/>
                      <a:pt x="425204" y="0"/>
                      <a:pt x="435214" y="0"/>
                    </a:cubicBezTo>
                    <a:lnTo>
                      <a:pt x="692402" y="0"/>
                    </a:lnTo>
                    <a:cubicBezTo>
                      <a:pt x="702347" y="0"/>
                      <a:pt x="710497" y="8085"/>
                      <a:pt x="710497" y="18095"/>
                    </a:cubicBezTo>
                    <a:lnTo>
                      <a:pt x="710497" y="236781"/>
                    </a:lnTo>
                    <a:cubicBezTo>
                      <a:pt x="710497" y="246728"/>
                      <a:pt x="702411" y="254877"/>
                      <a:pt x="692402" y="254877"/>
                    </a:cubicBezTo>
                    <a:lnTo>
                      <a:pt x="435214" y="254877"/>
                    </a:lnTo>
                    <a:close/>
                    <a:moveTo>
                      <a:pt x="18119" y="254877"/>
                    </a:moveTo>
                    <a:cubicBezTo>
                      <a:pt x="9264" y="254877"/>
                      <a:pt x="3681" y="249166"/>
                      <a:pt x="1436" y="243840"/>
                    </a:cubicBezTo>
                    <a:cubicBezTo>
                      <a:pt x="-810" y="238514"/>
                      <a:pt x="-1003" y="230493"/>
                      <a:pt x="5158" y="224204"/>
                    </a:cubicBezTo>
                    <a:lnTo>
                      <a:pt x="141387" y="5518"/>
                    </a:lnTo>
                    <a:cubicBezTo>
                      <a:pt x="144788" y="2053"/>
                      <a:pt x="149473" y="64"/>
                      <a:pt x="154349" y="64"/>
                    </a:cubicBezTo>
                    <a:lnTo>
                      <a:pt x="326834" y="64"/>
                    </a:lnTo>
                    <a:cubicBezTo>
                      <a:pt x="336780" y="64"/>
                      <a:pt x="344929" y="8149"/>
                      <a:pt x="344929" y="18160"/>
                    </a:cubicBezTo>
                    <a:lnTo>
                      <a:pt x="344929" y="236846"/>
                    </a:lnTo>
                    <a:cubicBezTo>
                      <a:pt x="344929" y="246792"/>
                      <a:pt x="336844" y="254941"/>
                      <a:pt x="326834" y="254941"/>
                    </a:cubicBezTo>
                    <a:lnTo>
                      <a:pt x="18119" y="25494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1564;p45">
                <a:extLst>
                  <a:ext uri="{FF2B5EF4-FFF2-40B4-BE49-F238E27FC236}">
                    <a16:creationId xmlns:a16="http://schemas.microsoft.com/office/drawing/2014/main" id="{A4588A95-F5EE-93BA-5C5D-D3B8D10E6AD9}"/>
                  </a:ext>
                </a:extLst>
              </p:cNvPr>
              <p:cNvSpPr/>
              <p:nvPr/>
            </p:nvSpPr>
            <p:spPr>
              <a:xfrm>
                <a:off x="12036272" y="-5813371"/>
                <a:ext cx="1668378" cy="77002"/>
              </a:xfrm>
              <a:custGeom>
                <a:avLst/>
                <a:gdLst/>
                <a:ahLst/>
                <a:cxnLst/>
                <a:rect l="l" t="t" r="r" b="b"/>
                <a:pathLst>
                  <a:path w="1668378" h="77002" extrusionOk="0">
                    <a:moveTo>
                      <a:pt x="2887" y="0"/>
                    </a:moveTo>
                    <a:lnTo>
                      <a:pt x="0" y="12384"/>
                    </a:lnTo>
                    <a:lnTo>
                      <a:pt x="105172" y="81430"/>
                    </a:lnTo>
                    <a:lnTo>
                      <a:pt x="126604" y="81430"/>
                    </a:lnTo>
                    <a:cubicBezTo>
                      <a:pt x="126604" y="80852"/>
                      <a:pt x="126604" y="80275"/>
                      <a:pt x="126604" y="79761"/>
                    </a:cubicBezTo>
                    <a:cubicBezTo>
                      <a:pt x="126604" y="51270"/>
                      <a:pt x="132893" y="24256"/>
                      <a:pt x="144058" y="0"/>
                    </a:cubicBezTo>
                    <a:lnTo>
                      <a:pt x="2951" y="0"/>
                    </a:lnTo>
                    <a:close/>
                    <a:moveTo>
                      <a:pt x="1567057" y="0"/>
                    </a:moveTo>
                    <a:cubicBezTo>
                      <a:pt x="1578286" y="24256"/>
                      <a:pt x="1584510" y="51270"/>
                      <a:pt x="1584510" y="79761"/>
                    </a:cubicBezTo>
                    <a:cubicBezTo>
                      <a:pt x="1584510" y="80018"/>
                      <a:pt x="1584510" y="80275"/>
                      <a:pt x="1584510" y="80531"/>
                    </a:cubicBezTo>
                    <a:lnTo>
                      <a:pt x="1673897" y="52490"/>
                    </a:lnTo>
                    <a:lnTo>
                      <a:pt x="1673897" y="0"/>
                    </a:lnTo>
                    <a:lnTo>
                      <a:pt x="1567121" y="0"/>
                    </a:lnTo>
                    <a:close/>
                    <a:moveTo>
                      <a:pt x="490054" y="0"/>
                    </a:moveTo>
                    <a:cubicBezTo>
                      <a:pt x="501284" y="24256"/>
                      <a:pt x="507508" y="51270"/>
                      <a:pt x="507508" y="79761"/>
                    </a:cubicBezTo>
                    <a:cubicBezTo>
                      <a:pt x="507508" y="80339"/>
                      <a:pt x="507508" y="80916"/>
                      <a:pt x="507508" y="81430"/>
                    </a:cubicBezTo>
                    <a:lnTo>
                      <a:pt x="1203607" y="81430"/>
                    </a:lnTo>
                    <a:cubicBezTo>
                      <a:pt x="1203607" y="80852"/>
                      <a:pt x="1203607" y="80275"/>
                      <a:pt x="1203607" y="79761"/>
                    </a:cubicBezTo>
                    <a:cubicBezTo>
                      <a:pt x="1203607" y="51270"/>
                      <a:pt x="1209895" y="24256"/>
                      <a:pt x="1221060" y="0"/>
                    </a:cubicBezTo>
                    <a:lnTo>
                      <a:pt x="4901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1565;p45">
                <a:extLst>
                  <a:ext uri="{FF2B5EF4-FFF2-40B4-BE49-F238E27FC236}">
                    <a16:creationId xmlns:a16="http://schemas.microsoft.com/office/drawing/2014/main" id="{E15DF3BC-74D2-1D00-E1F9-9FCE90B07BDD}"/>
                  </a:ext>
                </a:extLst>
              </p:cNvPr>
              <p:cNvSpPr/>
              <p:nvPr/>
            </p:nvSpPr>
            <p:spPr>
              <a:xfrm>
                <a:off x="12575159" y="-6131133"/>
                <a:ext cx="19250" cy="57751"/>
              </a:xfrm>
              <a:custGeom>
                <a:avLst/>
                <a:gdLst/>
                <a:ahLst/>
                <a:cxnLst/>
                <a:rect l="l" t="t" r="r" b="b"/>
                <a:pathLst>
                  <a:path w="19250" h="57751" extrusionOk="0">
                    <a:moveTo>
                      <a:pt x="10908" y="62179"/>
                    </a:moveTo>
                    <a:lnTo>
                      <a:pt x="10908" y="62179"/>
                    </a:lnTo>
                    <a:cubicBezTo>
                      <a:pt x="4877" y="62179"/>
                      <a:pt x="0" y="57302"/>
                      <a:pt x="0" y="51271"/>
                    </a:cubicBezTo>
                    <a:lnTo>
                      <a:pt x="0" y="10909"/>
                    </a:lnTo>
                    <a:cubicBezTo>
                      <a:pt x="0" y="4877"/>
                      <a:pt x="4877" y="0"/>
                      <a:pt x="10908" y="0"/>
                    </a:cubicBezTo>
                    <a:lnTo>
                      <a:pt x="10908" y="0"/>
                    </a:lnTo>
                    <a:cubicBezTo>
                      <a:pt x="16941" y="0"/>
                      <a:pt x="21817" y="4877"/>
                      <a:pt x="21817" y="10909"/>
                    </a:cubicBezTo>
                    <a:lnTo>
                      <a:pt x="21817" y="51271"/>
                    </a:lnTo>
                    <a:cubicBezTo>
                      <a:pt x="21817" y="57302"/>
                      <a:pt x="16941" y="62179"/>
                      <a:pt x="10908" y="6217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1566;p45">
                <a:extLst>
                  <a:ext uri="{FF2B5EF4-FFF2-40B4-BE49-F238E27FC236}">
                    <a16:creationId xmlns:a16="http://schemas.microsoft.com/office/drawing/2014/main" id="{4EBC8723-94C9-D9EA-29C9-BB359FABAAEB}"/>
                  </a:ext>
                </a:extLst>
              </p:cNvPr>
              <p:cNvSpPr/>
              <p:nvPr/>
            </p:nvSpPr>
            <p:spPr>
              <a:xfrm>
                <a:off x="12586003" y="-6148395"/>
                <a:ext cx="32084" cy="57751"/>
              </a:xfrm>
              <a:custGeom>
                <a:avLst/>
                <a:gdLst/>
                <a:ahLst/>
                <a:cxnLst/>
                <a:rect l="l" t="t" r="r" b="b"/>
                <a:pathLst>
                  <a:path w="32084" h="57751" extrusionOk="0">
                    <a:moveTo>
                      <a:pt x="37860" y="8599"/>
                    </a:moveTo>
                    <a:lnTo>
                      <a:pt x="8406" y="59292"/>
                    </a:lnTo>
                    <a:cubicBezTo>
                      <a:pt x="5647" y="62757"/>
                      <a:pt x="0" y="60832"/>
                      <a:pt x="0" y="56340"/>
                    </a:cubicBezTo>
                    <a:lnTo>
                      <a:pt x="0" y="33175"/>
                    </a:lnTo>
                    <a:cubicBezTo>
                      <a:pt x="0" y="31892"/>
                      <a:pt x="514" y="30608"/>
                      <a:pt x="1477" y="29710"/>
                    </a:cubicBezTo>
                    <a:lnTo>
                      <a:pt x="33111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1567;p45">
                <a:extLst>
                  <a:ext uri="{FF2B5EF4-FFF2-40B4-BE49-F238E27FC236}">
                    <a16:creationId xmlns:a16="http://schemas.microsoft.com/office/drawing/2014/main" id="{BF5FCE63-53A5-4083-8433-F5AFFE4BA1AF}"/>
                  </a:ext>
                </a:extLst>
              </p:cNvPr>
              <p:cNvSpPr/>
              <p:nvPr/>
            </p:nvSpPr>
            <p:spPr>
              <a:xfrm>
                <a:off x="12619114" y="-6230530"/>
                <a:ext cx="19250" cy="115503"/>
              </a:xfrm>
              <a:custGeom>
                <a:avLst/>
                <a:gdLst/>
                <a:ahLst/>
                <a:cxnLst/>
                <a:rect l="l" t="t" r="r" b="b"/>
                <a:pathLst>
                  <a:path w="19250" h="115503" extrusionOk="0">
                    <a:moveTo>
                      <a:pt x="16555" y="64"/>
                    </a:moveTo>
                    <a:lnTo>
                      <a:pt x="23357" y="64"/>
                    </a:lnTo>
                    <a:lnTo>
                      <a:pt x="23357" y="115888"/>
                    </a:lnTo>
                    <a:lnTo>
                      <a:pt x="16555" y="115888"/>
                    </a:lnTo>
                    <a:cubicBezTo>
                      <a:pt x="7444" y="115888"/>
                      <a:pt x="0" y="108509"/>
                      <a:pt x="0" y="99333"/>
                    </a:cubicBezTo>
                    <a:lnTo>
                      <a:pt x="0" y="16555"/>
                    </a:lnTo>
                    <a:cubicBezTo>
                      <a:pt x="0" y="7444"/>
                      <a:pt x="7380" y="0"/>
                      <a:pt x="165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1568;p45">
                <a:extLst>
                  <a:ext uri="{FF2B5EF4-FFF2-40B4-BE49-F238E27FC236}">
                    <a16:creationId xmlns:a16="http://schemas.microsoft.com/office/drawing/2014/main" id="{6CF01356-A4E5-49A7-9218-7C15A38D6842}"/>
                  </a:ext>
                </a:extLst>
              </p:cNvPr>
              <p:cNvSpPr/>
              <p:nvPr/>
            </p:nvSpPr>
            <p:spPr>
              <a:xfrm>
                <a:off x="12638381" y="-6232314"/>
                <a:ext cx="6300" cy="1155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15503" extrusionOk="0">
                    <a:moveTo>
                      <a:pt x="34558" y="1848"/>
                    </a:moveTo>
                    <a:lnTo>
                      <a:pt x="34558" y="117672"/>
                    </a:ln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1569;p45">
                <a:extLst>
                  <a:ext uri="{FF2B5EF4-FFF2-40B4-BE49-F238E27FC236}">
                    <a16:creationId xmlns:a16="http://schemas.microsoft.com/office/drawing/2014/main" id="{A74A7E1F-0ED1-0201-B1E1-F6A1BE340F86}"/>
                  </a:ext>
                </a:extLst>
              </p:cNvPr>
              <p:cNvSpPr/>
              <p:nvPr/>
            </p:nvSpPr>
            <p:spPr>
              <a:xfrm>
                <a:off x="12181742" y="-5905196"/>
                <a:ext cx="340092" cy="340092"/>
              </a:xfrm>
              <a:custGeom>
                <a:avLst/>
                <a:gdLst/>
                <a:ahLst/>
                <a:cxnLst/>
                <a:rect l="l" t="t" r="r" b="b"/>
                <a:pathLst>
                  <a:path w="340092" h="340092" extrusionOk="0">
                    <a:moveTo>
                      <a:pt x="171586" y="343173"/>
                    </a:moveTo>
                    <a:cubicBezTo>
                      <a:pt x="77002" y="343173"/>
                      <a:pt x="0" y="266171"/>
                      <a:pt x="0" y="171586"/>
                    </a:cubicBezTo>
                    <a:cubicBezTo>
                      <a:pt x="0" y="77002"/>
                      <a:pt x="77002" y="0"/>
                      <a:pt x="171586" y="0"/>
                    </a:cubicBezTo>
                    <a:cubicBezTo>
                      <a:pt x="266171" y="0"/>
                      <a:pt x="343173" y="77002"/>
                      <a:pt x="343173" y="171586"/>
                    </a:cubicBezTo>
                    <a:cubicBezTo>
                      <a:pt x="343173" y="266171"/>
                      <a:pt x="266171" y="343173"/>
                      <a:pt x="171586" y="3431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1570;p45">
                <a:extLst>
                  <a:ext uri="{FF2B5EF4-FFF2-40B4-BE49-F238E27FC236}">
                    <a16:creationId xmlns:a16="http://schemas.microsoft.com/office/drawing/2014/main" id="{84098D6A-F412-28BA-8128-1908F7FF2D67}"/>
                  </a:ext>
                </a:extLst>
              </p:cNvPr>
              <p:cNvSpPr/>
              <p:nvPr/>
            </p:nvSpPr>
            <p:spPr>
              <a:xfrm>
                <a:off x="12205561" y="-5881377"/>
                <a:ext cx="295174" cy="295174"/>
              </a:xfrm>
              <a:custGeom>
                <a:avLst/>
                <a:gdLst/>
                <a:ahLst/>
                <a:cxnLst/>
                <a:rect l="l" t="t" r="r" b="b"/>
                <a:pathLst>
                  <a:path w="295174" h="295174" extrusionOk="0">
                    <a:moveTo>
                      <a:pt x="293686" y="147767"/>
                    </a:moveTo>
                    <a:cubicBezTo>
                      <a:pt x="293686" y="228356"/>
                      <a:pt x="228356" y="293686"/>
                      <a:pt x="147767" y="293686"/>
                    </a:cubicBezTo>
                    <a:cubicBezTo>
                      <a:pt x="67179" y="293686"/>
                      <a:pt x="1849" y="228356"/>
                      <a:pt x="1849" y="147767"/>
                    </a:cubicBezTo>
                    <a:cubicBezTo>
                      <a:pt x="1849" y="67178"/>
                      <a:pt x="67179" y="1848"/>
                      <a:pt x="147767" y="1848"/>
                    </a:cubicBezTo>
                    <a:cubicBezTo>
                      <a:pt x="228356" y="1848"/>
                      <a:pt x="293686" y="67178"/>
                      <a:pt x="293686" y="14776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1571;p45">
                <a:extLst>
                  <a:ext uri="{FF2B5EF4-FFF2-40B4-BE49-F238E27FC236}">
                    <a16:creationId xmlns:a16="http://schemas.microsoft.com/office/drawing/2014/main" id="{997F726E-ADAF-48FC-E1C2-DFBB1FA8946D}"/>
                  </a:ext>
                </a:extLst>
              </p:cNvPr>
              <p:cNvSpPr/>
              <p:nvPr/>
            </p:nvSpPr>
            <p:spPr>
              <a:xfrm>
                <a:off x="12238386" y="-5848618"/>
                <a:ext cx="224589" cy="224589"/>
              </a:xfrm>
              <a:custGeom>
                <a:avLst/>
                <a:gdLst/>
                <a:ahLst/>
                <a:cxnLst/>
                <a:rect l="l" t="t" r="r" b="b"/>
                <a:pathLst>
                  <a:path w="224589" h="224589" extrusionOk="0">
                    <a:moveTo>
                      <a:pt x="172466" y="57489"/>
                    </a:moveTo>
                    <a:cubicBezTo>
                      <a:pt x="204216" y="89239"/>
                      <a:pt x="204216" y="140716"/>
                      <a:pt x="172466" y="172466"/>
                    </a:cubicBezTo>
                    <a:cubicBezTo>
                      <a:pt x="140716" y="204217"/>
                      <a:pt x="89238" y="204217"/>
                      <a:pt x="57488" y="172467"/>
                    </a:cubicBezTo>
                    <a:cubicBezTo>
                      <a:pt x="25738" y="140717"/>
                      <a:pt x="25738" y="89239"/>
                      <a:pt x="57489" y="57489"/>
                    </a:cubicBezTo>
                    <a:cubicBezTo>
                      <a:pt x="89239" y="25739"/>
                      <a:pt x="140716" y="25739"/>
                      <a:pt x="172466" y="574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1572;p45">
                <a:extLst>
                  <a:ext uri="{FF2B5EF4-FFF2-40B4-BE49-F238E27FC236}">
                    <a16:creationId xmlns:a16="http://schemas.microsoft.com/office/drawing/2014/main" id="{A48DAEC0-67DF-6BF7-8FC8-A383279034D0}"/>
                  </a:ext>
                </a:extLst>
              </p:cNvPr>
              <p:cNvSpPr/>
              <p:nvPr/>
            </p:nvSpPr>
            <p:spPr>
              <a:xfrm>
                <a:off x="13258745" y="-5905196"/>
                <a:ext cx="340092" cy="340092"/>
              </a:xfrm>
              <a:custGeom>
                <a:avLst/>
                <a:gdLst/>
                <a:ahLst/>
                <a:cxnLst/>
                <a:rect l="l" t="t" r="r" b="b"/>
                <a:pathLst>
                  <a:path w="340092" h="340092" extrusionOk="0">
                    <a:moveTo>
                      <a:pt x="171586" y="343173"/>
                    </a:moveTo>
                    <a:cubicBezTo>
                      <a:pt x="77002" y="343173"/>
                      <a:pt x="0" y="266171"/>
                      <a:pt x="0" y="171586"/>
                    </a:cubicBezTo>
                    <a:cubicBezTo>
                      <a:pt x="0" y="77002"/>
                      <a:pt x="77002" y="0"/>
                      <a:pt x="171586" y="0"/>
                    </a:cubicBezTo>
                    <a:cubicBezTo>
                      <a:pt x="266171" y="0"/>
                      <a:pt x="343173" y="77002"/>
                      <a:pt x="343173" y="171586"/>
                    </a:cubicBezTo>
                    <a:cubicBezTo>
                      <a:pt x="343173" y="266171"/>
                      <a:pt x="266171" y="343173"/>
                      <a:pt x="171586" y="3431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1573;p45">
                <a:extLst>
                  <a:ext uri="{FF2B5EF4-FFF2-40B4-BE49-F238E27FC236}">
                    <a16:creationId xmlns:a16="http://schemas.microsoft.com/office/drawing/2014/main" id="{10E69497-A82F-87B6-1980-D4235EACA155}"/>
                  </a:ext>
                </a:extLst>
              </p:cNvPr>
              <p:cNvSpPr/>
              <p:nvPr/>
            </p:nvSpPr>
            <p:spPr>
              <a:xfrm>
                <a:off x="13282564" y="-5881377"/>
                <a:ext cx="295174" cy="295174"/>
              </a:xfrm>
              <a:custGeom>
                <a:avLst/>
                <a:gdLst/>
                <a:ahLst/>
                <a:cxnLst/>
                <a:rect l="l" t="t" r="r" b="b"/>
                <a:pathLst>
                  <a:path w="295174" h="295174" extrusionOk="0">
                    <a:moveTo>
                      <a:pt x="293686" y="147767"/>
                    </a:moveTo>
                    <a:cubicBezTo>
                      <a:pt x="293686" y="228356"/>
                      <a:pt x="228356" y="293686"/>
                      <a:pt x="147767" y="293686"/>
                    </a:cubicBezTo>
                    <a:cubicBezTo>
                      <a:pt x="67178" y="293686"/>
                      <a:pt x="1848" y="228356"/>
                      <a:pt x="1848" y="147767"/>
                    </a:cubicBezTo>
                    <a:cubicBezTo>
                      <a:pt x="1848" y="67178"/>
                      <a:pt x="67178" y="1848"/>
                      <a:pt x="147767" y="1848"/>
                    </a:cubicBezTo>
                    <a:cubicBezTo>
                      <a:pt x="228356" y="1848"/>
                      <a:pt x="293686" y="67178"/>
                      <a:pt x="293686" y="14776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1574;p45">
                <a:extLst>
                  <a:ext uri="{FF2B5EF4-FFF2-40B4-BE49-F238E27FC236}">
                    <a16:creationId xmlns:a16="http://schemas.microsoft.com/office/drawing/2014/main" id="{81CF4D05-508E-8D27-2AFA-D32E40B510F6}"/>
                  </a:ext>
                </a:extLst>
              </p:cNvPr>
              <p:cNvSpPr/>
              <p:nvPr/>
            </p:nvSpPr>
            <p:spPr>
              <a:xfrm>
                <a:off x="13332779" y="-5831849"/>
                <a:ext cx="192505" cy="192505"/>
              </a:xfrm>
              <a:custGeom>
                <a:avLst/>
                <a:gdLst/>
                <a:ahLst/>
                <a:cxnLst/>
                <a:rect l="l" t="t" r="r" b="b"/>
                <a:pathLst>
                  <a:path w="192505" h="192505" extrusionOk="0">
                    <a:moveTo>
                      <a:pt x="118175" y="19641"/>
                    </a:moveTo>
                    <a:cubicBezTo>
                      <a:pt x="161747" y="30489"/>
                      <a:pt x="188275" y="74604"/>
                      <a:pt x="177427" y="118176"/>
                    </a:cubicBezTo>
                    <a:cubicBezTo>
                      <a:pt x="166580" y="161747"/>
                      <a:pt x="122465" y="188276"/>
                      <a:pt x="78893" y="177428"/>
                    </a:cubicBezTo>
                    <a:cubicBezTo>
                      <a:pt x="35321" y="166581"/>
                      <a:pt x="8793" y="122465"/>
                      <a:pt x="19641" y="78894"/>
                    </a:cubicBezTo>
                    <a:cubicBezTo>
                      <a:pt x="30488" y="35322"/>
                      <a:pt x="74604" y="8794"/>
                      <a:pt x="118175" y="1964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1575;p45">
                <a:extLst>
                  <a:ext uri="{FF2B5EF4-FFF2-40B4-BE49-F238E27FC236}">
                    <a16:creationId xmlns:a16="http://schemas.microsoft.com/office/drawing/2014/main" id="{6B47705B-CF25-18CE-034F-6EEC8F5C35E4}"/>
                  </a:ext>
                </a:extLst>
              </p:cNvPr>
              <p:cNvSpPr/>
              <p:nvPr/>
            </p:nvSpPr>
            <p:spPr>
              <a:xfrm>
                <a:off x="12995333" y="-6534881"/>
                <a:ext cx="32084" cy="77002"/>
              </a:xfrm>
              <a:custGeom>
                <a:avLst/>
                <a:gdLst/>
                <a:ahLst/>
                <a:cxnLst/>
                <a:rect l="l" t="t" r="r" b="b"/>
                <a:pathLst>
                  <a:path w="32084" h="77002" extrusionOk="0">
                    <a:moveTo>
                      <a:pt x="0" y="0"/>
                    </a:moveTo>
                    <a:lnTo>
                      <a:pt x="35678" y="0"/>
                    </a:lnTo>
                    <a:lnTo>
                      <a:pt x="35678" y="78029"/>
                    </a:lnTo>
                    <a:lnTo>
                      <a:pt x="0" y="7802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1576;p45">
                <a:extLst>
                  <a:ext uri="{FF2B5EF4-FFF2-40B4-BE49-F238E27FC236}">
                    <a16:creationId xmlns:a16="http://schemas.microsoft.com/office/drawing/2014/main" id="{BB82C6E9-F884-73F7-5673-F4A411B2F076}"/>
                  </a:ext>
                </a:extLst>
              </p:cNvPr>
              <p:cNvSpPr/>
              <p:nvPr/>
            </p:nvSpPr>
            <p:spPr>
              <a:xfrm>
                <a:off x="13360965" y="-6534881"/>
                <a:ext cx="32084" cy="77002"/>
              </a:xfrm>
              <a:custGeom>
                <a:avLst/>
                <a:gdLst/>
                <a:ahLst/>
                <a:cxnLst/>
                <a:rect l="l" t="t" r="r" b="b"/>
                <a:pathLst>
                  <a:path w="32084" h="77002" extrusionOk="0">
                    <a:moveTo>
                      <a:pt x="0" y="0"/>
                    </a:moveTo>
                    <a:lnTo>
                      <a:pt x="35678" y="0"/>
                    </a:lnTo>
                    <a:lnTo>
                      <a:pt x="35678" y="78029"/>
                    </a:lnTo>
                    <a:lnTo>
                      <a:pt x="0" y="7802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1577;p45">
                <a:extLst>
                  <a:ext uri="{FF2B5EF4-FFF2-40B4-BE49-F238E27FC236}">
                    <a16:creationId xmlns:a16="http://schemas.microsoft.com/office/drawing/2014/main" id="{5A23663A-FED1-2FEB-C0C1-751A7FD96CCE}"/>
                  </a:ext>
                </a:extLst>
              </p:cNvPr>
              <p:cNvSpPr/>
              <p:nvPr/>
            </p:nvSpPr>
            <p:spPr>
              <a:xfrm>
                <a:off x="12850826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1578;p45">
                <a:extLst>
                  <a:ext uri="{FF2B5EF4-FFF2-40B4-BE49-F238E27FC236}">
                    <a16:creationId xmlns:a16="http://schemas.microsoft.com/office/drawing/2014/main" id="{A93571FC-752C-9860-E3FA-B445C76A74E2}"/>
                  </a:ext>
                </a:extLst>
              </p:cNvPr>
              <p:cNvSpPr/>
              <p:nvPr/>
            </p:nvSpPr>
            <p:spPr>
              <a:xfrm>
                <a:off x="13085811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1579;p45">
                <a:extLst>
                  <a:ext uri="{FF2B5EF4-FFF2-40B4-BE49-F238E27FC236}">
                    <a16:creationId xmlns:a16="http://schemas.microsoft.com/office/drawing/2014/main" id="{9545B16A-77C7-1D28-CDB4-548E434F148A}"/>
                  </a:ext>
                </a:extLst>
              </p:cNvPr>
              <p:cNvSpPr/>
              <p:nvPr/>
            </p:nvSpPr>
            <p:spPr>
              <a:xfrm>
                <a:off x="13293267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1580;p45">
                <a:extLst>
                  <a:ext uri="{FF2B5EF4-FFF2-40B4-BE49-F238E27FC236}">
                    <a16:creationId xmlns:a16="http://schemas.microsoft.com/office/drawing/2014/main" id="{3C44993A-1A36-D76A-4540-B6340BC8FA65}"/>
                  </a:ext>
                </a:extLst>
              </p:cNvPr>
              <p:cNvSpPr/>
              <p:nvPr/>
            </p:nvSpPr>
            <p:spPr>
              <a:xfrm>
                <a:off x="13500788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1581;p45">
                <a:extLst>
                  <a:ext uri="{FF2B5EF4-FFF2-40B4-BE49-F238E27FC236}">
                    <a16:creationId xmlns:a16="http://schemas.microsoft.com/office/drawing/2014/main" id="{B4A1FD7A-A703-144F-EF80-15671B95D441}"/>
                  </a:ext>
                </a:extLst>
              </p:cNvPr>
              <p:cNvSpPr/>
              <p:nvPr/>
            </p:nvSpPr>
            <p:spPr>
              <a:xfrm>
                <a:off x="12826507" y="-6542838"/>
                <a:ext cx="705852" cy="12833"/>
              </a:xfrm>
              <a:custGeom>
                <a:avLst/>
                <a:gdLst/>
                <a:ahLst/>
                <a:cxnLst/>
                <a:rect l="l" t="t" r="r" b="b"/>
                <a:pathLst>
                  <a:path w="705852" h="12833" extrusionOk="0">
                    <a:moveTo>
                      <a:pt x="702516" y="17839"/>
                    </a:moveTo>
                    <a:lnTo>
                      <a:pt x="8919" y="17839"/>
                    </a:lnTo>
                    <a:cubicBezTo>
                      <a:pt x="3978" y="17839"/>
                      <a:pt x="0" y="13860"/>
                      <a:pt x="0" y="8919"/>
                    </a:cubicBezTo>
                    <a:lnTo>
                      <a:pt x="0" y="8919"/>
                    </a:lnTo>
                    <a:cubicBezTo>
                      <a:pt x="0" y="3978"/>
                      <a:pt x="3978" y="0"/>
                      <a:pt x="8919" y="0"/>
                    </a:cubicBezTo>
                    <a:lnTo>
                      <a:pt x="702516" y="0"/>
                    </a:lnTo>
                    <a:cubicBezTo>
                      <a:pt x="707457" y="0"/>
                      <a:pt x="711435" y="3978"/>
                      <a:pt x="711435" y="8919"/>
                    </a:cubicBezTo>
                    <a:lnTo>
                      <a:pt x="711435" y="8919"/>
                    </a:lnTo>
                    <a:cubicBezTo>
                      <a:pt x="711435" y="13860"/>
                      <a:pt x="707457" y="17839"/>
                      <a:pt x="702516" y="178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1582;p45">
                <a:extLst>
                  <a:ext uri="{FF2B5EF4-FFF2-40B4-BE49-F238E27FC236}">
                    <a16:creationId xmlns:a16="http://schemas.microsoft.com/office/drawing/2014/main" id="{1998DDA3-3EAB-D6C6-2ECD-AD39C9D9FBFC}"/>
                  </a:ext>
                </a:extLst>
              </p:cNvPr>
              <p:cNvSpPr/>
              <p:nvPr/>
            </p:nvSpPr>
            <p:spPr>
              <a:xfrm>
                <a:off x="12826507" y="-6596290"/>
                <a:ext cx="705852" cy="12833"/>
              </a:xfrm>
              <a:custGeom>
                <a:avLst/>
                <a:gdLst/>
                <a:ahLst/>
                <a:cxnLst/>
                <a:rect l="l" t="t" r="r" b="b"/>
                <a:pathLst>
                  <a:path w="705852" h="12833" extrusionOk="0">
                    <a:moveTo>
                      <a:pt x="702516" y="17839"/>
                    </a:moveTo>
                    <a:lnTo>
                      <a:pt x="8919" y="17839"/>
                    </a:lnTo>
                    <a:cubicBezTo>
                      <a:pt x="3978" y="17839"/>
                      <a:pt x="0" y="13860"/>
                      <a:pt x="0" y="8919"/>
                    </a:cubicBezTo>
                    <a:lnTo>
                      <a:pt x="0" y="8919"/>
                    </a:lnTo>
                    <a:cubicBezTo>
                      <a:pt x="0" y="3978"/>
                      <a:pt x="3978" y="0"/>
                      <a:pt x="8919" y="0"/>
                    </a:cubicBezTo>
                    <a:lnTo>
                      <a:pt x="702516" y="0"/>
                    </a:lnTo>
                    <a:cubicBezTo>
                      <a:pt x="707457" y="0"/>
                      <a:pt x="711435" y="3978"/>
                      <a:pt x="711435" y="8919"/>
                    </a:cubicBezTo>
                    <a:lnTo>
                      <a:pt x="711435" y="8919"/>
                    </a:lnTo>
                    <a:cubicBezTo>
                      <a:pt x="711435" y="13860"/>
                      <a:pt x="707457" y="17839"/>
                      <a:pt x="702516" y="178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1583;p45">
                <a:extLst>
                  <a:ext uri="{FF2B5EF4-FFF2-40B4-BE49-F238E27FC236}">
                    <a16:creationId xmlns:a16="http://schemas.microsoft.com/office/drawing/2014/main" id="{56256734-E728-AD09-B697-E5146884CAE0}"/>
                  </a:ext>
                </a:extLst>
              </p:cNvPr>
              <p:cNvSpPr/>
              <p:nvPr/>
            </p:nvSpPr>
            <p:spPr>
              <a:xfrm>
                <a:off x="12093318" y="-6060676"/>
                <a:ext cx="64168" cy="160421"/>
              </a:xfrm>
              <a:custGeom>
                <a:avLst/>
                <a:gdLst/>
                <a:ahLst/>
                <a:cxnLst/>
                <a:rect l="l" t="t" r="r" b="b"/>
                <a:pathLst>
                  <a:path w="64168" h="160421" extrusionOk="0">
                    <a:moveTo>
                      <a:pt x="17132" y="64"/>
                    </a:moveTo>
                    <a:lnTo>
                      <a:pt x="36190" y="64"/>
                    </a:lnTo>
                    <a:cubicBezTo>
                      <a:pt x="53388" y="64"/>
                      <a:pt x="67377" y="14053"/>
                      <a:pt x="67377" y="31250"/>
                    </a:cubicBezTo>
                    <a:lnTo>
                      <a:pt x="67377" y="129428"/>
                    </a:lnTo>
                    <a:cubicBezTo>
                      <a:pt x="67377" y="146625"/>
                      <a:pt x="53388" y="160613"/>
                      <a:pt x="36190" y="160613"/>
                    </a:cubicBezTo>
                    <a:lnTo>
                      <a:pt x="17132" y="160613"/>
                    </a:lnTo>
                    <a:cubicBezTo>
                      <a:pt x="7700" y="160613"/>
                      <a:pt x="0" y="152978"/>
                      <a:pt x="0" y="143481"/>
                    </a:cubicBezTo>
                    <a:lnTo>
                      <a:pt x="0" y="17133"/>
                    </a:lnTo>
                    <a:cubicBezTo>
                      <a:pt x="0" y="7700"/>
                      <a:pt x="7636" y="0"/>
                      <a:pt x="17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1584;p45">
                <a:extLst>
                  <a:ext uri="{FF2B5EF4-FFF2-40B4-BE49-F238E27FC236}">
                    <a16:creationId xmlns:a16="http://schemas.microsoft.com/office/drawing/2014/main" id="{C96FF0CC-8451-8A7B-8326-EDEA3E9FDAB7}"/>
                  </a:ext>
                </a:extLst>
              </p:cNvPr>
              <p:cNvSpPr/>
              <p:nvPr/>
            </p:nvSpPr>
            <p:spPr>
              <a:xfrm>
                <a:off x="12093382" y="-6044763"/>
                <a:ext cx="44917" cy="128336"/>
              </a:xfrm>
              <a:custGeom>
                <a:avLst/>
                <a:gdLst/>
                <a:ahLst/>
                <a:cxnLst/>
                <a:rect l="l" t="t" r="r" b="b"/>
                <a:pathLst>
                  <a:path w="44917" h="128336" extrusionOk="0">
                    <a:moveTo>
                      <a:pt x="0" y="0"/>
                    </a:moveTo>
                    <a:lnTo>
                      <a:pt x="36511" y="0"/>
                    </a:lnTo>
                    <a:cubicBezTo>
                      <a:pt x="44340" y="0"/>
                      <a:pt x="50628" y="6353"/>
                      <a:pt x="50628" y="14117"/>
                    </a:cubicBezTo>
                    <a:lnTo>
                      <a:pt x="50628" y="114733"/>
                    </a:lnTo>
                    <a:cubicBezTo>
                      <a:pt x="50628" y="122562"/>
                      <a:pt x="44276" y="128850"/>
                      <a:pt x="36511" y="128850"/>
                    </a:cubicBezTo>
                    <a:lnTo>
                      <a:pt x="0" y="12885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1585;p45">
                <a:extLst>
                  <a:ext uri="{FF2B5EF4-FFF2-40B4-BE49-F238E27FC236}">
                    <a16:creationId xmlns:a16="http://schemas.microsoft.com/office/drawing/2014/main" id="{D55389E6-DA8B-87D0-8F3E-72C9C305D351}"/>
                  </a:ext>
                </a:extLst>
              </p:cNvPr>
              <p:cNvSpPr/>
              <p:nvPr/>
            </p:nvSpPr>
            <p:spPr>
              <a:xfrm>
                <a:off x="12124760" y="-6044763"/>
                <a:ext cx="12833" cy="128336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128336" extrusionOk="0">
                    <a:moveTo>
                      <a:pt x="0" y="0"/>
                    </a:moveTo>
                    <a:lnTo>
                      <a:pt x="5070" y="0"/>
                    </a:lnTo>
                    <a:cubicBezTo>
                      <a:pt x="12898" y="0"/>
                      <a:pt x="19186" y="6353"/>
                      <a:pt x="19186" y="14117"/>
                    </a:cubicBezTo>
                    <a:lnTo>
                      <a:pt x="19186" y="114733"/>
                    </a:lnTo>
                    <a:cubicBezTo>
                      <a:pt x="19186" y="122562"/>
                      <a:pt x="12834" y="128850"/>
                      <a:pt x="5070" y="128850"/>
                    </a:cubicBezTo>
                    <a:lnTo>
                      <a:pt x="0" y="12885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1586;p45">
                <a:extLst>
                  <a:ext uri="{FF2B5EF4-FFF2-40B4-BE49-F238E27FC236}">
                    <a16:creationId xmlns:a16="http://schemas.microsoft.com/office/drawing/2014/main" id="{9FED2880-557C-661A-7A85-9F82136E25DF}"/>
                  </a:ext>
                </a:extLst>
              </p:cNvPr>
              <p:cNvSpPr/>
              <p:nvPr/>
            </p:nvSpPr>
            <p:spPr>
              <a:xfrm>
                <a:off x="12054625" y="-5959162"/>
                <a:ext cx="25667" cy="109086"/>
              </a:xfrm>
              <a:custGeom>
                <a:avLst/>
                <a:gdLst/>
                <a:ahLst/>
                <a:cxnLst/>
                <a:rect l="l" t="t" r="r" b="b"/>
                <a:pathLst>
                  <a:path w="25667" h="109086" extrusionOk="0">
                    <a:moveTo>
                      <a:pt x="26245" y="113578"/>
                    </a:moveTo>
                    <a:lnTo>
                      <a:pt x="0" y="113578"/>
                    </a:lnTo>
                    <a:lnTo>
                      <a:pt x="9176" y="0"/>
                    </a:lnTo>
                    <a:lnTo>
                      <a:pt x="26245" y="0"/>
                    </a:lnTo>
                    <a:lnTo>
                      <a:pt x="26245" y="1135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1587;p45">
                <a:extLst>
                  <a:ext uri="{FF2B5EF4-FFF2-40B4-BE49-F238E27FC236}">
                    <a16:creationId xmlns:a16="http://schemas.microsoft.com/office/drawing/2014/main" id="{EBB023FC-ADE1-D326-571B-9CCC6FCC8DED}"/>
                  </a:ext>
                </a:extLst>
              </p:cNvPr>
              <p:cNvSpPr/>
              <p:nvPr/>
            </p:nvSpPr>
            <p:spPr>
              <a:xfrm>
                <a:off x="12028123" y="-5851552"/>
                <a:ext cx="115503" cy="89835"/>
              </a:xfrm>
              <a:custGeom>
                <a:avLst/>
                <a:gdLst/>
                <a:ahLst/>
                <a:cxnLst/>
                <a:rect l="l" t="t" r="r" b="b"/>
                <a:pathLst>
                  <a:path w="115503" h="89835" extrusionOk="0">
                    <a:moveTo>
                      <a:pt x="17582" y="64"/>
                    </a:moveTo>
                    <a:lnTo>
                      <a:pt x="115888" y="64"/>
                    </a:lnTo>
                    <a:lnTo>
                      <a:pt x="115888" y="92146"/>
                    </a:lnTo>
                    <a:lnTo>
                      <a:pt x="17582" y="92146"/>
                    </a:lnTo>
                    <a:cubicBezTo>
                      <a:pt x="7893" y="92146"/>
                      <a:pt x="0" y="84253"/>
                      <a:pt x="0" y="74564"/>
                    </a:cubicBezTo>
                    <a:lnTo>
                      <a:pt x="0" y="17582"/>
                    </a:lnTo>
                    <a:cubicBezTo>
                      <a:pt x="0" y="7893"/>
                      <a:pt x="7893" y="0"/>
                      <a:pt x="175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1588;p45">
                <a:extLst>
                  <a:ext uri="{FF2B5EF4-FFF2-40B4-BE49-F238E27FC236}">
                    <a16:creationId xmlns:a16="http://schemas.microsoft.com/office/drawing/2014/main" id="{301914F4-A21D-339D-4EEA-5C3C16D3093E}"/>
                  </a:ext>
                </a:extLst>
              </p:cNvPr>
              <p:cNvSpPr/>
              <p:nvPr/>
            </p:nvSpPr>
            <p:spPr>
              <a:xfrm>
                <a:off x="13641381" y="-5851487"/>
                <a:ext cx="77002" cy="89835"/>
              </a:xfrm>
              <a:custGeom>
                <a:avLst/>
                <a:gdLst/>
                <a:ahLst/>
                <a:cxnLst/>
                <a:rect l="l" t="t" r="r" b="b"/>
                <a:pathLst>
                  <a:path w="77002" h="89835" extrusionOk="0">
                    <a:moveTo>
                      <a:pt x="65323" y="92082"/>
                    </a:moveTo>
                    <a:lnTo>
                      <a:pt x="0" y="92082"/>
                    </a:lnTo>
                    <a:lnTo>
                      <a:pt x="0" y="0"/>
                    </a:lnTo>
                    <a:lnTo>
                      <a:pt x="65323" y="0"/>
                    </a:lnTo>
                    <a:cubicBezTo>
                      <a:pt x="75013" y="0"/>
                      <a:pt x="82905" y="7893"/>
                      <a:pt x="82905" y="17582"/>
                    </a:cubicBezTo>
                    <a:lnTo>
                      <a:pt x="82905" y="74564"/>
                    </a:lnTo>
                    <a:cubicBezTo>
                      <a:pt x="82905" y="84253"/>
                      <a:pt x="75013" y="92146"/>
                      <a:pt x="65323" y="9214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044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E9D9B-73EB-9BAB-B86C-0CF5F1598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D087CC3-2ECD-47B3-73D6-14F6E88D5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35169" cy="6882283"/>
          </a:xfrm>
          <a:prstGeom prst="rect">
            <a:avLst/>
          </a:prstGeom>
        </p:spPr>
      </p:pic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0F4EB4B-726E-FF13-CB40-9744F14378B7}"/>
              </a:ext>
            </a:extLst>
          </p:cNvPr>
          <p:cNvSpPr/>
          <p:nvPr/>
        </p:nvSpPr>
        <p:spPr>
          <a:xfrm rot="5400000">
            <a:off x="155643" y="2928026"/>
            <a:ext cx="719846" cy="100194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8097E3-6EC0-5C73-34F5-34439FA0A96B}"/>
              </a:ext>
            </a:extLst>
          </p:cNvPr>
          <p:cNvSpPr txBox="1"/>
          <p:nvPr/>
        </p:nvSpPr>
        <p:spPr>
          <a:xfrm>
            <a:off x="10227616" y="484633"/>
            <a:ext cx="13614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DAY 1-3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B3F280F-5606-3FD9-549E-8EFCD0E8D1F4}"/>
              </a:ext>
            </a:extLst>
          </p:cNvPr>
          <p:cNvGrpSpPr/>
          <p:nvPr/>
        </p:nvGrpSpPr>
        <p:grpSpPr>
          <a:xfrm>
            <a:off x="21006702" y="1742120"/>
            <a:ext cx="5587097" cy="3491839"/>
            <a:chOff x="13615302" y="1670938"/>
            <a:chExt cx="5587097" cy="3491839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A9F0336-53DE-3015-8DB8-732F06F57C98}"/>
                </a:ext>
              </a:extLst>
            </p:cNvPr>
            <p:cNvSpPr/>
            <p:nvPr/>
          </p:nvSpPr>
          <p:spPr>
            <a:xfrm>
              <a:off x="13615302" y="16709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F7F9AD">
                <a:alpha val="49804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8ABBDCA2-7ACD-A77E-3BF5-337FC8A54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28608" y="1829616"/>
              <a:ext cx="812700" cy="868748"/>
            </a:xfrm>
            <a:prstGeom prst="rect">
              <a:avLst/>
            </a:prstGeom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27F2637-3BA3-A585-595B-E1B90C79E32F}"/>
                </a:ext>
              </a:extLst>
            </p:cNvPr>
            <p:cNvSpPr txBox="1"/>
            <p:nvPr/>
          </p:nvSpPr>
          <p:spPr>
            <a:xfrm>
              <a:off x="14012710" y="2725191"/>
              <a:ext cx="4994579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20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Пътуването между големи растояние: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bg-BG" sz="220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Струва много пари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bg-BG" sz="220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Допринася за глобалното затопляне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bg-BG" sz="220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Струпват се огромно количество от хора  по известните забележителностите</a:t>
              </a:r>
              <a:endParaRPr lang="en-US" sz="220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2627D33-E949-BD7B-9561-4359118AC274}"/>
                </a:ext>
              </a:extLst>
            </p:cNvPr>
            <p:cNvSpPr txBox="1"/>
            <p:nvPr/>
          </p:nvSpPr>
          <p:spPr>
            <a:xfrm>
              <a:off x="14762710" y="2026900"/>
              <a:ext cx="3106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8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Основни проблем</a:t>
              </a:r>
              <a:endParaRPr lang="en-US" sz="28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grpSp>
        <p:nvGrpSpPr>
          <p:cNvPr id="191" name="Google Shape;1946;p47">
            <a:extLst>
              <a:ext uri="{FF2B5EF4-FFF2-40B4-BE49-F238E27FC236}">
                <a16:creationId xmlns:a16="http://schemas.microsoft.com/office/drawing/2014/main" id="{CC2748B5-2FBF-762A-6C70-7A4A1246FBA7}"/>
              </a:ext>
            </a:extLst>
          </p:cNvPr>
          <p:cNvGrpSpPr/>
          <p:nvPr/>
        </p:nvGrpSpPr>
        <p:grpSpPr>
          <a:xfrm rot="1461052">
            <a:off x="12250430" y="-4496557"/>
            <a:ext cx="1927300" cy="2119534"/>
            <a:chOff x="-11234829" y="-8025664"/>
            <a:chExt cx="1455271" cy="1453123"/>
          </a:xfrm>
        </p:grpSpPr>
        <p:sp>
          <p:nvSpPr>
            <p:cNvPr id="192" name="Google Shape;1947;p47">
              <a:extLst>
                <a:ext uri="{FF2B5EF4-FFF2-40B4-BE49-F238E27FC236}">
                  <a16:creationId xmlns:a16="http://schemas.microsoft.com/office/drawing/2014/main" id="{758C7584-A695-0409-E8AA-C7850B3195B3}"/>
                </a:ext>
              </a:extLst>
            </p:cNvPr>
            <p:cNvSpPr/>
            <p:nvPr/>
          </p:nvSpPr>
          <p:spPr>
            <a:xfrm>
              <a:off x="-10936135" y="-8016134"/>
              <a:ext cx="1149414" cy="1149414"/>
            </a:xfrm>
            <a:custGeom>
              <a:avLst/>
              <a:gdLst/>
              <a:ahLst/>
              <a:cxnLst/>
              <a:rect l="l" t="t" r="r" b="b"/>
              <a:pathLst>
                <a:path w="1149414" h="1149414" extrusionOk="0">
                  <a:moveTo>
                    <a:pt x="662390" y="296250"/>
                  </a:moveTo>
                  <a:lnTo>
                    <a:pt x="732258" y="229091"/>
                  </a:lnTo>
                  <a:lnTo>
                    <a:pt x="885624" y="81884"/>
                  </a:lnTo>
                  <a:cubicBezTo>
                    <a:pt x="910254" y="58157"/>
                    <a:pt x="938250" y="38124"/>
                    <a:pt x="969202" y="23510"/>
                  </a:cubicBezTo>
                  <a:cubicBezTo>
                    <a:pt x="1076098" y="-26982"/>
                    <a:pt x="1131187" y="19569"/>
                    <a:pt x="1131187" y="19569"/>
                  </a:cubicBezTo>
                  <a:cubicBezTo>
                    <a:pt x="1131187" y="19569"/>
                    <a:pt x="1177739" y="74577"/>
                    <a:pt x="1127329" y="181473"/>
                  </a:cubicBezTo>
                  <a:cubicBezTo>
                    <a:pt x="1112714" y="212425"/>
                    <a:pt x="1092600" y="240421"/>
                    <a:pt x="1068873" y="265133"/>
                  </a:cubicBezTo>
                  <a:lnTo>
                    <a:pt x="921665" y="418498"/>
                  </a:lnTo>
                  <a:lnTo>
                    <a:pt x="854507" y="488366"/>
                  </a:lnTo>
                  <a:lnTo>
                    <a:pt x="629140" y="723093"/>
                  </a:lnTo>
                  <a:lnTo>
                    <a:pt x="596381" y="757165"/>
                  </a:lnTo>
                  <a:cubicBezTo>
                    <a:pt x="534969" y="821204"/>
                    <a:pt x="467647" y="879413"/>
                    <a:pt x="395398" y="931055"/>
                  </a:cubicBezTo>
                  <a:lnTo>
                    <a:pt x="300325" y="999034"/>
                  </a:lnTo>
                  <a:lnTo>
                    <a:pt x="242279" y="1040495"/>
                  </a:lnTo>
                  <a:lnTo>
                    <a:pt x="152790" y="1104452"/>
                  </a:lnTo>
                  <a:lnTo>
                    <a:pt x="88176" y="1150675"/>
                  </a:lnTo>
                  <a:lnTo>
                    <a:pt x="68472" y="1130971"/>
                  </a:lnTo>
                  <a:lnTo>
                    <a:pt x="66666" y="1128754"/>
                  </a:lnTo>
                  <a:lnTo>
                    <a:pt x="111493" y="1092712"/>
                  </a:lnTo>
                  <a:lnTo>
                    <a:pt x="116830" y="1033845"/>
                  </a:lnTo>
                  <a:lnTo>
                    <a:pt x="58045" y="1039182"/>
                  </a:lnTo>
                  <a:lnTo>
                    <a:pt x="21920" y="1084009"/>
                  </a:lnTo>
                  <a:lnTo>
                    <a:pt x="19703" y="1082203"/>
                  </a:lnTo>
                  <a:lnTo>
                    <a:pt x="0" y="1062498"/>
                  </a:lnTo>
                  <a:lnTo>
                    <a:pt x="46223" y="997803"/>
                  </a:lnTo>
                  <a:lnTo>
                    <a:pt x="110179" y="908313"/>
                  </a:lnTo>
                  <a:lnTo>
                    <a:pt x="151723" y="850267"/>
                  </a:lnTo>
                  <a:lnTo>
                    <a:pt x="219701" y="755194"/>
                  </a:lnTo>
                  <a:cubicBezTo>
                    <a:pt x="271343" y="683028"/>
                    <a:pt x="329553" y="615787"/>
                    <a:pt x="393592" y="554211"/>
                  </a:cubicBezTo>
                  <a:lnTo>
                    <a:pt x="427664" y="521453"/>
                  </a:lnTo>
                  <a:lnTo>
                    <a:pt x="662390" y="296085"/>
                  </a:lnTo>
                  <a:close/>
                  <a:moveTo>
                    <a:pt x="1057707" y="213903"/>
                  </a:moveTo>
                  <a:cubicBezTo>
                    <a:pt x="1072239" y="174576"/>
                    <a:pt x="1036771" y="113985"/>
                    <a:pt x="1036771" y="113985"/>
                  </a:cubicBezTo>
                  <a:cubicBezTo>
                    <a:pt x="1036771" y="113985"/>
                    <a:pt x="976180" y="78600"/>
                    <a:pt x="936937" y="93050"/>
                  </a:cubicBezTo>
                  <a:cubicBezTo>
                    <a:pt x="897610" y="107582"/>
                    <a:pt x="879219" y="128353"/>
                    <a:pt x="879219" y="128353"/>
                  </a:cubicBezTo>
                  <a:lnTo>
                    <a:pt x="890056" y="139191"/>
                  </a:lnTo>
                  <a:cubicBezTo>
                    <a:pt x="890056" y="139191"/>
                    <a:pt x="949415" y="91818"/>
                    <a:pt x="1004259" y="146580"/>
                  </a:cubicBezTo>
                  <a:cubicBezTo>
                    <a:pt x="1059021" y="201341"/>
                    <a:pt x="1011566" y="260782"/>
                    <a:pt x="1011566" y="260782"/>
                  </a:cubicBezTo>
                  <a:lnTo>
                    <a:pt x="1022403" y="271620"/>
                  </a:lnTo>
                  <a:cubicBezTo>
                    <a:pt x="1022403" y="271620"/>
                    <a:pt x="1043093" y="253229"/>
                    <a:pt x="1057625" y="2139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48;p47">
              <a:extLst>
                <a:ext uri="{FF2B5EF4-FFF2-40B4-BE49-F238E27FC236}">
                  <a16:creationId xmlns:a16="http://schemas.microsoft.com/office/drawing/2014/main" id="{99832D23-A7F3-842D-9817-B9F3091BAB22}"/>
                </a:ext>
              </a:extLst>
            </p:cNvPr>
            <p:cNvSpPr/>
            <p:nvPr/>
          </p:nvSpPr>
          <p:spPr>
            <a:xfrm>
              <a:off x="-9909253" y="-7138218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209" y="24814"/>
                  </a:moveTo>
                  <a:cubicBezTo>
                    <a:pt x="75652" y="45174"/>
                    <a:pt x="85340" y="68573"/>
                    <a:pt x="76883" y="77030"/>
                  </a:cubicBezTo>
                  <a:lnTo>
                    <a:pt x="75324" y="78261"/>
                  </a:lnTo>
                  <a:lnTo>
                    <a:pt x="75242" y="78261"/>
                  </a:lnTo>
                  <a:cubicBezTo>
                    <a:pt x="75242" y="78261"/>
                    <a:pt x="75242" y="78343"/>
                    <a:pt x="75242" y="78343"/>
                  </a:cubicBezTo>
                  <a:cubicBezTo>
                    <a:pt x="65635" y="84172"/>
                    <a:pt x="43879" y="74403"/>
                    <a:pt x="24749" y="55273"/>
                  </a:cubicBezTo>
                  <a:cubicBezTo>
                    <a:pt x="5045" y="35569"/>
                    <a:pt x="-4643" y="13073"/>
                    <a:pt x="2172" y="3960"/>
                  </a:cubicBezTo>
                  <a:lnTo>
                    <a:pt x="2336" y="3796"/>
                  </a:lnTo>
                  <a:lnTo>
                    <a:pt x="2664" y="3467"/>
                  </a:lnTo>
                  <a:lnTo>
                    <a:pt x="3075" y="3057"/>
                  </a:lnTo>
                  <a:cubicBezTo>
                    <a:pt x="11449" y="-5400"/>
                    <a:pt x="34848" y="4288"/>
                    <a:pt x="55291" y="24731"/>
                  </a:cubicBezTo>
                  <a:close/>
                  <a:moveTo>
                    <a:pt x="66046" y="67095"/>
                  </a:moveTo>
                  <a:cubicBezTo>
                    <a:pt x="69330" y="63729"/>
                    <a:pt x="60134" y="49198"/>
                    <a:pt x="45521" y="34501"/>
                  </a:cubicBezTo>
                  <a:cubicBezTo>
                    <a:pt x="30907" y="19805"/>
                    <a:pt x="16293" y="10610"/>
                    <a:pt x="12926" y="13976"/>
                  </a:cubicBezTo>
                  <a:cubicBezTo>
                    <a:pt x="9561" y="17342"/>
                    <a:pt x="18838" y="31792"/>
                    <a:pt x="33452" y="46570"/>
                  </a:cubicBezTo>
                  <a:cubicBezTo>
                    <a:pt x="48066" y="61184"/>
                    <a:pt x="62680" y="70462"/>
                    <a:pt x="66046" y="670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9;p47">
              <a:extLst>
                <a:ext uri="{FF2B5EF4-FFF2-40B4-BE49-F238E27FC236}">
                  <a16:creationId xmlns:a16="http://schemas.microsoft.com/office/drawing/2014/main" id="{A1010F65-70C8-AD94-A46B-84567CA69B99}"/>
                </a:ext>
              </a:extLst>
            </p:cNvPr>
            <p:cNvSpPr/>
            <p:nvPr/>
          </p:nvSpPr>
          <p:spPr>
            <a:xfrm>
              <a:off x="-9962828" y="-7134176"/>
              <a:ext cx="123151" cy="139571"/>
            </a:xfrm>
            <a:custGeom>
              <a:avLst/>
              <a:gdLst/>
              <a:ahLst/>
              <a:cxnLst/>
              <a:rect l="l" t="t" r="r" b="b"/>
              <a:pathLst>
                <a:path w="123151" h="139571" extrusionOk="0">
                  <a:moveTo>
                    <a:pt x="128653" y="74383"/>
                  </a:moveTo>
                  <a:lnTo>
                    <a:pt x="54186" y="131936"/>
                  </a:lnTo>
                  <a:cubicBezTo>
                    <a:pt x="42364" y="141132"/>
                    <a:pt x="27094" y="144252"/>
                    <a:pt x="12726" y="140721"/>
                  </a:cubicBezTo>
                  <a:lnTo>
                    <a:pt x="0" y="72002"/>
                  </a:lnTo>
                  <a:lnTo>
                    <a:pt x="55583" y="0"/>
                  </a:lnTo>
                  <a:cubicBezTo>
                    <a:pt x="48769" y="9195"/>
                    <a:pt x="58456" y="31609"/>
                    <a:pt x="78160" y="51313"/>
                  </a:cubicBezTo>
                  <a:cubicBezTo>
                    <a:pt x="97207" y="70443"/>
                    <a:pt x="119046" y="80213"/>
                    <a:pt x="128653" y="743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0;p47">
              <a:extLst>
                <a:ext uri="{FF2B5EF4-FFF2-40B4-BE49-F238E27FC236}">
                  <a16:creationId xmlns:a16="http://schemas.microsoft.com/office/drawing/2014/main" id="{8DC28C75-FBB0-E4E2-8CE8-84DDF87012C2}"/>
                </a:ext>
              </a:extLst>
            </p:cNvPr>
            <p:cNvSpPr/>
            <p:nvPr/>
          </p:nvSpPr>
          <p:spPr>
            <a:xfrm>
              <a:off x="-10056834" y="-7926552"/>
              <a:ext cx="180622" cy="180622"/>
            </a:xfrm>
            <a:custGeom>
              <a:avLst/>
              <a:gdLst/>
              <a:ahLst/>
              <a:cxnLst/>
              <a:rect l="l" t="t" r="r" b="b"/>
              <a:pathLst>
                <a:path w="180622" h="180622" extrusionOk="0">
                  <a:moveTo>
                    <a:pt x="157469" y="24485"/>
                  </a:moveTo>
                  <a:cubicBezTo>
                    <a:pt x="157469" y="24485"/>
                    <a:pt x="192937" y="85076"/>
                    <a:pt x="178405" y="124402"/>
                  </a:cubicBezTo>
                  <a:cubicBezTo>
                    <a:pt x="163873" y="163728"/>
                    <a:pt x="143184" y="182037"/>
                    <a:pt x="143184" y="182037"/>
                  </a:cubicBezTo>
                  <a:lnTo>
                    <a:pt x="132347" y="171200"/>
                  </a:lnTo>
                  <a:cubicBezTo>
                    <a:pt x="132347" y="171200"/>
                    <a:pt x="179801" y="111759"/>
                    <a:pt x="125040" y="56997"/>
                  </a:cubicBezTo>
                  <a:cubicBezTo>
                    <a:pt x="70196" y="2236"/>
                    <a:pt x="10837" y="49608"/>
                    <a:pt x="10837" y="49608"/>
                  </a:cubicBezTo>
                  <a:lnTo>
                    <a:pt x="0" y="38771"/>
                  </a:lnTo>
                  <a:cubicBezTo>
                    <a:pt x="0" y="38771"/>
                    <a:pt x="18391" y="17999"/>
                    <a:pt x="57717" y="3467"/>
                  </a:cubicBezTo>
                  <a:cubicBezTo>
                    <a:pt x="97043" y="-10982"/>
                    <a:pt x="157551" y="24403"/>
                    <a:pt x="157551" y="244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51;p47">
              <a:extLst>
                <a:ext uri="{FF2B5EF4-FFF2-40B4-BE49-F238E27FC236}">
                  <a16:creationId xmlns:a16="http://schemas.microsoft.com/office/drawing/2014/main" id="{D71E300E-ED6F-A4F7-FE3D-BA17803507F9}"/>
                </a:ext>
              </a:extLst>
            </p:cNvPr>
            <p:cNvSpPr/>
            <p:nvPr/>
          </p:nvSpPr>
          <p:spPr>
            <a:xfrm>
              <a:off x="-9968737" y="-7417608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251" y="24731"/>
                  </a:moveTo>
                  <a:cubicBezTo>
                    <a:pt x="75694" y="45174"/>
                    <a:pt x="85383" y="68573"/>
                    <a:pt x="76926" y="76948"/>
                  </a:cubicBezTo>
                  <a:lnTo>
                    <a:pt x="75366" y="78261"/>
                  </a:lnTo>
                  <a:lnTo>
                    <a:pt x="75202" y="78261"/>
                  </a:lnTo>
                  <a:cubicBezTo>
                    <a:pt x="65596" y="84172"/>
                    <a:pt x="43839" y="74403"/>
                    <a:pt x="24710" y="55273"/>
                  </a:cubicBezTo>
                  <a:cubicBezTo>
                    <a:pt x="5005" y="35569"/>
                    <a:pt x="-4683" y="13237"/>
                    <a:pt x="2214" y="4042"/>
                  </a:cubicBezTo>
                  <a:lnTo>
                    <a:pt x="2706" y="3385"/>
                  </a:lnTo>
                  <a:lnTo>
                    <a:pt x="3035" y="3057"/>
                  </a:lnTo>
                  <a:cubicBezTo>
                    <a:pt x="11492" y="-5400"/>
                    <a:pt x="34890" y="4288"/>
                    <a:pt x="55333" y="24731"/>
                  </a:cubicBezTo>
                  <a:close/>
                  <a:moveTo>
                    <a:pt x="66089" y="66931"/>
                  </a:moveTo>
                  <a:cubicBezTo>
                    <a:pt x="69372" y="63647"/>
                    <a:pt x="60259" y="49115"/>
                    <a:pt x="45564" y="34337"/>
                  </a:cubicBezTo>
                  <a:cubicBezTo>
                    <a:pt x="30867" y="19559"/>
                    <a:pt x="16335" y="10446"/>
                    <a:pt x="12969" y="13812"/>
                  </a:cubicBezTo>
                  <a:cubicBezTo>
                    <a:pt x="9604" y="17178"/>
                    <a:pt x="18881" y="31628"/>
                    <a:pt x="33494" y="46406"/>
                  </a:cubicBezTo>
                  <a:cubicBezTo>
                    <a:pt x="48191" y="61020"/>
                    <a:pt x="62723" y="70215"/>
                    <a:pt x="66089" y="669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52;p47">
              <a:extLst>
                <a:ext uri="{FF2B5EF4-FFF2-40B4-BE49-F238E27FC236}">
                  <a16:creationId xmlns:a16="http://schemas.microsoft.com/office/drawing/2014/main" id="{D02A11F0-B455-8F31-1523-EE9A4C576F2F}"/>
                </a:ext>
              </a:extLst>
            </p:cNvPr>
            <p:cNvSpPr/>
            <p:nvPr/>
          </p:nvSpPr>
          <p:spPr>
            <a:xfrm>
              <a:off x="-10016112" y="-7413566"/>
              <a:ext cx="114941" cy="139571"/>
            </a:xfrm>
            <a:custGeom>
              <a:avLst/>
              <a:gdLst/>
              <a:ahLst/>
              <a:cxnLst/>
              <a:rect l="l" t="t" r="r" b="b"/>
              <a:pathLst>
                <a:path w="114941" h="139571" extrusionOk="0">
                  <a:moveTo>
                    <a:pt x="122495" y="74301"/>
                  </a:moveTo>
                  <a:lnTo>
                    <a:pt x="48029" y="131854"/>
                  </a:lnTo>
                  <a:cubicBezTo>
                    <a:pt x="38424" y="139325"/>
                    <a:pt x="26436" y="142856"/>
                    <a:pt x="14450" y="141952"/>
                  </a:cubicBezTo>
                  <a:lnTo>
                    <a:pt x="0" y="63875"/>
                  </a:lnTo>
                  <a:lnTo>
                    <a:pt x="49425" y="0"/>
                  </a:lnTo>
                  <a:cubicBezTo>
                    <a:pt x="42611" y="9195"/>
                    <a:pt x="52298" y="31527"/>
                    <a:pt x="71921" y="51231"/>
                  </a:cubicBezTo>
                  <a:cubicBezTo>
                    <a:pt x="91050" y="70361"/>
                    <a:pt x="112889" y="80130"/>
                    <a:pt x="122413" y="743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53;p47">
              <a:extLst>
                <a:ext uri="{FF2B5EF4-FFF2-40B4-BE49-F238E27FC236}">
                  <a16:creationId xmlns:a16="http://schemas.microsoft.com/office/drawing/2014/main" id="{F8350F44-AE06-3346-0FA6-EF42BDE9890F}"/>
                </a:ext>
              </a:extLst>
            </p:cNvPr>
            <p:cNvSpPr/>
            <p:nvPr/>
          </p:nvSpPr>
          <p:spPr>
            <a:xfrm>
              <a:off x="-10045997" y="-7334420"/>
              <a:ext cx="139571" cy="755329"/>
            </a:xfrm>
            <a:custGeom>
              <a:avLst/>
              <a:gdLst/>
              <a:ahLst/>
              <a:cxnLst/>
              <a:rect l="l" t="t" r="r" b="b"/>
              <a:pathLst>
                <a:path w="139571" h="755329" extrusionOk="0">
                  <a:moveTo>
                    <a:pt x="146961" y="616743"/>
                  </a:moveTo>
                  <a:cubicBezTo>
                    <a:pt x="147043" y="619206"/>
                    <a:pt x="149178" y="688745"/>
                    <a:pt x="74958" y="758367"/>
                  </a:cubicBezTo>
                  <a:lnTo>
                    <a:pt x="69129" y="708450"/>
                  </a:lnTo>
                  <a:lnTo>
                    <a:pt x="0" y="0"/>
                  </a:lnTo>
                  <a:lnTo>
                    <a:pt x="119046" y="644575"/>
                  </a:lnTo>
                  <a:lnTo>
                    <a:pt x="146879" y="6167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54;p47">
              <a:extLst>
                <a:ext uri="{FF2B5EF4-FFF2-40B4-BE49-F238E27FC236}">
                  <a16:creationId xmlns:a16="http://schemas.microsoft.com/office/drawing/2014/main" id="{0C52CA29-7B51-CB19-AF82-714F54843222}"/>
                </a:ext>
              </a:extLst>
            </p:cNvPr>
            <p:cNvSpPr/>
            <p:nvPr/>
          </p:nvSpPr>
          <p:spPr>
            <a:xfrm>
              <a:off x="-10081628" y="-7597554"/>
              <a:ext cx="180622" cy="903111"/>
            </a:xfrm>
            <a:custGeom>
              <a:avLst/>
              <a:gdLst/>
              <a:ahLst/>
              <a:cxnLst/>
              <a:rect l="l" t="t" r="r" b="b"/>
              <a:pathLst>
                <a:path w="180622" h="903111" extrusionOk="0">
                  <a:moveTo>
                    <a:pt x="182593" y="879794"/>
                  </a:moveTo>
                  <a:lnTo>
                    <a:pt x="182593" y="879794"/>
                  </a:lnTo>
                  <a:cubicBezTo>
                    <a:pt x="182593" y="879794"/>
                    <a:pt x="154760" y="907709"/>
                    <a:pt x="154760" y="907709"/>
                  </a:cubicBezTo>
                  <a:lnTo>
                    <a:pt x="35714" y="263134"/>
                  </a:lnTo>
                  <a:lnTo>
                    <a:pt x="0" y="69868"/>
                  </a:lnTo>
                  <a:lnTo>
                    <a:pt x="67158" y="0"/>
                  </a:lnTo>
                  <a:lnTo>
                    <a:pt x="37438" y="95812"/>
                  </a:lnTo>
                  <a:lnTo>
                    <a:pt x="65599" y="247863"/>
                  </a:lnTo>
                  <a:lnTo>
                    <a:pt x="80048" y="325941"/>
                  </a:lnTo>
                  <a:lnTo>
                    <a:pt x="118882" y="535381"/>
                  </a:lnTo>
                  <a:lnTo>
                    <a:pt x="131608" y="604099"/>
                  </a:lnTo>
                  <a:lnTo>
                    <a:pt x="182675" y="8797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1955;p47">
              <a:extLst>
                <a:ext uri="{FF2B5EF4-FFF2-40B4-BE49-F238E27FC236}">
                  <a16:creationId xmlns:a16="http://schemas.microsoft.com/office/drawing/2014/main" id="{739F8B40-6191-1593-1924-F8AE6AE5A9AD}"/>
                </a:ext>
              </a:extLst>
            </p:cNvPr>
            <p:cNvSpPr/>
            <p:nvPr/>
          </p:nvSpPr>
          <p:spPr>
            <a:xfrm>
              <a:off x="-10306995" y="-7527686"/>
              <a:ext cx="328404" cy="894900"/>
            </a:xfrm>
            <a:custGeom>
              <a:avLst/>
              <a:gdLst/>
              <a:ahLst/>
              <a:cxnLst/>
              <a:rect l="l" t="t" r="r" b="b"/>
              <a:pathLst>
                <a:path w="328404" h="894900" extrusionOk="0">
                  <a:moveTo>
                    <a:pt x="127749" y="492113"/>
                  </a:moveTo>
                  <a:lnTo>
                    <a:pt x="86698" y="409109"/>
                  </a:lnTo>
                  <a:lnTo>
                    <a:pt x="67076" y="369455"/>
                  </a:lnTo>
                  <a:lnTo>
                    <a:pt x="29145" y="292526"/>
                  </a:lnTo>
                  <a:lnTo>
                    <a:pt x="9687" y="253364"/>
                  </a:lnTo>
                  <a:lnTo>
                    <a:pt x="985" y="235630"/>
                  </a:lnTo>
                  <a:lnTo>
                    <a:pt x="0" y="234727"/>
                  </a:lnTo>
                  <a:lnTo>
                    <a:pt x="225367" y="0"/>
                  </a:lnTo>
                  <a:lnTo>
                    <a:pt x="261081" y="193266"/>
                  </a:lnTo>
                  <a:lnTo>
                    <a:pt x="330210" y="901715"/>
                  </a:lnTo>
                  <a:lnTo>
                    <a:pt x="204759" y="647941"/>
                  </a:lnTo>
                  <a:lnTo>
                    <a:pt x="185137" y="608204"/>
                  </a:lnTo>
                  <a:lnTo>
                    <a:pt x="147124" y="531193"/>
                  </a:lnTo>
                  <a:lnTo>
                    <a:pt x="127749" y="49211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1956;p47">
              <a:extLst>
                <a:ext uri="{FF2B5EF4-FFF2-40B4-BE49-F238E27FC236}">
                  <a16:creationId xmlns:a16="http://schemas.microsoft.com/office/drawing/2014/main" id="{A57BDF9F-7D51-6F64-AA38-F878FA86FAE1}"/>
                </a:ext>
              </a:extLst>
            </p:cNvPr>
            <p:cNvSpPr/>
            <p:nvPr/>
          </p:nvSpPr>
          <p:spPr>
            <a:xfrm>
              <a:off x="-11111504" y="-7902477"/>
              <a:ext cx="903111" cy="180622"/>
            </a:xfrm>
            <a:custGeom>
              <a:avLst/>
              <a:gdLst/>
              <a:ahLst/>
              <a:cxnLst/>
              <a:rect l="l" t="t" r="r" b="b"/>
              <a:pathLst>
                <a:path w="903111" h="180622" extrusionOk="0">
                  <a:moveTo>
                    <a:pt x="907627" y="115516"/>
                  </a:moveTo>
                  <a:lnTo>
                    <a:pt x="837759" y="182593"/>
                  </a:lnTo>
                  <a:lnTo>
                    <a:pt x="644575" y="146879"/>
                  </a:lnTo>
                  <a:lnTo>
                    <a:pt x="0" y="27915"/>
                  </a:lnTo>
                  <a:lnTo>
                    <a:pt x="27832" y="0"/>
                  </a:lnTo>
                  <a:lnTo>
                    <a:pt x="303528" y="51067"/>
                  </a:lnTo>
                  <a:lnTo>
                    <a:pt x="372247" y="63875"/>
                  </a:lnTo>
                  <a:lnTo>
                    <a:pt x="581769" y="102626"/>
                  </a:lnTo>
                  <a:lnTo>
                    <a:pt x="659682" y="117076"/>
                  </a:lnTo>
                  <a:lnTo>
                    <a:pt x="811815" y="145237"/>
                  </a:lnTo>
                  <a:lnTo>
                    <a:pt x="907627" y="11551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1957;p47">
              <a:extLst>
                <a:ext uri="{FF2B5EF4-FFF2-40B4-BE49-F238E27FC236}">
                  <a16:creationId xmlns:a16="http://schemas.microsoft.com/office/drawing/2014/main" id="{6C2B4971-9667-15B1-BC0C-278EABD15331}"/>
                </a:ext>
              </a:extLst>
            </p:cNvPr>
            <p:cNvSpPr/>
            <p:nvPr/>
          </p:nvSpPr>
          <p:spPr>
            <a:xfrm>
              <a:off x="-11175378" y="-7824645"/>
              <a:ext cx="894901" cy="328404"/>
            </a:xfrm>
            <a:custGeom>
              <a:avLst/>
              <a:gdLst/>
              <a:ahLst/>
              <a:cxnLst/>
              <a:rect l="l" t="t" r="r" b="b"/>
              <a:pathLst>
                <a:path w="894901" h="328404" extrusionOk="0">
                  <a:moveTo>
                    <a:pt x="370358" y="183085"/>
                  </a:moveTo>
                  <a:lnTo>
                    <a:pt x="293429" y="145073"/>
                  </a:lnTo>
                  <a:lnTo>
                    <a:pt x="253774" y="125450"/>
                  </a:lnTo>
                  <a:lnTo>
                    <a:pt x="0" y="0"/>
                  </a:lnTo>
                  <a:lnTo>
                    <a:pt x="708449" y="69047"/>
                  </a:lnTo>
                  <a:lnTo>
                    <a:pt x="901633" y="104761"/>
                  </a:lnTo>
                  <a:lnTo>
                    <a:pt x="666906" y="330128"/>
                  </a:lnTo>
                  <a:lnTo>
                    <a:pt x="666003" y="329225"/>
                  </a:lnTo>
                  <a:lnTo>
                    <a:pt x="648187" y="320440"/>
                  </a:lnTo>
                  <a:lnTo>
                    <a:pt x="609107" y="301146"/>
                  </a:lnTo>
                  <a:lnTo>
                    <a:pt x="532178" y="263052"/>
                  </a:lnTo>
                  <a:lnTo>
                    <a:pt x="492442" y="243429"/>
                  </a:lnTo>
                  <a:lnTo>
                    <a:pt x="409520" y="202461"/>
                  </a:lnTo>
                  <a:lnTo>
                    <a:pt x="370358" y="1830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1958;p47">
              <a:extLst>
                <a:ext uri="{FF2B5EF4-FFF2-40B4-BE49-F238E27FC236}">
                  <a16:creationId xmlns:a16="http://schemas.microsoft.com/office/drawing/2014/main" id="{B7010961-3922-9246-E310-781A5AA0D740}"/>
                </a:ext>
              </a:extLst>
            </p:cNvPr>
            <p:cNvSpPr/>
            <p:nvPr/>
          </p:nvSpPr>
          <p:spPr>
            <a:xfrm>
              <a:off x="-10463979" y="-7912549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424" y="24604"/>
                  </a:moveTo>
                  <a:cubicBezTo>
                    <a:pt x="75786" y="45047"/>
                    <a:pt x="85474" y="68446"/>
                    <a:pt x="77099" y="76902"/>
                  </a:cubicBezTo>
                  <a:lnTo>
                    <a:pt x="76689" y="77231"/>
                  </a:lnTo>
                  <a:lnTo>
                    <a:pt x="76114" y="77723"/>
                  </a:lnTo>
                  <a:cubicBezTo>
                    <a:pt x="66919" y="84620"/>
                    <a:pt x="44505" y="74850"/>
                    <a:pt x="24801" y="55227"/>
                  </a:cubicBezTo>
                  <a:cubicBezTo>
                    <a:pt x="5097" y="35605"/>
                    <a:pt x="-4099" y="14341"/>
                    <a:pt x="1731" y="4735"/>
                  </a:cubicBezTo>
                  <a:lnTo>
                    <a:pt x="1731" y="4571"/>
                  </a:lnTo>
                  <a:cubicBezTo>
                    <a:pt x="1731" y="4571"/>
                    <a:pt x="3126" y="3011"/>
                    <a:pt x="3126" y="3011"/>
                  </a:cubicBezTo>
                  <a:cubicBezTo>
                    <a:pt x="11583" y="-5363"/>
                    <a:pt x="34981" y="4325"/>
                    <a:pt x="55424" y="24686"/>
                  </a:cubicBezTo>
                  <a:close/>
                  <a:moveTo>
                    <a:pt x="66262" y="66886"/>
                  </a:moveTo>
                  <a:cubicBezTo>
                    <a:pt x="69546" y="63602"/>
                    <a:pt x="60351" y="48988"/>
                    <a:pt x="45737" y="34292"/>
                  </a:cubicBezTo>
                  <a:cubicBezTo>
                    <a:pt x="31123" y="19678"/>
                    <a:pt x="16509" y="10400"/>
                    <a:pt x="13143" y="13766"/>
                  </a:cubicBezTo>
                  <a:cubicBezTo>
                    <a:pt x="9777" y="17133"/>
                    <a:pt x="19054" y="31664"/>
                    <a:pt x="33668" y="46361"/>
                  </a:cubicBezTo>
                  <a:cubicBezTo>
                    <a:pt x="48282" y="61057"/>
                    <a:pt x="62896" y="70252"/>
                    <a:pt x="66262" y="66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1959;p47">
              <a:extLst>
                <a:ext uri="{FF2B5EF4-FFF2-40B4-BE49-F238E27FC236}">
                  <a16:creationId xmlns:a16="http://schemas.microsoft.com/office/drawing/2014/main" id="{D86DDFF5-081E-A395-F00C-666ED2C0A120}"/>
                </a:ext>
              </a:extLst>
            </p:cNvPr>
            <p:cNvSpPr/>
            <p:nvPr/>
          </p:nvSpPr>
          <p:spPr>
            <a:xfrm>
              <a:off x="-10529958" y="-7907896"/>
              <a:ext cx="139571" cy="114941"/>
            </a:xfrm>
            <a:custGeom>
              <a:avLst/>
              <a:gdLst/>
              <a:ahLst/>
              <a:cxnLst/>
              <a:rect l="l" t="t" r="r" b="b"/>
              <a:pathLst>
                <a:path w="139571" h="114941" extrusionOk="0">
                  <a:moveTo>
                    <a:pt x="142093" y="73070"/>
                  </a:moveTo>
                  <a:lnTo>
                    <a:pt x="78137" y="122495"/>
                  </a:lnTo>
                  <a:lnTo>
                    <a:pt x="141" y="108045"/>
                  </a:lnTo>
                  <a:cubicBezTo>
                    <a:pt x="-762" y="96140"/>
                    <a:pt x="2686" y="84154"/>
                    <a:pt x="10157" y="74466"/>
                  </a:cubicBezTo>
                  <a:lnTo>
                    <a:pt x="67710" y="0"/>
                  </a:lnTo>
                  <a:cubicBezTo>
                    <a:pt x="61880" y="9606"/>
                    <a:pt x="71568" y="31363"/>
                    <a:pt x="90780" y="50492"/>
                  </a:cubicBezTo>
                  <a:cubicBezTo>
                    <a:pt x="109992" y="69622"/>
                    <a:pt x="132898" y="79884"/>
                    <a:pt x="142093" y="729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1960;p47">
              <a:extLst>
                <a:ext uri="{FF2B5EF4-FFF2-40B4-BE49-F238E27FC236}">
                  <a16:creationId xmlns:a16="http://schemas.microsoft.com/office/drawing/2014/main" id="{2A352787-F376-890E-44D5-AC3287EB0268}"/>
                </a:ext>
              </a:extLst>
            </p:cNvPr>
            <p:cNvSpPr/>
            <p:nvPr/>
          </p:nvSpPr>
          <p:spPr>
            <a:xfrm>
              <a:off x="-11225296" y="-7902501"/>
              <a:ext cx="755329" cy="139571"/>
            </a:xfrm>
            <a:custGeom>
              <a:avLst/>
              <a:gdLst/>
              <a:ahLst/>
              <a:cxnLst/>
              <a:rect l="l" t="t" r="r" b="b"/>
              <a:pathLst>
                <a:path w="755329" h="139571" extrusionOk="0">
                  <a:moveTo>
                    <a:pt x="758367" y="146903"/>
                  </a:moveTo>
                  <a:lnTo>
                    <a:pt x="49918" y="77856"/>
                  </a:lnTo>
                  <a:lnTo>
                    <a:pt x="0" y="72027"/>
                  </a:lnTo>
                  <a:cubicBezTo>
                    <a:pt x="70771" y="-3424"/>
                    <a:pt x="141624" y="24"/>
                    <a:pt x="141624" y="24"/>
                  </a:cubicBezTo>
                  <a:lnTo>
                    <a:pt x="113792" y="27939"/>
                  </a:lnTo>
                  <a:lnTo>
                    <a:pt x="758367" y="1469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1961;p47">
              <a:extLst>
                <a:ext uri="{FF2B5EF4-FFF2-40B4-BE49-F238E27FC236}">
                  <a16:creationId xmlns:a16="http://schemas.microsoft.com/office/drawing/2014/main" id="{50CD37D3-ACFC-C863-2B5B-3375EDB52FA8}"/>
                </a:ext>
              </a:extLst>
            </p:cNvPr>
            <p:cNvSpPr/>
            <p:nvPr/>
          </p:nvSpPr>
          <p:spPr>
            <a:xfrm>
              <a:off x="-10693774" y="-7017018"/>
              <a:ext cx="131361" cy="385874"/>
            </a:xfrm>
            <a:custGeom>
              <a:avLst/>
              <a:gdLst/>
              <a:ahLst/>
              <a:cxnLst/>
              <a:rect l="l" t="t" r="r" b="b"/>
              <a:pathLst>
                <a:path w="131361" h="385874" extrusionOk="0">
                  <a:moveTo>
                    <a:pt x="58046" y="0"/>
                  </a:moveTo>
                  <a:lnTo>
                    <a:pt x="134318" y="351146"/>
                  </a:lnTo>
                  <a:lnTo>
                    <a:pt x="92118" y="393346"/>
                  </a:lnTo>
                  <a:lnTo>
                    <a:pt x="54351" y="333494"/>
                  </a:lnTo>
                  <a:lnTo>
                    <a:pt x="81609" y="306237"/>
                  </a:lnTo>
                  <a:lnTo>
                    <a:pt x="0" y="41543"/>
                  </a:lnTo>
                  <a:lnTo>
                    <a:pt x="580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1962;p47">
              <a:extLst>
                <a:ext uri="{FF2B5EF4-FFF2-40B4-BE49-F238E27FC236}">
                  <a16:creationId xmlns:a16="http://schemas.microsoft.com/office/drawing/2014/main" id="{0C5631BD-895B-15AC-67BE-9875378CEED8}"/>
                </a:ext>
              </a:extLst>
            </p:cNvPr>
            <p:cNvSpPr/>
            <p:nvPr/>
          </p:nvSpPr>
          <p:spPr>
            <a:xfrm>
              <a:off x="-10783263" y="-6975475"/>
              <a:ext cx="164202" cy="287353"/>
            </a:xfrm>
            <a:custGeom>
              <a:avLst/>
              <a:gdLst/>
              <a:ahLst/>
              <a:cxnLst/>
              <a:rect l="l" t="t" r="r" b="b"/>
              <a:pathLst>
                <a:path w="164202" h="287353" extrusionOk="0">
                  <a:moveTo>
                    <a:pt x="89489" y="0"/>
                  </a:moveTo>
                  <a:lnTo>
                    <a:pt x="171098" y="264694"/>
                  </a:lnTo>
                  <a:lnTo>
                    <a:pt x="143840" y="291951"/>
                  </a:lnTo>
                  <a:lnTo>
                    <a:pt x="0" y="63957"/>
                  </a:lnTo>
                  <a:lnTo>
                    <a:pt x="894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1963;p47">
              <a:extLst>
                <a:ext uri="{FF2B5EF4-FFF2-40B4-BE49-F238E27FC236}">
                  <a16:creationId xmlns:a16="http://schemas.microsoft.com/office/drawing/2014/main" id="{24C15D4B-322E-96EA-EA6F-6703267BE66B}"/>
                </a:ext>
              </a:extLst>
            </p:cNvPr>
            <p:cNvSpPr/>
            <p:nvPr/>
          </p:nvSpPr>
          <p:spPr>
            <a:xfrm>
              <a:off x="-10743241" y="-7972036"/>
              <a:ext cx="73890" cy="73890"/>
            </a:xfrm>
            <a:custGeom>
              <a:avLst/>
              <a:gdLst/>
              <a:ahLst/>
              <a:cxnLst/>
              <a:rect l="l" t="t" r="r" b="b"/>
              <a:pathLst>
                <a:path w="73890" h="73890" extrusionOk="0">
                  <a:moveTo>
                    <a:pt x="55215" y="24649"/>
                  </a:moveTo>
                  <a:cubicBezTo>
                    <a:pt x="75658" y="45092"/>
                    <a:pt x="85345" y="68491"/>
                    <a:pt x="76890" y="76948"/>
                  </a:cubicBezTo>
                  <a:lnTo>
                    <a:pt x="76479" y="77358"/>
                  </a:lnTo>
                  <a:lnTo>
                    <a:pt x="76150" y="77604"/>
                  </a:lnTo>
                  <a:lnTo>
                    <a:pt x="75987" y="77769"/>
                  </a:lnTo>
                  <a:cubicBezTo>
                    <a:pt x="66791" y="84665"/>
                    <a:pt x="44377" y="74895"/>
                    <a:pt x="24674" y="55273"/>
                  </a:cubicBezTo>
                  <a:cubicBezTo>
                    <a:pt x="5543" y="36143"/>
                    <a:pt x="-4144" y="14305"/>
                    <a:pt x="1685" y="4781"/>
                  </a:cubicBezTo>
                  <a:lnTo>
                    <a:pt x="1685" y="4616"/>
                  </a:lnTo>
                  <a:cubicBezTo>
                    <a:pt x="1685" y="4616"/>
                    <a:pt x="2999" y="3057"/>
                    <a:pt x="2999" y="3057"/>
                  </a:cubicBezTo>
                  <a:cubicBezTo>
                    <a:pt x="11454" y="-5400"/>
                    <a:pt x="34854" y="4288"/>
                    <a:pt x="55297" y="24731"/>
                  </a:cubicBezTo>
                  <a:close/>
                  <a:moveTo>
                    <a:pt x="66052" y="66931"/>
                  </a:moveTo>
                  <a:cubicBezTo>
                    <a:pt x="69336" y="63647"/>
                    <a:pt x="60141" y="49033"/>
                    <a:pt x="45527" y="34337"/>
                  </a:cubicBezTo>
                  <a:cubicBezTo>
                    <a:pt x="30912" y="19723"/>
                    <a:pt x="16299" y="10446"/>
                    <a:pt x="12933" y="13812"/>
                  </a:cubicBezTo>
                  <a:cubicBezTo>
                    <a:pt x="9648" y="17096"/>
                    <a:pt x="18762" y="31710"/>
                    <a:pt x="33458" y="46406"/>
                  </a:cubicBezTo>
                  <a:cubicBezTo>
                    <a:pt x="48072" y="61102"/>
                    <a:pt x="62686" y="70297"/>
                    <a:pt x="66052" y="669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1964;p47">
              <a:extLst>
                <a:ext uri="{FF2B5EF4-FFF2-40B4-BE49-F238E27FC236}">
                  <a16:creationId xmlns:a16="http://schemas.microsoft.com/office/drawing/2014/main" id="{2189669F-1BEE-CE80-C5A9-7A7A27D2D544}"/>
                </a:ext>
              </a:extLst>
            </p:cNvPr>
            <p:cNvSpPr/>
            <p:nvPr/>
          </p:nvSpPr>
          <p:spPr>
            <a:xfrm>
              <a:off x="-10809344" y="-7967255"/>
              <a:ext cx="139571" cy="123151"/>
            </a:xfrm>
            <a:custGeom>
              <a:avLst/>
              <a:gdLst/>
              <a:ahLst/>
              <a:cxnLst/>
              <a:rect l="l" t="t" r="r" b="b"/>
              <a:pathLst>
                <a:path w="139571" h="123151" extrusionOk="0">
                  <a:moveTo>
                    <a:pt x="142090" y="72988"/>
                  </a:moveTo>
                  <a:lnTo>
                    <a:pt x="70087" y="128652"/>
                  </a:lnTo>
                  <a:lnTo>
                    <a:pt x="1369" y="115927"/>
                  </a:lnTo>
                  <a:cubicBezTo>
                    <a:pt x="-2080" y="101559"/>
                    <a:pt x="1040" y="86288"/>
                    <a:pt x="10153" y="74466"/>
                  </a:cubicBezTo>
                  <a:lnTo>
                    <a:pt x="67788" y="0"/>
                  </a:lnTo>
                  <a:cubicBezTo>
                    <a:pt x="61959" y="9606"/>
                    <a:pt x="71646" y="31363"/>
                    <a:pt x="90777" y="50492"/>
                  </a:cubicBezTo>
                  <a:cubicBezTo>
                    <a:pt x="110480" y="70196"/>
                    <a:pt x="132976" y="79884"/>
                    <a:pt x="142090" y="729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1965;p47">
              <a:extLst>
                <a:ext uri="{FF2B5EF4-FFF2-40B4-BE49-F238E27FC236}">
                  <a16:creationId xmlns:a16="http://schemas.microsoft.com/office/drawing/2014/main" id="{6DC00F01-78F1-8C36-873D-4F31D0CF16EB}"/>
                </a:ext>
              </a:extLst>
            </p:cNvPr>
            <p:cNvSpPr/>
            <p:nvPr/>
          </p:nvSpPr>
          <p:spPr>
            <a:xfrm>
              <a:off x="-10727100" y="-7954974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1966;p47">
              <a:extLst>
                <a:ext uri="{FF2B5EF4-FFF2-40B4-BE49-F238E27FC236}">
                  <a16:creationId xmlns:a16="http://schemas.microsoft.com/office/drawing/2014/main" id="{E609229B-FE2A-E7DF-762E-98E8DBDEA7FF}"/>
                </a:ext>
              </a:extLst>
            </p:cNvPr>
            <p:cNvSpPr/>
            <p:nvPr/>
          </p:nvSpPr>
          <p:spPr>
            <a:xfrm>
              <a:off x="-11177759" y="-7241975"/>
              <a:ext cx="385874" cy="131361"/>
            </a:xfrm>
            <a:custGeom>
              <a:avLst/>
              <a:gdLst/>
              <a:ahLst/>
              <a:cxnLst/>
              <a:rect l="l" t="t" r="r" b="b"/>
              <a:pathLst>
                <a:path w="385874" h="131361" extrusionOk="0">
                  <a:moveTo>
                    <a:pt x="393346" y="76190"/>
                  </a:moveTo>
                  <a:lnTo>
                    <a:pt x="351803" y="134317"/>
                  </a:lnTo>
                  <a:lnTo>
                    <a:pt x="87109" y="52627"/>
                  </a:lnTo>
                  <a:lnTo>
                    <a:pt x="59852" y="79966"/>
                  </a:lnTo>
                  <a:lnTo>
                    <a:pt x="0" y="42200"/>
                  </a:lnTo>
                  <a:lnTo>
                    <a:pt x="42200" y="0"/>
                  </a:lnTo>
                  <a:lnTo>
                    <a:pt x="393346" y="761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1967;p47">
              <a:extLst>
                <a:ext uri="{FF2B5EF4-FFF2-40B4-BE49-F238E27FC236}">
                  <a16:creationId xmlns:a16="http://schemas.microsoft.com/office/drawing/2014/main" id="{E629A3C8-7487-F9B9-B131-BDFB3D599FE4}"/>
                </a:ext>
              </a:extLst>
            </p:cNvPr>
            <p:cNvSpPr/>
            <p:nvPr/>
          </p:nvSpPr>
          <p:spPr>
            <a:xfrm>
              <a:off x="-10981259" y="-6982207"/>
              <a:ext cx="155991" cy="155991"/>
            </a:xfrm>
            <a:custGeom>
              <a:avLst/>
              <a:gdLst/>
              <a:ahLst/>
              <a:cxnLst/>
              <a:rect l="l" t="t" r="r" b="b"/>
              <a:pathLst>
                <a:path w="155991" h="155991" extrusionOk="0">
                  <a:moveTo>
                    <a:pt x="161954" y="0"/>
                  </a:moveTo>
                  <a:lnTo>
                    <a:pt x="156617" y="58867"/>
                  </a:lnTo>
                  <a:lnTo>
                    <a:pt x="111790" y="94909"/>
                  </a:lnTo>
                  <a:lnTo>
                    <a:pt x="34204" y="157388"/>
                  </a:lnTo>
                  <a:cubicBezTo>
                    <a:pt x="25912" y="164120"/>
                    <a:pt x="13761" y="163463"/>
                    <a:pt x="6126" y="155828"/>
                  </a:cubicBezTo>
                  <a:cubicBezTo>
                    <a:pt x="-1428" y="148192"/>
                    <a:pt x="-2084" y="136124"/>
                    <a:pt x="4648" y="127749"/>
                  </a:cubicBezTo>
                  <a:lnTo>
                    <a:pt x="67044" y="50246"/>
                  </a:lnTo>
                  <a:lnTo>
                    <a:pt x="103169" y="5419"/>
                  </a:lnTo>
                  <a:lnTo>
                    <a:pt x="161954" y="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1968;p47">
              <a:extLst>
                <a:ext uri="{FF2B5EF4-FFF2-40B4-BE49-F238E27FC236}">
                  <a16:creationId xmlns:a16="http://schemas.microsoft.com/office/drawing/2014/main" id="{4F47761B-3280-753A-D2C0-25B97A9C25D0}"/>
                </a:ext>
              </a:extLst>
            </p:cNvPr>
            <p:cNvSpPr/>
            <p:nvPr/>
          </p:nvSpPr>
          <p:spPr>
            <a:xfrm>
              <a:off x="-11117907" y="-7189348"/>
              <a:ext cx="287353" cy="164202"/>
            </a:xfrm>
            <a:custGeom>
              <a:avLst/>
              <a:gdLst/>
              <a:ahLst/>
              <a:cxnLst/>
              <a:rect l="l" t="t" r="r" b="b"/>
              <a:pathLst>
                <a:path w="287353" h="164202" extrusionOk="0">
                  <a:moveTo>
                    <a:pt x="291951" y="81690"/>
                  </a:moveTo>
                  <a:lnTo>
                    <a:pt x="227912" y="171098"/>
                  </a:lnTo>
                  <a:lnTo>
                    <a:pt x="0" y="27340"/>
                  </a:lnTo>
                  <a:lnTo>
                    <a:pt x="27257" y="0"/>
                  </a:lnTo>
                  <a:lnTo>
                    <a:pt x="291951" y="8169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4" name="Google Shape;1969;p47">
              <a:extLst>
                <a:ext uri="{FF2B5EF4-FFF2-40B4-BE49-F238E27FC236}">
                  <a16:creationId xmlns:a16="http://schemas.microsoft.com/office/drawing/2014/main" id="{613C10EE-5FBE-AD70-25D7-3376A3308A0D}"/>
                </a:ext>
              </a:extLst>
            </p:cNvPr>
            <p:cNvGrpSpPr/>
            <p:nvPr/>
          </p:nvGrpSpPr>
          <p:grpSpPr>
            <a:xfrm>
              <a:off x="-10925362" y="-7699195"/>
              <a:ext cx="815932" cy="820763"/>
              <a:chOff x="-2977412" y="-3507195"/>
              <a:chExt cx="815932" cy="820763"/>
            </a:xfrm>
          </p:grpSpPr>
          <p:sp>
            <p:nvSpPr>
              <p:cNvPr id="241" name="Google Shape;1970;p47">
                <a:extLst>
                  <a:ext uri="{FF2B5EF4-FFF2-40B4-BE49-F238E27FC236}">
                    <a16:creationId xmlns:a16="http://schemas.microsoft.com/office/drawing/2014/main" id="{93280E29-0005-9D3E-7342-0BBF4E8271F0}"/>
                  </a:ext>
                </a:extLst>
              </p:cNvPr>
              <p:cNvSpPr/>
              <p:nvPr/>
            </p:nvSpPr>
            <p:spPr>
              <a:xfrm>
                <a:off x="-2186110" y="-2727482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2202" y="0"/>
                    </a:moveTo>
                    <a:lnTo>
                      <a:pt x="31824" y="39737"/>
                    </a:lnTo>
                    <a:cubicBezTo>
                      <a:pt x="31824" y="39737"/>
                      <a:pt x="10642" y="48111"/>
                      <a:pt x="2186" y="39737"/>
                    </a:cubicBezTo>
                    <a:cubicBezTo>
                      <a:pt x="-6189" y="31280"/>
                      <a:pt x="12202" y="0"/>
                      <a:pt x="12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1971;p47">
                <a:extLst>
                  <a:ext uri="{FF2B5EF4-FFF2-40B4-BE49-F238E27FC236}">
                    <a16:creationId xmlns:a16="http://schemas.microsoft.com/office/drawing/2014/main" id="{73FABD55-26A9-4D62-840C-BA6EB3CFF449}"/>
                  </a:ext>
                </a:extLst>
              </p:cNvPr>
              <p:cNvSpPr/>
              <p:nvPr/>
            </p:nvSpPr>
            <p:spPr>
              <a:xfrm>
                <a:off x="-2243007" y="-2843655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1711" y="82"/>
                    </a:moveTo>
                    <a:lnTo>
                      <a:pt x="31005" y="39162"/>
                    </a:lnTo>
                    <a:cubicBezTo>
                      <a:pt x="27228" y="40558"/>
                      <a:pt x="9659" y="46387"/>
                      <a:pt x="2187" y="38916"/>
                    </a:cubicBezTo>
                    <a:cubicBezTo>
                      <a:pt x="-5366" y="31280"/>
                      <a:pt x="8838" y="5090"/>
                      <a:pt x="117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1972;p47">
                <a:extLst>
                  <a:ext uri="{FF2B5EF4-FFF2-40B4-BE49-F238E27FC236}">
                    <a16:creationId xmlns:a16="http://schemas.microsoft.com/office/drawing/2014/main" id="{26C2BADF-E601-F20F-D498-7989188604AC}"/>
                  </a:ext>
                </a:extLst>
              </p:cNvPr>
              <p:cNvSpPr/>
              <p:nvPr/>
            </p:nvSpPr>
            <p:spPr>
              <a:xfrm>
                <a:off x="-2304201" y="-2966231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2232" y="0"/>
                    </a:moveTo>
                    <a:lnTo>
                      <a:pt x="31854" y="39737"/>
                    </a:lnTo>
                    <a:cubicBezTo>
                      <a:pt x="31854" y="39737"/>
                      <a:pt x="10673" y="48193"/>
                      <a:pt x="2216" y="39737"/>
                    </a:cubicBezTo>
                    <a:cubicBezTo>
                      <a:pt x="-6241" y="31362"/>
                      <a:pt x="12232" y="0"/>
                      <a:pt x="122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1973;p47">
                <a:extLst>
                  <a:ext uri="{FF2B5EF4-FFF2-40B4-BE49-F238E27FC236}">
                    <a16:creationId xmlns:a16="http://schemas.microsoft.com/office/drawing/2014/main" id="{7632A611-7EE0-BB8E-E160-A13C916E09F0}"/>
                  </a:ext>
                </a:extLst>
              </p:cNvPr>
              <p:cNvSpPr/>
              <p:nvPr/>
            </p:nvSpPr>
            <p:spPr>
              <a:xfrm>
                <a:off x="-2361019" y="-3082405"/>
                <a:ext cx="2463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24630" h="41050" extrusionOk="0">
                    <a:moveTo>
                      <a:pt x="11662" y="82"/>
                    </a:moveTo>
                    <a:lnTo>
                      <a:pt x="31037" y="39244"/>
                    </a:lnTo>
                    <a:cubicBezTo>
                      <a:pt x="27261" y="40640"/>
                      <a:pt x="9609" y="46387"/>
                      <a:pt x="2220" y="38916"/>
                    </a:cubicBezTo>
                    <a:cubicBezTo>
                      <a:pt x="-5415" y="31280"/>
                      <a:pt x="8870" y="5090"/>
                      <a:pt x="116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1974;p47">
                <a:extLst>
                  <a:ext uri="{FF2B5EF4-FFF2-40B4-BE49-F238E27FC236}">
                    <a16:creationId xmlns:a16="http://schemas.microsoft.com/office/drawing/2014/main" id="{AB27D612-5044-CC23-C815-9FF371F39B29}"/>
                  </a:ext>
                </a:extLst>
              </p:cNvPr>
              <p:cNvSpPr/>
              <p:nvPr/>
            </p:nvSpPr>
            <p:spPr>
              <a:xfrm>
                <a:off x="-2621783" y="-3331499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463" y="0"/>
                    </a:moveTo>
                    <a:lnTo>
                      <a:pt x="42543" y="19294"/>
                    </a:lnTo>
                    <a:cubicBezTo>
                      <a:pt x="37288" y="22250"/>
                      <a:pt x="11344" y="36371"/>
                      <a:pt x="3791" y="28818"/>
                    </a:cubicBezTo>
                    <a:cubicBezTo>
                      <a:pt x="-3762" y="21264"/>
                      <a:pt x="2068" y="3859"/>
                      <a:pt x="34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1975;p47">
                <a:extLst>
                  <a:ext uri="{FF2B5EF4-FFF2-40B4-BE49-F238E27FC236}">
                    <a16:creationId xmlns:a16="http://schemas.microsoft.com/office/drawing/2014/main" id="{87DF2E38-8875-954F-484B-18769E593096}"/>
                  </a:ext>
                </a:extLst>
              </p:cNvPr>
              <p:cNvSpPr/>
              <p:nvPr/>
            </p:nvSpPr>
            <p:spPr>
              <a:xfrm>
                <a:off x="-2738744" y="-3389216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759" y="0"/>
                    </a:moveTo>
                    <a:lnTo>
                      <a:pt x="43495" y="19622"/>
                    </a:lnTo>
                    <a:cubicBezTo>
                      <a:pt x="43495" y="19622"/>
                      <a:pt x="12215" y="38095"/>
                      <a:pt x="3759" y="29639"/>
                    </a:cubicBezTo>
                    <a:cubicBezTo>
                      <a:pt x="-4698" y="21182"/>
                      <a:pt x="3759" y="0"/>
                      <a:pt x="37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1976;p47">
                <a:extLst>
                  <a:ext uri="{FF2B5EF4-FFF2-40B4-BE49-F238E27FC236}">
                    <a16:creationId xmlns:a16="http://schemas.microsoft.com/office/drawing/2014/main" id="{733E08EC-97DA-4105-3690-C9B5519433E1}"/>
                  </a:ext>
                </a:extLst>
              </p:cNvPr>
              <p:cNvSpPr/>
              <p:nvPr/>
            </p:nvSpPr>
            <p:spPr>
              <a:xfrm>
                <a:off x="-2860579" y="-3449560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509" y="0"/>
                    </a:moveTo>
                    <a:lnTo>
                      <a:pt x="42589" y="19294"/>
                    </a:lnTo>
                    <a:cubicBezTo>
                      <a:pt x="37335" y="22250"/>
                      <a:pt x="11308" y="36289"/>
                      <a:pt x="3756" y="28735"/>
                    </a:cubicBezTo>
                    <a:cubicBezTo>
                      <a:pt x="-3716" y="21264"/>
                      <a:pt x="2031" y="3859"/>
                      <a:pt x="34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1977;p47">
                <a:extLst>
                  <a:ext uri="{FF2B5EF4-FFF2-40B4-BE49-F238E27FC236}">
                    <a16:creationId xmlns:a16="http://schemas.microsoft.com/office/drawing/2014/main" id="{BD38F00A-1E2A-C3D9-DCCE-14D067E7332B}"/>
                  </a:ext>
                </a:extLst>
              </p:cNvPr>
              <p:cNvSpPr/>
              <p:nvPr/>
            </p:nvSpPr>
            <p:spPr>
              <a:xfrm>
                <a:off x="-2977412" y="-3507195"/>
                <a:ext cx="41050" cy="24630"/>
              </a:xfrm>
              <a:custGeom>
                <a:avLst/>
                <a:gdLst/>
                <a:ahLst/>
                <a:cxnLst/>
                <a:rect l="l" t="t" r="r" b="b"/>
                <a:pathLst>
                  <a:path w="41050" h="24630" extrusionOk="0">
                    <a:moveTo>
                      <a:pt x="3758" y="0"/>
                    </a:moveTo>
                    <a:lnTo>
                      <a:pt x="43413" y="19622"/>
                    </a:lnTo>
                    <a:cubicBezTo>
                      <a:pt x="43413" y="19622"/>
                      <a:pt x="12133" y="38095"/>
                      <a:pt x="3758" y="29639"/>
                    </a:cubicBezTo>
                    <a:cubicBezTo>
                      <a:pt x="-4698" y="21182"/>
                      <a:pt x="3758" y="0"/>
                      <a:pt x="37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5" name="Google Shape;1978;p47">
              <a:extLst>
                <a:ext uri="{FF2B5EF4-FFF2-40B4-BE49-F238E27FC236}">
                  <a16:creationId xmlns:a16="http://schemas.microsoft.com/office/drawing/2014/main" id="{A33904CD-3077-DE69-F73B-AE0A7B5D2A10}"/>
                </a:ext>
              </a:extLst>
            </p:cNvPr>
            <p:cNvSpPr/>
            <p:nvPr/>
          </p:nvSpPr>
          <p:spPr>
            <a:xfrm>
              <a:off x="-9918874" y="-7147476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720" y="98849"/>
                  </a:moveTo>
                  <a:cubicBezTo>
                    <a:pt x="62202" y="98849"/>
                    <a:pt x="42580" y="86370"/>
                    <a:pt x="27555" y="71264"/>
                  </a:cubicBezTo>
                  <a:cubicBezTo>
                    <a:pt x="8016" y="51724"/>
                    <a:pt x="-7748" y="23399"/>
                    <a:pt x="4074" y="7635"/>
                  </a:cubicBezTo>
                  <a:cubicBezTo>
                    <a:pt x="4321" y="7307"/>
                    <a:pt x="4650" y="6978"/>
                    <a:pt x="4977" y="6650"/>
                  </a:cubicBezTo>
                  <a:lnTo>
                    <a:pt x="12531" y="12479"/>
                  </a:lnTo>
                  <a:lnTo>
                    <a:pt x="5799" y="5829"/>
                  </a:lnTo>
                  <a:cubicBezTo>
                    <a:pt x="8426" y="3202"/>
                    <a:pt x="13187" y="0"/>
                    <a:pt x="21070" y="0"/>
                  </a:cubicBezTo>
                  <a:lnTo>
                    <a:pt x="21070" y="0"/>
                  </a:lnTo>
                  <a:cubicBezTo>
                    <a:pt x="35109" y="0"/>
                    <a:pt x="54402" y="10509"/>
                    <a:pt x="71398" y="27504"/>
                  </a:cubicBezTo>
                  <a:cubicBezTo>
                    <a:pt x="88310" y="44417"/>
                    <a:pt x="98901" y="63628"/>
                    <a:pt x="98901" y="77750"/>
                  </a:cubicBezTo>
                  <a:cubicBezTo>
                    <a:pt x="98901" y="85631"/>
                    <a:pt x="95781" y="90475"/>
                    <a:pt x="93073" y="93103"/>
                  </a:cubicBezTo>
                  <a:cubicBezTo>
                    <a:pt x="92744" y="93349"/>
                    <a:pt x="92497" y="93677"/>
                    <a:pt x="92170" y="93924"/>
                  </a:cubicBezTo>
                  <a:lnTo>
                    <a:pt x="90691" y="95073"/>
                  </a:lnTo>
                  <a:cubicBezTo>
                    <a:pt x="90691" y="95073"/>
                    <a:pt x="89953" y="95648"/>
                    <a:pt x="89542" y="95894"/>
                  </a:cubicBezTo>
                  <a:lnTo>
                    <a:pt x="89542" y="95894"/>
                  </a:lnTo>
                  <a:cubicBezTo>
                    <a:pt x="86012" y="98029"/>
                    <a:pt x="81988" y="99014"/>
                    <a:pt x="77637" y="99014"/>
                  </a:cubicBezTo>
                  <a:close/>
                  <a:moveTo>
                    <a:pt x="86504" y="86288"/>
                  </a:moveTo>
                  <a:lnTo>
                    <a:pt x="86504" y="86288"/>
                  </a:lnTo>
                  <a:lnTo>
                    <a:pt x="86504" y="86288"/>
                  </a:lnTo>
                  <a:close/>
                  <a:moveTo>
                    <a:pt x="19099" y="19212"/>
                  </a:moveTo>
                  <a:cubicBezTo>
                    <a:pt x="17786" y="22496"/>
                    <a:pt x="21562" y="38587"/>
                    <a:pt x="40938" y="57963"/>
                  </a:cubicBezTo>
                  <a:cubicBezTo>
                    <a:pt x="59083" y="76190"/>
                    <a:pt x="75913" y="81444"/>
                    <a:pt x="79608" y="79720"/>
                  </a:cubicBezTo>
                  <a:lnTo>
                    <a:pt x="79936" y="79474"/>
                  </a:lnTo>
                  <a:cubicBezTo>
                    <a:pt x="81332" y="76436"/>
                    <a:pt x="77720" y="60262"/>
                    <a:pt x="58180" y="40722"/>
                  </a:cubicBezTo>
                  <a:cubicBezTo>
                    <a:pt x="39460" y="21921"/>
                    <a:pt x="22384" y="16995"/>
                    <a:pt x="19264" y="19047"/>
                  </a:cubicBezTo>
                  <a:lnTo>
                    <a:pt x="19099" y="192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1979;p47">
              <a:extLst>
                <a:ext uri="{FF2B5EF4-FFF2-40B4-BE49-F238E27FC236}">
                  <a16:creationId xmlns:a16="http://schemas.microsoft.com/office/drawing/2014/main" id="{BA8A66F3-B138-B795-A264-6ECA365019C0}"/>
                </a:ext>
              </a:extLst>
            </p:cNvPr>
            <p:cNvSpPr/>
            <p:nvPr/>
          </p:nvSpPr>
          <p:spPr>
            <a:xfrm>
              <a:off x="-9972265" y="-7143690"/>
              <a:ext cx="139571" cy="155991"/>
            </a:xfrm>
            <a:custGeom>
              <a:avLst/>
              <a:gdLst/>
              <a:ahLst/>
              <a:cxnLst/>
              <a:rect l="l" t="t" r="r" b="b"/>
              <a:pathLst>
                <a:path w="139571" h="155991" extrusionOk="0">
                  <a:moveTo>
                    <a:pt x="33903" y="161072"/>
                  </a:moveTo>
                  <a:cubicBezTo>
                    <a:pt x="29224" y="161072"/>
                    <a:pt x="24544" y="160498"/>
                    <a:pt x="19946" y="159348"/>
                  </a:cubicBezTo>
                  <a:cubicBezTo>
                    <a:pt x="16333" y="158445"/>
                    <a:pt x="13624" y="155572"/>
                    <a:pt x="12886" y="151877"/>
                  </a:cubicBezTo>
                  <a:lnTo>
                    <a:pt x="160" y="83159"/>
                  </a:lnTo>
                  <a:cubicBezTo>
                    <a:pt x="-332" y="80531"/>
                    <a:pt x="324" y="77822"/>
                    <a:pt x="1966" y="75687"/>
                  </a:cubicBezTo>
                  <a:lnTo>
                    <a:pt x="57548" y="3685"/>
                  </a:lnTo>
                  <a:cubicBezTo>
                    <a:pt x="60750" y="-420"/>
                    <a:pt x="66579" y="-1241"/>
                    <a:pt x="70766" y="1961"/>
                  </a:cubicBezTo>
                  <a:cubicBezTo>
                    <a:pt x="74871" y="5080"/>
                    <a:pt x="75693" y="10992"/>
                    <a:pt x="72573" y="15097"/>
                  </a:cubicBezTo>
                  <a:cubicBezTo>
                    <a:pt x="70931" y="17560"/>
                    <a:pt x="74297" y="34144"/>
                    <a:pt x="94248" y="54095"/>
                  </a:cubicBezTo>
                  <a:cubicBezTo>
                    <a:pt x="112802" y="72732"/>
                    <a:pt x="129962" y="77740"/>
                    <a:pt x="133082" y="75770"/>
                  </a:cubicBezTo>
                  <a:cubicBezTo>
                    <a:pt x="137351" y="73142"/>
                    <a:pt x="142934" y="74292"/>
                    <a:pt x="145807" y="78479"/>
                  </a:cubicBezTo>
                  <a:cubicBezTo>
                    <a:pt x="148680" y="82584"/>
                    <a:pt x="147777" y="88249"/>
                    <a:pt x="143837" y="91287"/>
                  </a:cubicBezTo>
                  <a:lnTo>
                    <a:pt x="69371" y="148839"/>
                  </a:lnTo>
                  <a:cubicBezTo>
                    <a:pt x="59027" y="156803"/>
                    <a:pt x="46629" y="161072"/>
                    <a:pt x="33821" y="161072"/>
                  </a:cubicBezTo>
                  <a:close/>
                  <a:moveTo>
                    <a:pt x="30291" y="142025"/>
                  </a:moveTo>
                  <a:cubicBezTo>
                    <a:pt x="40061" y="142928"/>
                    <a:pt x="49913" y="140137"/>
                    <a:pt x="57877" y="133979"/>
                  </a:cubicBezTo>
                  <a:lnTo>
                    <a:pt x="113624" y="90876"/>
                  </a:lnTo>
                  <a:cubicBezTo>
                    <a:pt x="102376" y="85950"/>
                    <a:pt x="90717" y="77247"/>
                    <a:pt x="80947" y="67477"/>
                  </a:cubicBezTo>
                  <a:cubicBezTo>
                    <a:pt x="71260" y="57789"/>
                    <a:pt x="62556" y="45967"/>
                    <a:pt x="57630" y="34555"/>
                  </a:cubicBezTo>
                  <a:lnTo>
                    <a:pt x="19535" y="83897"/>
                  </a:lnTo>
                  <a:lnTo>
                    <a:pt x="30291" y="1420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1980;p47">
              <a:extLst>
                <a:ext uri="{FF2B5EF4-FFF2-40B4-BE49-F238E27FC236}">
                  <a16:creationId xmlns:a16="http://schemas.microsoft.com/office/drawing/2014/main" id="{AD941FFE-0D08-CB61-2898-92FBA22813E9}"/>
                </a:ext>
              </a:extLst>
            </p:cNvPr>
            <p:cNvSpPr/>
            <p:nvPr/>
          </p:nvSpPr>
          <p:spPr>
            <a:xfrm>
              <a:off x="-9978245" y="-7426953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731" y="98854"/>
                  </a:moveTo>
                  <a:cubicBezTo>
                    <a:pt x="62132" y="98854"/>
                    <a:pt x="42592" y="86375"/>
                    <a:pt x="27485" y="71350"/>
                  </a:cubicBezTo>
                  <a:cubicBezTo>
                    <a:pt x="7945" y="51810"/>
                    <a:pt x="-7736" y="23567"/>
                    <a:pt x="4086" y="7804"/>
                  </a:cubicBezTo>
                  <a:cubicBezTo>
                    <a:pt x="4415" y="7394"/>
                    <a:pt x="5154" y="6408"/>
                    <a:pt x="5482" y="6080"/>
                  </a:cubicBezTo>
                  <a:cubicBezTo>
                    <a:pt x="9834" y="1729"/>
                    <a:pt x="19357" y="-3854"/>
                    <a:pt x="37665" y="3781"/>
                  </a:cubicBezTo>
                  <a:cubicBezTo>
                    <a:pt x="48668" y="8297"/>
                    <a:pt x="60654" y="16753"/>
                    <a:pt x="71410" y="27508"/>
                  </a:cubicBezTo>
                  <a:cubicBezTo>
                    <a:pt x="88404" y="44503"/>
                    <a:pt x="98913" y="63797"/>
                    <a:pt x="98913" y="77836"/>
                  </a:cubicBezTo>
                  <a:cubicBezTo>
                    <a:pt x="98913" y="85718"/>
                    <a:pt x="95711" y="90480"/>
                    <a:pt x="93084" y="93107"/>
                  </a:cubicBezTo>
                  <a:cubicBezTo>
                    <a:pt x="92838" y="93353"/>
                    <a:pt x="92674" y="93517"/>
                    <a:pt x="92427" y="93764"/>
                  </a:cubicBezTo>
                  <a:lnTo>
                    <a:pt x="90868" y="95077"/>
                  </a:lnTo>
                  <a:cubicBezTo>
                    <a:pt x="90210" y="95570"/>
                    <a:pt x="89554" y="95981"/>
                    <a:pt x="88815" y="96309"/>
                  </a:cubicBezTo>
                  <a:cubicBezTo>
                    <a:pt x="85449" y="98115"/>
                    <a:pt x="81755" y="98936"/>
                    <a:pt x="77731" y="98936"/>
                  </a:cubicBezTo>
                  <a:close/>
                  <a:moveTo>
                    <a:pt x="86434" y="86293"/>
                  </a:moveTo>
                  <a:lnTo>
                    <a:pt x="86434" y="86293"/>
                  </a:lnTo>
                  <a:lnTo>
                    <a:pt x="86434" y="86293"/>
                  </a:lnTo>
                  <a:close/>
                  <a:moveTo>
                    <a:pt x="19193" y="19052"/>
                  </a:moveTo>
                  <a:lnTo>
                    <a:pt x="19193" y="19052"/>
                  </a:lnTo>
                  <a:cubicBezTo>
                    <a:pt x="17551" y="21515"/>
                    <a:pt x="20835" y="38017"/>
                    <a:pt x="40785" y="57968"/>
                  </a:cubicBezTo>
                  <a:cubicBezTo>
                    <a:pt x="59258" y="76441"/>
                    <a:pt x="76171" y="81531"/>
                    <a:pt x="79620" y="79725"/>
                  </a:cubicBezTo>
                  <a:lnTo>
                    <a:pt x="79783" y="79560"/>
                  </a:lnTo>
                  <a:cubicBezTo>
                    <a:pt x="81590" y="76112"/>
                    <a:pt x="76582" y="59281"/>
                    <a:pt x="58027" y="40809"/>
                  </a:cubicBezTo>
                  <a:cubicBezTo>
                    <a:pt x="38241" y="21022"/>
                    <a:pt x="21903" y="17574"/>
                    <a:pt x="19111" y="191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1981;p47">
              <a:extLst>
                <a:ext uri="{FF2B5EF4-FFF2-40B4-BE49-F238E27FC236}">
                  <a16:creationId xmlns:a16="http://schemas.microsoft.com/office/drawing/2014/main" id="{7848F3CB-119F-016E-E30C-5B88E1292690}"/>
                </a:ext>
              </a:extLst>
            </p:cNvPr>
            <p:cNvSpPr/>
            <p:nvPr/>
          </p:nvSpPr>
          <p:spPr>
            <a:xfrm>
              <a:off x="-10025385" y="-7423045"/>
              <a:ext cx="139571" cy="155991"/>
            </a:xfrm>
            <a:custGeom>
              <a:avLst/>
              <a:gdLst/>
              <a:ahLst/>
              <a:cxnLst/>
              <a:rect l="l" t="t" r="r" b="b"/>
              <a:pathLst>
                <a:path w="139571" h="155991" extrusionOk="0">
                  <a:moveTo>
                    <a:pt x="27499" y="160955"/>
                  </a:moveTo>
                  <a:cubicBezTo>
                    <a:pt x="26022" y="160955"/>
                    <a:pt x="24544" y="160955"/>
                    <a:pt x="23149" y="160791"/>
                  </a:cubicBezTo>
                  <a:cubicBezTo>
                    <a:pt x="18879" y="160463"/>
                    <a:pt x="15349" y="157343"/>
                    <a:pt x="14610" y="153074"/>
                  </a:cubicBezTo>
                  <a:lnTo>
                    <a:pt x="160" y="74996"/>
                  </a:lnTo>
                  <a:cubicBezTo>
                    <a:pt x="-333" y="72369"/>
                    <a:pt x="325" y="69659"/>
                    <a:pt x="1966" y="67525"/>
                  </a:cubicBezTo>
                  <a:lnTo>
                    <a:pt x="51391" y="3650"/>
                  </a:lnTo>
                  <a:cubicBezTo>
                    <a:pt x="54593" y="-455"/>
                    <a:pt x="60422" y="-1194"/>
                    <a:pt x="64609" y="1926"/>
                  </a:cubicBezTo>
                  <a:cubicBezTo>
                    <a:pt x="68714" y="5046"/>
                    <a:pt x="69535" y="10957"/>
                    <a:pt x="66415" y="15062"/>
                  </a:cubicBezTo>
                  <a:cubicBezTo>
                    <a:pt x="64774" y="17525"/>
                    <a:pt x="68058" y="34027"/>
                    <a:pt x="88008" y="53978"/>
                  </a:cubicBezTo>
                  <a:cubicBezTo>
                    <a:pt x="106645" y="72615"/>
                    <a:pt x="123723" y="77623"/>
                    <a:pt x="126924" y="75653"/>
                  </a:cubicBezTo>
                  <a:cubicBezTo>
                    <a:pt x="131193" y="73025"/>
                    <a:pt x="136776" y="74257"/>
                    <a:pt x="139650" y="78362"/>
                  </a:cubicBezTo>
                  <a:cubicBezTo>
                    <a:pt x="142523" y="82467"/>
                    <a:pt x="141620" y="88132"/>
                    <a:pt x="137679" y="91169"/>
                  </a:cubicBezTo>
                  <a:lnTo>
                    <a:pt x="63214" y="148722"/>
                  </a:lnTo>
                  <a:cubicBezTo>
                    <a:pt x="53033" y="156686"/>
                    <a:pt x="40472" y="160955"/>
                    <a:pt x="27582" y="160955"/>
                  </a:cubicBezTo>
                  <a:close/>
                  <a:moveTo>
                    <a:pt x="19454" y="75735"/>
                  </a:moveTo>
                  <a:lnTo>
                    <a:pt x="31687" y="141826"/>
                  </a:lnTo>
                  <a:cubicBezTo>
                    <a:pt x="38912" y="141087"/>
                    <a:pt x="45808" y="138296"/>
                    <a:pt x="51638" y="133780"/>
                  </a:cubicBezTo>
                  <a:lnTo>
                    <a:pt x="107384" y="90677"/>
                  </a:lnTo>
                  <a:cubicBezTo>
                    <a:pt x="96136" y="85751"/>
                    <a:pt x="84478" y="77130"/>
                    <a:pt x="74625" y="67360"/>
                  </a:cubicBezTo>
                  <a:cubicBezTo>
                    <a:pt x="64938" y="57672"/>
                    <a:pt x="56235" y="45932"/>
                    <a:pt x="51309" y="34520"/>
                  </a:cubicBezTo>
                  <a:lnTo>
                    <a:pt x="19454" y="757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1982;p47">
              <a:extLst>
                <a:ext uri="{FF2B5EF4-FFF2-40B4-BE49-F238E27FC236}">
                  <a16:creationId xmlns:a16="http://schemas.microsoft.com/office/drawing/2014/main" id="{D2DB10C0-2790-6423-91D3-EA53B7D01B2C}"/>
                </a:ext>
              </a:extLst>
            </p:cNvPr>
            <p:cNvSpPr/>
            <p:nvPr/>
          </p:nvSpPr>
          <p:spPr>
            <a:xfrm>
              <a:off x="-10316437" y="-7607013"/>
              <a:ext cx="418715" cy="1034472"/>
            </a:xfrm>
            <a:custGeom>
              <a:avLst/>
              <a:gdLst/>
              <a:ahLst/>
              <a:cxnLst/>
              <a:rect l="l" t="t" r="r" b="b"/>
              <a:pathLst>
                <a:path w="418715" h="1034472" extrusionOk="0">
                  <a:moveTo>
                    <a:pt x="345481" y="1040401"/>
                  </a:moveTo>
                  <a:cubicBezTo>
                    <a:pt x="344413" y="1040401"/>
                    <a:pt x="343264" y="1040237"/>
                    <a:pt x="342196" y="1039826"/>
                  </a:cubicBezTo>
                  <a:cubicBezTo>
                    <a:pt x="338831" y="1038595"/>
                    <a:pt x="336450" y="1035557"/>
                    <a:pt x="336039" y="1032027"/>
                  </a:cubicBezTo>
                  <a:lnTo>
                    <a:pt x="330457" y="983751"/>
                  </a:lnTo>
                  <a:lnTo>
                    <a:pt x="2709" y="320622"/>
                  </a:lnTo>
                  <a:cubicBezTo>
                    <a:pt x="1067" y="318897"/>
                    <a:pt x="82" y="316681"/>
                    <a:pt x="0" y="314300"/>
                  </a:cubicBezTo>
                  <a:cubicBezTo>
                    <a:pt x="0" y="311755"/>
                    <a:pt x="903" y="309292"/>
                    <a:pt x="2627" y="307485"/>
                  </a:cubicBezTo>
                  <a:lnTo>
                    <a:pt x="295071" y="2891"/>
                  </a:lnTo>
                  <a:cubicBezTo>
                    <a:pt x="298108" y="-311"/>
                    <a:pt x="302871" y="-886"/>
                    <a:pt x="306647" y="1331"/>
                  </a:cubicBezTo>
                  <a:cubicBezTo>
                    <a:pt x="310423" y="3547"/>
                    <a:pt x="312148" y="8063"/>
                    <a:pt x="310834" y="12250"/>
                  </a:cubicBezTo>
                  <a:lnTo>
                    <a:pt x="281770" y="105763"/>
                  </a:lnTo>
                  <a:lnTo>
                    <a:pt x="426514" y="887529"/>
                  </a:lnTo>
                  <a:cubicBezTo>
                    <a:pt x="426597" y="888104"/>
                    <a:pt x="426679" y="888678"/>
                    <a:pt x="426679" y="889253"/>
                  </a:cubicBezTo>
                  <a:cubicBezTo>
                    <a:pt x="426843" y="891962"/>
                    <a:pt x="429388" y="964868"/>
                    <a:pt x="351720" y="1037856"/>
                  </a:cubicBezTo>
                  <a:cubicBezTo>
                    <a:pt x="349914" y="1039498"/>
                    <a:pt x="347615" y="1040401"/>
                    <a:pt x="345234" y="1040401"/>
                  </a:cubicBezTo>
                  <a:close/>
                  <a:moveTo>
                    <a:pt x="21264" y="315449"/>
                  </a:moveTo>
                  <a:lnTo>
                    <a:pt x="348190" y="976855"/>
                  </a:lnTo>
                  <a:cubicBezTo>
                    <a:pt x="348683" y="977840"/>
                    <a:pt x="349011" y="978907"/>
                    <a:pt x="349094" y="979975"/>
                  </a:cubicBezTo>
                  <a:lnTo>
                    <a:pt x="352623" y="1010434"/>
                  </a:lnTo>
                  <a:cubicBezTo>
                    <a:pt x="407303" y="951404"/>
                    <a:pt x="408124" y="895903"/>
                    <a:pt x="408042" y="890238"/>
                  </a:cubicBezTo>
                  <a:lnTo>
                    <a:pt x="262969" y="106995"/>
                  </a:lnTo>
                  <a:cubicBezTo>
                    <a:pt x="262723" y="105517"/>
                    <a:pt x="262805" y="103957"/>
                    <a:pt x="263215" y="102479"/>
                  </a:cubicBezTo>
                  <a:lnTo>
                    <a:pt x="281114" y="44844"/>
                  </a:lnTo>
                  <a:lnTo>
                    <a:pt x="21182" y="3155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1983;p47">
              <a:extLst>
                <a:ext uri="{FF2B5EF4-FFF2-40B4-BE49-F238E27FC236}">
                  <a16:creationId xmlns:a16="http://schemas.microsoft.com/office/drawing/2014/main" id="{70070369-90A2-1F94-5158-480AE6097BC5}"/>
                </a:ext>
              </a:extLst>
            </p:cNvPr>
            <p:cNvSpPr/>
            <p:nvPr/>
          </p:nvSpPr>
          <p:spPr>
            <a:xfrm>
              <a:off x="-10473362" y="-7922015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862" y="98766"/>
                  </a:moveTo>
                  <a:cubicBezTo>
                    <a:pt x="62181" y="98766"/>
                    <a:pt x="42394" y="86204"/>
                    <a:pt x="27534" y="71344"/>
                  </a:cubicBezTo>
                  <a:cubicBezTo>
                    <a:pt x="8323" y="52132"/>
                    <a:pt x="-6702" y="25449"/>
                    <a:pt x="3068" y="9275"/>
                  </a:cubicBezTo>
                  <a:cubicBezTo>
                    <a:pt x="3232" y="8947"/>
                    <a:pt x="3561" y="8454"/>
                    <a:pt x="3807" y="8208"/>
                  </a:cubicBezTo>
                  <a:lnTo>
                    <a:pt x="5039" y="6648"/>
                  </a:lnTo>
                  <a:cubicBezTo>
                    <a:pt x="5039" y="6648"/>
                    <a:pt x="5531" y="5991"/>
                    <a:pt x="5860" y="5745"/>
                  </a:cubicBezTo>
                  <a:cubicBezTo>
                    <a:pt x="20309" y="-8541"/>
                    <a:pt x="49783" y="5745"/>
                    <a:pt x="71458" y="27420"/>
                  </a:cubicBezTo>
                  <a:cubicBezTo>
                    <a:pt x="93133" y="49094"/>
                    <a:pt x="107501" y="78651"/>
                    <a:pt x="93215" y="93018"/>
                  </a:cubicBezTo>
                  <a:cubicBezTo>
                    <a:pt x="93051" y="93183"/>
                    <a:pt x="92804" y="93429"/>
                    <a:pt x="92640" y="93593"/>
                  </a:cubicBezTo>
                  <a:lnTo>
                    <a:pt x="92230" y="93921"/>
                  </a:lnTo>
                  <a:cubicBezTo>
                    <a:pt x="92230" y="93921"/>
                    <a:pt x="91490" y="94496"/>
                    <a:pt x="91409" y="94578"/>
                  </a:cubicBezTo>
                  <a:cubicBezTo>
                    <a:pt x="87550" y="97534"/>
                    <a:pt x="82953" y="98766"/>
                    <a:pt x="77945" y="98766"/>
                  </a:cubicBezTo>
                  <a:close/>
                  <a:moveTo>
                    <a:pt x="86482" y="86368"/>
                  </a:moveTo>
                  <a:lnTo>
                    <a:pt x="86482" y="86368"/>
                  </a:lnTo>
                  <a:lnTo>
                    <a:pt x="86482" y="86368"/>
                  </a:lnTo>
                  <a:close/>
                  <a:moveTo>
                    <a:pt x="19078" y="19292"/>
                  </a:moveTo>
                  <a:cubicBezTo>
                    <a:pt x="17599" y="22822"/>
                    <a:pt x="21787" y="38914"/>
                    <a:pt x="40835" y="57961"/>
                  </a:cubicBezTo>
                  <a:cubicBezTo>
                    <a:pt x="60867" y="77912"/>
                    <a:pt x="77287" y="81278"/>
                    <a:pt x="79750" y="79636"/>
                  </a:cubicBezTo>
                  <a:lnTo>
                    <a:pt x="79750" y="79636"/>
                  </a:lnTo>
                  <a:cubicBezTo>
                    <a:pt x="81639" y="76352"/>
                    <a:pt x="76713" y="59439"/>
                    <a:pt x="58076" y="40720"/>
                  </a:cubicBezTo>
                  <a:cubicBezTo>
                    <a:pt x="39603" y="22329"/>
                    <a:pt x="22936" y="17239"/>
                    <a:pt x="19242" y="18963"/>
                  </a:cubicBezTo>
                  <a:lnTo>
                    <a:pt x="18996" y="19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1984;p47">
              <a:extLst>
                <a:ext uri="{FF2B5EF4-FFF2-40B4-BE49-F238E27FC236}">
                  <a16:creationId xmlns:a16="http://schemas.microsoft.com/office/drawing/2014/main" id="{C10A5CE3-E94B-5A17-7C2B-B8137D1F73BB}"/>
                </a:ext>
              </a:extLst>
            </p:cNvPr>
            <p:cNvSpPr/>
            <p:nvPr/>
          </p:nvSpPr>
          <p:spPr>
            <a:xfrm>
              <a:off x="-10539420" y="-7917315"/>
              <a:ext cx="155991" cy="139571"/>
            </a:xfrm>
            <a:custGeom>
              <a:avLst/>
              <a:gdLst/>
              <a:ahLst/>
              <a:cxnLst/>
              <a:rect l="l" t="t" r="r" b="b"/>
              <a:pathLst>
                <a:path w="155991" h="139571" extrusionOk="0">
                  <a:moveTo>
                    <a:pt x="87599" y="141355"/>
                  </a:moveTo>
                  <a:cubicBezTo>
                    <a:pt x="87023" y="141355"/>
                    <a:pt x="86449" y="141355"/>
                    <a:pt x="85874" y="141191"/>
                  </a:cubicBezTo>
                  <a:lnTo>
                    <a:pt x="7878" y="126741"/>
                  </a:lnTo>
                  <a:cubicBezTo>
                    <a:pt x="3691" y="125920"/>
                    <a:pt x="490" y="122472"/>
                    <a:pt x="161" y="118121"/>
                  </a:cubicBezTo>
                  <a:cubicBezTo>
                    <a:pt x="-906" y="103588"/>
                    <a:pt x="3363" y="89385"/>
                    <a:pt x="12147" y="78055"/>
                  </a:cubicBezTo>
                  <a:lnTo>
                    <a:pt x="69700" y="3672"/>
                  </a:lnTo>
                  <a:cubicBezTo>
                    <a:pt x="72738" y="-269"/>
                    <a:pt x="78403" y="-1172"/>
                    <a:pt x="82508" y="1619"/>
                  </a:cubicBezTo>
                  <a:cubicBezTo>
                    <a:pt x="86614" y="4493"/>
                    <a:pt x="87844" y="9993"/>
                    <a:pt x="85217" y="14263"/>
                  </a:cubicBezTo>
                  <a:cubicBezTo>
                    <a:pt x="83411" y="17218"/>
                    <a:pt x="87352" y="33721"/>
                    <a:pt x="106892" y="53179"/>
                  </a:cubicBezTo>
                  <a:cubicBezTo>
                    <a:pt x="126924" y="73129"/>
                    <a:pt x="143345" y="76495"/>
                    <a:pt x="145808" y="74853"/>
                  </a:cubicBezTo>
                  <a:cubicBezTo>
                    <a:pt x="150077" y="71980"/>
                    <a:pt x="155988" y="72883"/>
                    <a:pt x="158944" y="76988"/>
                  </a:cubicBezTo>
                  <a:cubicBezTo>
                    <a:pt x="161900" y="81093"/>
                    <a:pt x="161325" y="86676"/>
                    <a:pt x="157302" y="89796"/>
                  </a:cubicBezTo>
                  <a:lnTo>
                    <a:pt x="93345" y="139221"/>
                  </a:lnTo>
                  <a:cubicBezTo>
                    <a:pt x="91704" y="140534"/>
                    <a:pt x="89651" y="141191"/>
                    <a:pt x="87599" y="141191"/>
                  </a:cubicBezTo>
                  <a:close/>
                  <a:moveTo>
                    <a:pt x="19126" y="109582"/>
                  </a:moveTo>
                  <a:lnTo>
                    <a:pt x="85135" y="121815"/>
                  </a:lnTo>
                  <a:lnTo>
                    <a:pt x="126432" y="89878"/>
                  </a:lnTo>
                  <a:cubicBezTo>
                    <a:pt x="115102" y="84952"/>
                    <a:pt x="103279" y="76249"/>
                    <a:pt x="93592" y="66561"/>
                  </a:cubicBezTo>
                  <a:cubicBezTo>
                    <a:pt x="83821" y="56791"/>
                    <a:pt x="75119" y="45133"/>
                    <a:pt x="70276" y="33803"/>
                  </a:cubicBezTo>
                  <a:lnTo>
                    <a:pt x="27172" y="89549"/>
                  </a:lnTo>
                  <a:cubicBezTo>
                    <a:pt x="22657" y="95378"/>
                    <a:pt x="19948" y="102275"/>
                    <a:pt x="19208" y="1095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1985;p47">
              <a:extLst>
                <a:ext uri="{FF2B5EF4-FFF2-40B4-BE49-F238E27FC236}">
                  <a16:creationId xmlns:a16="http://schemas.microsoft.com/office/drawing/2014/main" id="{3D64732A-26C9-F906-74AF-9ACC6B0DA663}"/>
                </a:ext>
              </a:extLst>
            </p:cNvPr>
            <p:cNvSpPr/>
            <p:nvPr/>
          </p:nvSpPr>
          <p:spPr>
            <a:xfrm>
              <a:off x="-11234829" y="-7911963"/>
              <a:ext cx="1034472" cy="418715"/>
            </a:xfrm>
            <a:custGeom>
              <a:avLst/>
              <a:gdLst/>
              <a:ahLst/>
              <a:cxnLst/>
              <a:rect l="l" t="t" r="r" b="b"/>
              <a:pathLst>
                <a:path w="1034472" h="418715" extrusionOk="0">
                  <a:moveTo>
                    <a:pt x="726358" y="426887"/>
                  </a:moveTo>
                  <a:cubicBezTo>
                    <a:pt x="724059" y="426887"/>
                    <a:pt x="721678" y="426067"/>
                    <a:pt x="719872" y="424342"/>
                  </a:cubicBezTo>
                  <a:lnTo>
                    <a:pt x="56660" y="96513"/>
                  </a:lnTo>
                  <a:lnTo>
                    <a:pt x="8384" y="90848"/>
                  </a:lnTo>
                  <a:cubicBezTo>
                    <a:pt x="4854" y="90438"/>
                    <a:pt x="1817" y="88057"/>
                    <a:pt x="585" y="84691"/>
                  </a:cubicBezTo>
                  <a:cubicBezTo>
                    <a:pt x="-647" y="81324"/>
                    <a:pt x="93" y="77630"/>
                    <a:pt x="2555" y="75003"/>
                  </a:cubicBezTo>
                  <a:cubicBezTo>
                    <a:pt x="75461" y="-2747"/>
                    <a:pt x="148449" y="-120"/>
                    <a:pt x="151569" y="44"/>
                  </a:cubicBezTo>
                  <a:cubicBezTo>
                    <a:pt x="151980" y="44"/>
                    <a:pt x="152390" y="44"/>
                    <a:pt x="152801" y="209"/>
                  </a:cubicBezTo>
                  <a:lnTo>
                    <a:pt x="934566" y="144953"/>
                  </a:lnTo>
                  <a:lnTo>
                    <a:pt x="1028162" y="115889"/>
                  </a:lnTo>
                  <a:cubicBezTo>
                    <a:pt x="1032349" y="114575"/>
                    <a:pt x="1036864" y="116299"/>
                    <a:pt x="1039081" y="120076"/>
                  </a:cubicBezTo>
                  <a:cubicBezTo>
                    <a:pt x="1041298" y="123853"/>
                    <a:pt x="1040641" y="128615"/>
                    <a:pt x="1037521" y="131652"/>
                  </a:cubicBezTo>
                  <a:lnTo>
                    <a:pt x="732844" y="424178"/>
                  </a:lnTo>
                  <a:cubicBezTo>
                    <a:pt x="731037" y="425902"/>
                    <a:pt x="728657" y="426806"/>
                    <a:pt x="726276" y="426806"/>
                  </a:cubicBezTo>
                  <a:close/>
                  <a:moveTo>
                    <a:pt x="30059" y="74346"/>
                  </a:moveTo>
                  <a:lnTo>
                    <a:pt x="60519" y="77876"/>
                  </a:lnTo>
                  <a:cubicBezTo>
                    <a:pt x="61586" y="78040"/>
                    <a:pt x="62654" y="78287"/>
                    <a:pt x="63639" y="78779"/>
                  </a:cubicBezTo>
                  <a:lnTo>
                    <a:pt x="724880" y="405706"/>
                  </a:lnTo>
                  <a:lnTo>
                    <a:pt x="995649" y="145774"/>
                  </a:lnTo>
                  <a:lnTo>
                    <a:pt x="937933" y="163672"/>
                  </a:lnTo>
                  <a:cubicBezTo>
                    <a:pt x="936454" y="164082"/>
                    <a:pt x="934895" y="164246"/>
                    <a:pt x="933417" y="163918"/>
                  </a:cubicBezTo>
                  <a:lnTo>
                    <a:pt x="150173" y="18846"/>
                  </a:lnTo>
                  <a:cubicBezTo>
                    <a:pt x="144180" y="18763"/>
                    <a:pt x="88761" y="19995"/>
                    <a:pt x="30059" y="742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1986;p47">
              <a:extLst>
                <a:ext uri="{FF2B5EF4-FFF2-40B4-BE49-F238E27FC236}">
                  <a16:creationId xmlns:a16="http://schemas.microsoft.com/office/drawing/2014/main" id="{3133EBBB-8FE5-A560-C89F-E71F86294262}"/>
                </a:ext>
              </a:extLst>
            </p:cNvPr>
            <p:cNvSpPr/>
            <p:nvPr/>
          </p:nvSpPr>
          <p:spPr>
            <a:xfrm>
              <a:off x="-10792700" y="-7026421"/>
              <a:ext cx="238092" cy="410505"/>
            </a:xfrm>
            <a:custGeom>
              <a:avLst/>
              <a:gdLst/>
              <a:ahLst/>
              <a:cxnLst/>
              <a:rect l="l" t="t" r="r" b="b"/>
              <a:pathLst>
                <a:path w="238092" h="410505" extrusionOk="0">
                  <a:moveTo>
                    <a:pt x="191044" y="412191"/>
                  </a:moveTo>
                  <a:cubicBezTo>
                    <a:pt x="191044" y="412191"/>
                    <a:pt x="190387" y="412191"/>
                    <a:pt x="189977" y="412191"/>
                  </a:cubicBezTo>
                  <a:cubicBezTo>
                    <a:pt x="187102" y="411862"/>
                    <a:pt x="184558" y="410302"/>
                    <a:pt x="183080" y="407839"/>
                  </a:cubicBezTo>
                  <a:lnTo>
                    <a:pt x="1472" y="119993"/>
                  </a:lnTo>
                  <a:cubicBezTo>
                    <a:pt x="-1237" y="115806"/>
                    <a:pt x="-87" y="110223"/>
                    <a:pt x="3936" y="107268"/>
                  </a:cubicBezTo>
                  <a:lnTo>
                    <a:pt x="151471" y="1768"/>
                  </a:lnTo>
                  <a:cubicBezTo>
                    <a:pt x="154017" y="-38"/>
                    <a:pt x="157382" y="-531"/>
                    <a:pt x="160338" y="618"/>
                  </a:cubicBezTo>
                  <a:cubicBezTo>
                    <a:pt x="163294" y="1768"/>
                    <a:pt x="165511" y="4313"/>
                    <a:pt x="166167" y="7433"/>
                  </a:cubicBezTo>
                  <a:lnTo>
                    <a:pt x="242357" y="358497"/>
                  </a:lnTo>
                  <a:cubicBezTo>
                    <a:pt x="243014" y="361616"/>
                    <a:pt x="242111" y="364901"/>
                    <a:pt x="239812" y="367199"/>
                  </a:cubicBezTo>
                  <a:lnTo>
                    <a:pt x="197612" y="409399"/>
                  </a:lnTo>
                  <a:cubicBezTo>
                    <a:pt x="195806" y="411205"/>
                    <a:pt x="193424" y="412191"/>
                    <a:pt x="190962" y="412191"/>
                  </a:cubicBezTo>
                  <a:close/>
                  <a:moveTo>
                    <a:pt x="22244" y="117448"/>
                  </a:moveTo>
                  <a:lnTo>
                    <a:pt x="192768" y="387725"/>
                  </a:lnTo>
                  <a:lnTo>
                    <a:pt x="222982" y="357511"/>
                  </a:lnTo>
                  <a:lnTo>
                    <a:pt x="150897" y="25495"/>
                  </a:lnTo>
                  <a:lnTo>
                    <a:pt x="22244" y="1174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1987;p47">
              <a:extLst>
                <a:ext uri="{FF2B5EF4-FFF2-40B4-BE49-F238E27FC236}">
                  <a16:creationId xmlns:a16="http://schemas.microsoft.com/office/drawing/2014/main" id="{899D07CD-2862-A790-52C2-00BD6C00F1B1}"/>
                </a:ext>
              </a:extLst>
            </p:cNvPr>
            <p:cNvSpPr/>
            <p:nvPr/>
          </p:nvSpPr>
          <p:spPr>
            <a:xfrm>
              <a:off x="-10752725" y="-7981610"/>
              <a:ext cx="98521" cy="98521"/>
            </a:xfrm>
            <a:custGeom>
              <a:avLst/>
              <a:gdLst/>
              <a:ahLst/>
              <a:cxnLst/>
              <a:rect l="l" t="t" r="r" b="b"/>
              <a:pathLst>
                <a:path w="98521" h="98521" extrusionOk="0">
                  <a:moveTo>
                    <a:pt x="77917" y="99001"/>
                  </a:moveTo>
                  <a:cubicBezTo>
                    <a:pt x="62318" y="99001"/>
                    <a:pt x="42368" y="86358"/>
                    <a:pt x="27507" y="71497"/>
                  </a:cubicBezTo>
                  <a:cubicBezTo>
                    <a:pt x="8460" y="52450"/>
                    <a:pt x="-6401" y="26178"/>
                    <a:pt x="2794" y="9922"/>
                  </a:cubicBezTo>
                  <a:cubicBezTo>
                    <a:pt x="3123" y="9347"/>
                    <a:pt x="3451" y="8772"/>
                    <a:pt x="3780" y="8280"/>
                  </a:cubicBezTo>
                  <a:lnTo>
                    <a:pt x="5011" y="6720"/>
                  </a:lnTo>
                  <a:cubicBezTo>
                    <a:pt x="5011" y="6720"/>
                    <a:pt x="5503" y="6145"/>
                    <a:pt x="5750" y="5817"/>
                  </a:cubicBezTo>
                  <a:cubicBezTo>
                    <a:pt x="20200" y="-8633"/>
                    <a:pt x="49674" y="5817"/>
                    <a:pt x="71431" y="27491"/>
                  </a:cubicBezTo>
                  <a:cubicBezTo>
                    <a:pt x="93106" y="49166"/>
                    <a:pt x="107555" y="78722"/>
                    <a:pt x="93106" y="93172"/>
                  </a:cubicBezTo>
                  <a:lnTo>
                    <a:pt x="92696" y="93583"/>
                  </a:lnTo>
                  <a:cubicBezTo>
                    <a:pt x="92696" y="93583"/>
                    <a:pt x="91874" y="94321"/>
                    <a:pt x="91464" y="94568"/>
                  </a:cubicBezTo>
                  <a:cubicBezTo>
                    <a:pt x="91382" y="94650"/>
                    <a:pt x="91217" y="94732"/>
                    <a:pt x="91135" y="94814"/>
                  </a:cubicBezTo>
                  <a:cubicBezTo>
                    <a:pt x="87359" y="97688"/>
                    <a:pt x="82843" y="98919"/>
                    <a:pt x="77835" y="98919"/>
                  </a:cubicBezTo>
                  <a:close/>
                  <a:moveTo>
                    <a:pt x="86045" y="86932"/>
                  </a:moveTo>
                  <a:lnTo>
                    <a:pt x="86045" y="86932"/>
                  </a:lnTo>
                  <a:lnTo>
                    <a:pt x="86045" y="86932"/>
                  </a:lnTo>
                  <a:close/>
                  <a:moveTo>
                    <a:pt x="19297" y="19199"/>
                  </a:moveTo>
                  <a:cubicBezTo>
                    <a:pt x="19297" y="19199"/>
                    <a:pt x="19297" y="19199"/>
                    <a:pt x="19297" y="19199"/>
                  </a:cubicBezTo>
                  <a:cubicBezTo>
                    <a:pt x="17327" y="22401"/>
                    <a:pt x="22335" y="39560"/>
                    <a:pt x="40889" y="58115"/>
                  </a:cubicBezTo>
                  <a:cubicBezTo>
                    <a:pt x="60594" y="77819"/>
                    <a:pt x="76850" y="81350"/>
                    <a:pt x="79723" y="79872"/>
                  </a:cubicBezTo>
                  <a:cubicBezTo>
                    <a:pt x="79723" y="79872"/>
                    <a:pt x="79723" y="79872"/>
                    <a:pt x="79805" y="79872"/>
                  </a:cubicBezTo>
                  <a:cubicBezTo>
                    <a:pt x="81366" y="77162"/>
                    <a:pt x="77917" y="60824"/>
                    <a:pt x="58130" y="40956"/>
                  </a:cubicBezTo>
                  <a:cubicBezTo>
                    <a:pt x="38508" y="21334"/>
                    <a:pt x="22417" y="17803"/>
                    <a:pt x="19379" y="19199"/>
                  </a:cubicBezTo>
                  <a:lnTo>
                    <a:pt x="19379" y="191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1988;p47">
              <a:extLst>
                <a:ext uri="{FF2B5EF4-FFF2-40B4-BE49-F238E27FC236}">
                  <a16:creationId xmlns:a16="http://schemas.microsoft.com/office/drawing/2014/main" id="{E380B7F6-B077-82F8-80A4-E5F6BBD831A6}"/>
                </a:ext>
              </a:extLst>
            </p:cNvPr>
            <p:cNvSpPr/>
            <p:nvPr/>
          </p:nvSpPr>
          <p:spPr>
            <a:xfrm>
              <a:off x="-10818919" y="-7976737"/>
              <a:ext cx="155991" cy="139571"/>
            </a:xfrm>
            <a:custGeom>
              <a:avLst/>
              <a:gdLst/>
              <a:ahLst/>
              <a:cxnLst/>
              <a:rect l="l" t="t" r="r" b="b"/>
              <a:pathLst>
                <a:path w="155991" h="139571" extrusionOk="0">
                  <a:moveTo>
                    <a:pt x="79580" y="147577"/>
                  </a:moveTo>
                  <a:cubicBezTo>
                    <a:pt x="79005" y="147577"/>
                    <a:pt x="78431" y="147577"/>
                    <a:pt x="77855" y="147412"/>
                  </a:cubicBezTo>
                  <a:lnTo>
                    <a:pt x="9137" y="134687"/>
                  </a:lnTo>
                  <a:cubicBezTo>
                    <a:pt x="5443" y="134030"/>
                    <a:pt x="2569" y="131238"/>
                    <a:pt x="1666" y="127626"/>
                  </a:cubicBezTo>
                  <a:cubicBezTo>
                    <a:pt x="-2521" y="110220"/>
                    <a:pt x="1256" y="92158"/>
                    <a:pt x="12175" y="78119"/>
                  </a:cubicBezTo>
                  <a:lnTo>
                    <a:pt x="69810" y="3654"/>
                  </a:lnTo>
                  <a:cubicBezTo>
                    <a:pt x="72847" y="-287"/>
                    <a:pt x="78513" y="-1191"/>
                    <a:pt x="82618" y="1683"/>
                  </a:cubicBezTo>
                  <a:cubicBezTo>
                    <a:pt x="86723" y="4557"/>
                    <a:pt x="87955" y="10139"/>
                    <a:pt x="85327" y="14409"/>
                  </a:cubicBezTo>
                  <a:cubicBezTo>
                    <a:pt x="83357" y="17611"/>
                    <a:pt x="88365" y="34770"/>
                    <a:pt x="106920" y="53325"/>
                  </a:cubicBezTo>
                  <a:cubicBezTo>
                    <a:pt x="126953" y="73275"/>
                    <a:pt x="143373" y="76641"/>
                    <a:pt x="145917" y="74999"/>
                  </a:cubicBezTo>
                  <a:cubicBezTo>
                    <a:pt x="150105" y="72126"/>
                    <a:pt x="156098" y="73029"/>
                    <a:pt x="159053" y="77134"/>
                  </a:cubicBezTo>
                  <a:cubicBezTo>
                    <a:pt x="162009" y="81239"/>
                    <a:pt x="161435" y="86904"/>
                    <a:pt x="157412" y="90024"/>
                  </a:cubicBezTo>
                  <a:lnTo>
                    <a:pt x="85409" y="145688"/>
                  </a:lnTo>
                  <a:cubicBezTo>
                    <a:pt x="83767" y="147002"/>
                    <a:pt x="81715" y="147659"/>
                    <a:pt x="79662" y="147659"/>
                  </a:cubicBezTo>
                  <a:close/>
                  <a:moveTo>
                    <a:pt x="19072" y="117281"/>
                  </a:moveTo>
                  <a:lnTo>
                    <a:pt x="77117" y="128036"/>
                  </a:lnTo>
                  <a:lnTo>
                    <a:pt x="126460" y="89942"/>
                  </a:lnTo>
                  <a:cubicBezTo>
                    <a:pt x="115047" y="85015"/>
                    <a:pt x="103308" y="76313"/>
                    <a:pt x="93537" y="66625"/>
                  </a:cubicBezTo>
                  <a:cubicBezTo>
                    <a:pt x="83767" y="56855"/>
                    <a:pt x="75064" y="45197"/>
                    <a:pt x="70221" y="33949"/>
                  </a:cubicBezTo>
                  <a:lnTo>
                    <a:pt x="27118" y="89695"/>
                  </a:lnTo>
                  <a:cubicBezTo>
                    <a:pt x="20960" y="97659"/>
                    <a:pt x="18169" y="107429"/>
                    <a:pt x="19072" y="1172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1989;p47">
              <a:extLst>
                <a:ext uri="{FF2B5EF4-FFF2-40B4-BE49-F238E27FC236}">
                  <a16:creationId xmlns:a16="http://schemas.microsoft.com/office/drawing/2014/main" id="{9ED4B1C3-541A-F799-6C4F-749D738B94B5}"/>
                </a:ext>
              </a:extLst>
            </p:cNvPr>
            <p:cNvSpPr/>
            <p:nvPr/>
          </p:nvSpPr>
          <p:spPr>
            <a:xfrm>
              <a:off x="-10990682" y="-6991522"/>
              <a:ext cx="180622" cy="180622"/>
            </a:xfrm>
            <a:custGeom>
              <a:avLst/>
              <a:gdLst/>
              <a:ahLst/>
              <a:cxnLst/>
              <a:rect l="l" t="t" r="r" b="b"/>
              <a:pathLst>
                <a:path w="180622" h="180622" extrusionOk="0">
                  <a:moveTo>
                    <a:pt x="30491" y="180824"/>
                  </a:moveTo>
                  <a:cubicBezTo>
                    <a:pt x="22691" y="180824"/>
                    <a:pt x="14809" y="177786"/>
                    <a:pt x="8898" y="171875"/>
                  </a:cubicBezTo>
                  <a:cubicBezTo>
                    <a:pt x="-2103" y="160791"/>
                    <a:pt x="-3006" y="143385"/>
                    <a:pt x="6763" y="131234"/>
                  </a:cubicBezTo>
                  <a:lnTo>
                    <a:pt x="105285" y="8822"/>
                  </a:lnTo>
                  <a:cubicBezTo>
                    <a:pt x="106927" y="6851"/>
                    <a:pt x="109225" y="5538"/>
                    <a:pt x="111771" y="5374"/>
                  </a:cubicBezTo>
                  <a:lnTo>
                    <a:pt x="170555" y="37"/>
                  </a:lnTo>
                  <a:cubicBezTo>
                    <a:pt x="173347" y="-209"/>
                    <a:pt x="176138" y="776"/>
                    <a:pt x="178108" y="2746"/>
                  </a:cubicBezTo>
                  <a:cubicBezTo>
                    <a:pt x="180078" y="4717"/>
                    <a:pt x="181064" y="7508"/>
                    <a:pt x="180818" y="10300"/>
                  </a:cubicBezTo>
                  <a:lnTo>
                    <a:pt x="175399" y="69166"/>
                  </a:lnTo>
                  <a:cubicBezTo>
                    <a:pt x="175153" y="71711"/>
                    <a:pt x="173921" y="74092"/>
                    <a:pt x="171951" y="75652"/>
                  </a:cubicBezTo>
                  <a:lnTo>
                    <a:pt x="49620" y="174173"/>
                  </a:lnTo>
                  <a:cubicBezTo>
                    <a:pt x="44037" y="178689"/>
                    <a:pt x="37305" y="180906"/>
                    <a:pt x="30573" y="180906"/>
                  </a:cubicBezTo>
                  <a:close/>
                  <a:moveTo>
                    <a:pt x="117435" y="23764"/>
                  </a:moveTo>
                  <a:lnTo>
                    <a:pt x="21460" y="142975"/>
                  </a:lnTo>
                  <a:cubicBezTo>
                    <a:pt x="17765" y="147573"/>
                    <a:pt x="18093" y="154305"/>
                    <a:pt x="22281" y="158492"/>
                  </a:cubicBezTo>
                  <a:cubicBezTo>
                    <a:pt x="26468" y="162679"/>
                    <a:pt x="33117" y="163090"/>
                    <a:pt x="37716" y="159313"/>
                  </a:cubicBezTo>
                  <a:lnTo>
                    <a:pt x="157009" y="63337"/>
                  </a:lnTo>
                  <a:lnTo>
                    <a:pt x="161031" y="19741"/>
                  </a:lnTo>
                  <a:lnTo>
                    <a:pt x="117518" y="236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1990;p47">
              <a:extLst>
                <a:ext uri="{FF2B5EF4-FFF2-40B4-BE49-F238E27FC236}">
                  <a16:creationId xmlns:a16="http://schemas.microsoft.com/office/drawing/2014/main" id="{4394F987-913A-873A-3562-B71D2F2F4EEF}"/>
                </a:ext>
              </a:extLst>
            </p:cNvPr>
            <p:cNvSpPr/>
            <p:nvPr/>
          </p:nvSpPr>
          <p:spPr>
            <a:xfrm>
              <a:off x="-10945392" y="-8025664"/>
              <a:ext cx="1165834" cy="1165834"/>
            </a:xfrm>
            <a:custGeom>
              <a:avLst/>
              <a:gdLst/>
              <a:ahLst/>
              <a:cxnLst/>
              <a:rect l="l" t="t" r="r" b="b"/>
              <a:pathLst>
                <a:path w="1165834" h="1165834" extrusionOk="0">
                  <a:moveTo>
                    <a:pt x="97516" y="1169810"/>
                  </a:moveTo>
                  <a:cubicBezTo>
                    <a:pt x="95052" y="1169810"/>
                    <a:pt x="92671" y="1168907"/>
                    <a:pt x="90865" y="1167019"/>
                  </a:cubicBezTo>
                  <a:lnTo>
                    <a:pt x="71161" y="1147315"/>
                  </a:lnTo>
                  <a:cubicBezTo>
                    <a:pt x="71161" y="1147315"/>
                    <a:pt x="70751" y="1146822"/>
                    <a:pt x="70504" y="1146658"/>
                  </a:cubicBezTo>
                  <a:lnTo>
                    <a:pt x="68698" y="1144441"/>
                  </a:lnTo>
                  <a:cubicBezTo>
                    <a:pt x="67138" y="1142471"/>
                    <a:pt x="66317" y="1140008"/>
                    <a:pt x="66646" y="1137462"/>
                  </a:cubicBezTo>
                  <a:cubicBezTo>
                    <a:pt x="66891" y="1135000"/>
                    <a:pt x="68123" y="1132701"/>
                    <a:pt x="70093" y="1131059"/>
                  </a:cubicBezTo>
                  <a:lnTo>
                    <a:pt x="111801" y="1097561"/>
                  </a:lnTo>
                  <a:lnTo>
                    <a:pt x="115824" y="1053966"/>
                  </a:lnTo>
                  <a:lnTo>
                    <a:pt x="72310" y="1057907"/>
                  </a:lnTo>
                  <a:lnTo>
                    <a:pt x="38731" y="1099614"/>
                  </a:lnTo>
                  <a:cubicBezTo>
                    <a:pt x="37171" y="1101584"/>
                    <a:pt x="34873" y="1102816"/>
                    <a:pt x="32327" y="1103062"/>
                  </a:cubicBezTo>
                  <a:cubicBezTo>
                    <a:pt x="29782" y="1103391"/>
                    <a:pt x="27319" y="1102570"/>
                    <a:pt x="25349" y="1101010"/>
                  </a:cubicBezTo>
                  <a:lnTo>
                    <a:pt x="23132" y="1099203"/>
                  </a:lnTo>
                  <a:cubicBezTo>
                    <a:pt x="23132" y="1099203"/>
                    <a:pt x="22640" y="1098793"/>
                    <a:pt x="22475" y="1098547"/>
                  </a:cubicBezTo>
                  <a:lnTo>
                    <a:pt x="2771" y="1078842"/>
                  </a:lnTo>
                  <a:cubicBezTo>
                    <a:pt x="-513" y="1075558"/>
                    <a:pt x="-924" y="1070468"/>
                    <a:pt x="1786" y="1066691"/>
                  </a:cubicBezTo>
                  <a:lnTo>
                    <a:pt x="221488" y="759387"/>
                  </a:lnTo>
                  <a:cubicBezTo>
                    <a:pt x="273293" y="686974"/>
                    <a:pt x="332160" y="618912"/>
                    <a:pt x="396527" y="557090"/>
                  </a:cubicBezTo>
                  <a:lnTo>
                    <a:pt x="888641" y="84599"/>
                  </a:lnTo>
                  <a:cubicBezTo>
                    <a:pt x="914995" y="59230"/>
                    <a:pt x="943977" y="38951"/>
                    <a:pt x="974765" y="24501"/>
                  </a:cubicBezTo>
                  <a:cubicBezTo>
                    <a:pt x="1085848" y="-27961"/>
                    <a:pt x="1144385" y="19821"/>
                    <a:pt x="1146848" y="21956"/>
                  </a:cubicBezTo>
                  <a:cubicBezTo>
                    <a:pt x="1147259" y="22285"/>
                    <a:pt x="1147587" y="22695"/>
                    <a:pt x="1147998" y="23023"/>
                  </a:cubicBezTo>
                  <a:cubicBezTo>
                    <a:pt x="1150050" y="25486"/>
                    <a:pt x="1197915" y="83942"/>
                    <a:pt x="1145452" y="195025"/>
                  </a:cubicBezTo>
                  <a:cubicBezTo>
                    <a:pt x="1131003" y="225649"/>
                    <a:pt x="1110806" y="254630"/>
                    <a:pt x="1085273" y="281231"/>
                  </a:cubicBezTo>
                  <a:lnTo>
                    <a:pt x="612781" y="773344"/>
                  </a:lnTo>
                  <a:cubicBezTo>
                    <a:pt x="551205" y="837547"/>
                    <a:pt x="483144" y="896414"/>
                    <a:pt x="410485" y="948384"/>
                  </a:cubicBezTo>
                  <a:lnTo>
                    <a:pt x="103262" y="1168086"/>
                  </a:lnTo>
                  <a:cubicBezTo>
                    <a:pt x="101621" y="1169236"/>
                    <a:pt x="99649" y="1169810"/>
                    <a:pt x="97761" y="1169810"/>
                  </a:cubicBezTo>
                  <a:close/>
                  <a:moveTo>
                    <a:pt x="89798" y="1139351"/>
                  </a:moveTo>
                  <a:lnTo>
                    <a:pt x="98501" y="1148054"/>
                  </a:lnTo>
                  <a:lnTo>
                    <a:pt x="399237" y="933031"/>
                  </a:lnTo>
                  <a:cubicBezTo>
                    <a:pt x="470911" y="881718"/>
                    <a:pt x="538069" y="823672"/>
                    <a:pt x="598824" y="760290"/>
                  </a:cubicBezTo>
                  <a:lnTo>
                    <a:pt x="1071316" y="268177"/>
                  </a:lnTo>
                  <a:cubicBezTo>
                    <a:pt x="1095371" y="243054"/>
                    <a:pt x="1114501" y="215796"/>
                    <a:pt x="1128047" y="187061"/>
                  </a:cubicBezTo>
                  <a:lnTo>
                    <a:pt x="1128047" y="187061"/>
                  </a:lnTo>
                  <a:cubicBezTo>
                    <a:pt x="1172628" y="92563"/>
                    <a:pt x="1138720" y="42399"/>
                    <a:pt x="1133795" y="35913"/>
                  </a:cubicBezTo>
                  <a:cubicBezTo>
                    <a:pt x="1127390" y="31069"/>
                    <a:pt x="1077227" y="-3085"/>
                    <a:pt x="982564" y="41660"/>
                  </a:cubicBezTo>
                  <a:cubicBezTo>
                    <a:pt x="953664" y="55289"/>
                    <a:pt x="926407" y="74337"/>
                    <a:pt x="901448" y="98310"/>
                  </a:cubicBezTo>
                  <a:lnTo>
                    <a:pt x="409335" y="570801"/>
                  </a:lnTo>
                  <a:cubicBezTo>
                    <a:pt x="345789" y="631802"/>
                    <a:pt x="287661" y="698961"/>
                    <a:pt x="236594" y="770471"/>
                  </a:cubicBezTo>
                  <a:lnTo>
                    <a:pt x="21572" y="1071289"/>
                  </a:lnTo>
                  <a:lnTo>
                    <a:pt x="30274" y="1079992"/>
                  </a:lnTo>
                  <a:lnTo>
                    <a:pt x="59995" y="1043128"/>
                  </a:lnTo>
                  <a:cubicBezTo>
                    <a:pt x="61638" y="1041158"/>
                    <a:pt x="63936" y="1039844"/>
                    <a:pt x="66481" y="1039680"/>
                  </a:cubicBezTo>
                  <a:lnTo>
                    <a:pt x="125266" y="1034344"/>
                  </a:lnTo>
                  <a:cubicBezTo>
                    <a:pt x="128057" y="1034097"/>
                    <a:pt x="130848" y="1035082"/>
                    <a:pt x="132819" y="1037053"/>
                  </a:cubicBezTo>
                  <a:cubicBezTo>
                    <a:pt x="134789" y="1039023"/>
                    <a:pt x="135774" y="1041815"/>
                    <a:pt x="135529" y="1044606"/>
                  </a:cubicBezTo>
                  <a:lnTo>
                    <a:pt x="130110" y="1103473"/>
                  </a:lnTo>
                  <a:cubicBezTo>
                    <a:pt x="129863" y="1106018"/>
                    <a:pt x="128631" y="1108399"/>
                    <a:pt x="126661" y="1109959"/>
                  </a:cubicBezTo>
                  <a:lnTo>
                    <a:pt x="89880" y="113959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1991;p47">
              <a:extLst>
                <a:ext uri="{FF2B5EF4-FFF2-40B4-BE49-F238E27FC236}">
                  <a16:creationId xmlns:a16="http://schemas.microsoft.com/office/drawing/2014/main" id="{4C3A15DB-E36F-BAC0-54DD-E423EEF34FC6}"/>
                </a:ext>
              </a:extLst>
            </p:cNvPr>
            <p:cNvSpPr/>
            <p:nvPr/>
          </p:nvSpPr>
          <p:spPr>
            <a:xfrm>
              <a:off x="-11187262" y="-7251461"/>
              <a:ext cx="410505" cy="238092"/>
            </a:xfrm>
            <a:custGeom>
              <a:avLst/>
              <a:gdLst/>
              <a:ahLst/>
              <a:cxnLst/>
              <a:rect l="l" t="t" r="r" b="b"/>
              <a:pathLst>
                <a:path w="410505" h="238092" extrusionOk="0">
                  <a:moveTo>
                    <a:pt x="297268" y="242653"/>
                  </a:moveTo>
                  <a:cubicBezTo>
                    <a:pt x="295543" y="242653"/>
                    <a:pt x="293820" y="242161"/>
                    <a:pt x="292259" y="241175"/>
                  </a:cubicBezTo>
                  <a:lnTo>
                    <a:pt x="4413" y="59568"/>
                  </a:lnTo>
                  <a:cubicBezTo>
                    <a:pt x="1950" y="58008"/>
                    <a:pt x="391" y="55463"/>
                    <a:pt x="62" y="52672"/>
                  </a:cubicBezTo>
                  <a:cubicBezTo>
                    <a:pt x="-266" y="49798"/>
                    <a:pt x="719" y="47007"/>
                    <a:pt x="2772" y="44954"/>
                  </a:cubicBezTo>
                  <a:lnTo>
                    <a:pt x="44971" y="2754"/>
                  </a:lnTo>
                  <a:cubicBezTo>
                    <a:pt x="47270" y="455"/>
                    <a:pt x="50554" y="-448"/>
                    <a:pt x="53674" y="209"/>
                  </a:cubicBezTo>
                  <a:lnTo>
                    <a:pt x="404820" y="76399"/>
                  </a:lnTo>
                  <a:cubicBezTo>
                    <a:pt x="407940" y="77056"/>
                    <a:pt x="410485" y="79272"/>
                    <a:pt x="411634" y="82228"/>
                  </a:cubicBezTo>
                  <a:cubicBezTo>
                    <a:pt x="412784" y="85184"/>
                    <a:pt x="412373" y="88550"/>
                    <a:pt x="410485" y="91095"/>
                  </a:cubicBezTo>
                  <a:lnTo>
                    <a:pt x="304985" y="238630"/>
                  </a:lnTo>
                  <a:cubicBezTo>
                    <a:pt x="303179" y="241175"/>
                    <a:pt x="300224" y="242571"/>
                    <a:pt x="297268" y="242571"/>
                  </a:cubicBezTo>
                  <a:close/>
                  <a:moveTo>
                    <a:pt x="24528" y="49962"/>
                  </a:moveTo>
                  <a:lnTo>
                    <a:pt x="294805" y="220486"/>
                  </a:lnTo>
                  <a:lnTo>
                    <a:pt x="386840" y="91916"/>
                  </a:lnTo>
                  <a:lnTo>
                    <a:pt x="54741" y="19831"/>
                  </a:lnTo>
                  <a:lnTo>
                    <a:pt x="24528" y="500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9" name="Google Shape;1992;p47">
              <a:extLst>
                <a:ext uri="{FF2B5EF4-FFF2-40B4-BE49-F238E27FC236}">
                  <a16:creationId xmlns:a16="http://schemas.microsoft.com/office/drawing/2014/main" id="{40CF6242-E749-EDE1-9EA8-FC4198E4EF01}"/>
                </a:ext>
              </a:extLst>
            </p:cNvPr>
            <p:cNvGrpSpPr/>
            <p:nvPr/>
          </p:nvGrpSpPr>
          <p:grpSpPr>
            <a:xfrm>
              <a:off x="-10934864" y="-7708593"/>
              <a:ext cx="840596" cy="837057"/>
              <a:chOff x="-2986914" y="-3516593"/>
              <a:chExt cx="840596" cy="837057"/>
            </a:xfrm>
          </p:grpSpPr>
          <p:sp>
            <p:nvSpPr>
              <p:cNvPr id="233" name="Google Shape;1993;p47">
                <a:extLst>
                  <a:ext uri="{FF2B5EF4-FFF2-40B4-BE49-F238E27FC236}">
                    <a16:creationId xmlns:a16="http://schemas.microsoft.com/office/drawing/2014/main" id="{0155E9E4-D5E9-2213-3D37-6E23B510227D}"/>
                  </a:ext>
                </a:extLst>
              </p:cNvPr>
              <p:cNvSpPr/>
              <p:nvPr/>
            </p:nvSpPr>
            <p:spPr>
              <a:xfrm>
                <a:off x="-2195578" y="-2737006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230" y="62397"/>
                    </a:moveTo>
                    <a:cubicBezTo>
                      <a:pt x="16662" y="62397"/>
                      <a:pt x="9930" y="60837"/>
                      <a:pt x="4921" y="55911"/>
                    </a:cubicBezTo>
                    <a:cubicBezTo>
                      <a:pt x="-6901" y="44006"/>
                      <a:pt x="5250" y="18719"/>
                      <a:pt x="13460" y="4680"/>
                    </a:cubicBezTo>
                    <a:cubicBezTo>
                      <a:pt x="15184" y="1724"/>
                      <a:pt x="18303" y="82"/>
                      <a:pt x="21916" y="0"/>
                    </a:cubicBezTo>
                    <a:cubicBezTo>
                      <a:pt x="25365" y="164"/>
                      <a:pt x="28484" y="2135"/>
                      <a:pt x="30044" y="5255"/>
                    </a:cubicBezTo>
                    <a:lnTo>
                      <a:pt x="49667" y="44991"/>
                    </a:lnTo>
                    <a:cubicBezTo>
                      <a:pt x="50816" y="47372"/>
                      <a:pt x="50981" y="50082"/>
                      <a:pt x="49995" y="52545"/>
                    </a:cubicBezTo>
                    <a:cubicBezTo>
                      <a:pt x="49009" y="55008"/>
                      <a:pt x="47121" y="56978"/>
                      <a:pt x="44659" y="57963"/>
                    </a:cubicBezTo>
                    <a:cubicBezTo>
                      <a:pt x="41949" y="59031"/>
                      <a:pt x="32753" y="62397"/>
                      <a:pt x="23148" y="62397"/>
                    </a:cubicBezTo>
                    <a:close/>
                    <a:moveTo>
                      <a:pt x="18879" y="42939"/>
                    </a:moveTo>
                    <a:cubicBezTo>
                      <a:pt x="20438" y="43678"/>
                      <a:pt x="23805" y="43760"/>
                      <a:pt x="27745" y="43103"/>
                    </a:cubicBezTo>
                    <a:lnTo>
                      <a:pt x="21752" y="31034"/>
                    </a:lnTo>
                    <a:cubicBezTo>
                      <a:pt x="19782" y="36289"/>
                      <a:pt x="18632" y="40722"/>
                      <a:pt x="18879" y="429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1994;p47">
                <a:extLst>
                  <a:ext uri="{FF2B5EF4-FFF2-40B4-BE49-F238E27FC236}">
                    <a16:creationId xmlns:a16="http://schemas.microsoft.com/office/drawing/2014/main" id="{70B6CDEE-FDC0-C51A-DBE7-FF264613E6B2}"/>
                  </a:ext>
                </a:extLst>
              </p:cNvPr>
              <p:cNvSpPr/>
              <p:nvPr/>
            </p:nvSpPr>
            <p:spPr>
              <a:xfrm>
                <a:off x="-2252367" y="-2853014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041" y="61412"/>
                    </a:moveTo>
                    <a:cubicBezTo>
                      <a:pt x="16474" y="61412"/>
                      <a:pt x="9823" y="59852"/>
                      <a:pt x="4897" y="55008"/>
                    </a:cubicBezTo>
                    <a:cubicBezTo>
                      <a:pt x="-3642" y="46387"/>
                      <a:pt x="-1014" y="29474"/>
                      <a:pt x="12779" y="4844"/>
                    </a:cubicBezTo>
                    <a:cubicBezTo>
                      <a:pt x="14502" y="1806"/>
                      <a:pt x="17869" y="0"/>
                      <a:pt x="21235" y="0"/>
                    </a:cubicBezTo>
                    <a:cubicBezTo>
                      <a:pt x="24765" y="82"/>
                      <a:pt x="27885" y="2135"/>
                      <a:pt x="29445" y="5255"/>
                    </a:cubicBezTo>
                    <a:lnTo>
                      <a:pt x="48739" y="44334"/>
                    </a:lnTo>
                    <a:cubicBezTo>
                      <a:pt x="49888" y="46715"/>
                      <a:pt x="50053" y="49589"/>
                      <a:pt x="49068" y="52052"/>
                    </a:cubicBezTo>
                    <a:cubicBezTo>
                      <a:pt x="48082" y="54515"/>
                      <a:pt x="46030" y="56486"/>
                      <a:pt x="43484" y="57389"/>
                    </a:cubicBezTo>
                    <a:cubicBezTo>
                      <a:pt x="39051" y="58949"/>
                      <a:pt x="31005" y="61412"/>
                      <a:pt x="22877" y="61412"/>
                    </a:cubicBezTo>
                    <a:close/>
                    <a:moveTo>
                      <a:pt x="18854" y="42036"/>
                    </a:moveTo>
                    <a:cubicBezTo>
                      <a:pt x="20168" y="42610"/>
                      <a:pt x="22959" y="42857"/>
                      <a:pt x="26818" y="42364"/>
                    </a:cubicBezTo>
                    <a:lnTo>
                      <a:pt x="21317" y="31199"/>
                    </a:lnTo>
                    <a:cubicBezTo>
                      <a:pt x="19429" y="36453"/>
                      <a:pt x="18690" y="40229"/>
                      <a:pt x="18854" y="420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1995;p47">
                <a:extLst>
                  <a:ext uri="{FF2B5EF4-FFF2-40B4-BE49-F238E27FC236}">
                    <a16:creationId xmlns:a16="http://schemas.microsoft.com/office/drawing/2014/main" id="{38194127-6504-5142-2E6E-3B405B2380FE}"/>
                  </a:ext>
                </a:extLst>
              </p:cNvPr>
              <p:cNvSpPr/>
              <p:nvPr/>
            </p:nvSpPr>
            <p:spPr>
              <a:xfrm>
                <a:off x="-2313490" y="-2975755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164" y="62397"/>
                    </a:moveTo>
                    <a:cubicBezTo>
                      <a:pt x="16595" y="62397"/>
                      <a:pt x="9863" y="60837"/>
                      <a:pt x="4936" y="55829"/>
                    </a:cubicBezTo>
                    <a:cubicBezTo>
                      <a:pt x="-6886" y="44088"/>
                      <a:pt x="5183" y="18719"/>
                      <a:pt x="13475" y="4680"/>
                    </a:cubicBezTo>
                    <a:cubicBezTo>
                      <a:pt x="15199" y="1724"/>
                      <a:pt x="18648" y="164"/>
                      <a:pt x="21932" y="0"/>
                    </a:cubicBezTo>
                    <a:cubicBezTo>
                      <a:pt x="25379" y="164"/>
                      <a:pt x="28499" y="2134"/>
                      <a:pt x="30060" y="5254"/>
                    </a:cubicBezTo>
                    <a:lnTo>
                      <a:pt x="49682" y="44991"/>
                    </a:lnTo>
                    <a:cubicBezTo>
                      <a:pt x="50832" y="47372"/>
                      <a:pt x="50995" y="50081"/>
                      <a:pt x="50010" y="52545"/>
                    </a:cubicBezTo>
                    <a:cubicBezTo>
                      <a:pt x="49107" y="55008"/>
                      <a:pt x="47136" y="56978"/>
                      <a:pt x="44674" y="57963"/>
                    </a:cubicBezTo>
                    <a:cubicBezTo>
                      <a:pt x="41964" y="59031"/>
                      <a:pt x="32769" y="62397"/>
                      <a:pt x="23164" y="62397"/>
                    </a:cubicBezTo>
                    <a:close/>
                    <a:moveTo>
                      <a:pt x="18812" y="42857"/>
                    </a:moveTo>
                    <a:cubicBezTo>
                      <a:pt x="20371" y="43678"/>
                      <a:pt x="23738" y="43678"/>
                      <a:pt x="27679" y="43103"/>
                    </a:cubicBezTo>
                    <a:lnTo>
                      <a:pt x="21685" y="31034"/>
                    </a:lnTo>
                    <a:cubicBezTo>
                      <a:pt x="19715" y="36289"/>
                      <a:pt x="18565" y="40722"/>
                      <a:pt x="18812" y="42939"/>
                    </a:cubicBezTo>
                    <a:close/>
                    <a:moveTo>
                      <a:pt x="18237" y="42446"/>
                    </a:moveTo>
                    <a:cubicBezTo>
                      <a:pt x="18237" y="42446"/>
                      <a:pt x="18237" y="42446"/>
                      <a:pt x="18237" y="42446"/>
                    </a:cubicBezTo>
                    <a:cubicBezTo>
                      <a:pt x="18237" y="42446"/>
                      <a:pt x="18237" y="42446"/>
                      <a:pt x="18237" y="424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1996;p47">
                <a:extLst>
                  <a:ext uri="{FF2B5EF4-FFF2-40B4-BE49-F238E27FC236}">
                    <a16:creationId xmlns:a16="http://schemas.microsoft.com/office/drawing/2014/main" id="{834935E3-6053-8B4F-FDB4-3306990D089A}"/>
                  </a:ext>
                </a:extLst>
              </p:cNvPr>
              <p:cNvSpPr/>
              <p:nvPr/>
            </p:nvSpPr>
            <p:spPr>
              <a:xfrm>
                <a:off x="-2370450" y="-3091764"/>
                <a:ext cx="49260" cy="57470"/>
              </a:xfrm>
              <a:custGeom>
                <a:avLst/>
                <a:gdLst/>
                <a:ahLst/>
                <a:cxnLst/>
                <a:rect l="l" t="t" r="r" b="b"/>
                <a:pathLst>
                  <a:path w="49260" h="57470" extrusionOk="0">
                    <a:moveTo>
                      <a:pt x="23227" y="61411"/>
                    </a:moveTo>
                    <a:cubicBezTo>
                      <a:pt x="16658" y="61411"/>
                      <a:pt x="9926" y="59852"/>
                      <a:pt x="5000" y="54926"/>
                    </a:cubicBezTo>
                    <a:cubicBezTo>
                      <a:pt x="1881" y="51806"/>
                      <a:pt x="-7808" y="42118"/>
                      <a:pt x="12882" y="4844"/>
                    </a:cubicBezTo>
                    <a:cubicBezTo>
                      <a:pt x="14606" y="1724"/>
                      <a:pt x="17808" y="0"/>
                      <a:pt x="21339" y="0"/>
                    </a:cubicBezTo>
                    <a:cubicBezTo>
                      <a:pt x="24868" y="0"/>
                      <a:pt x="27988" y="2135"/>
                      <a:pt x="29549" y="5254"/>
                    </a:cubicBezTo>
                    <a:lnTo>
                      <a:pt x="48924" y="44417"/>
                    </a:lnTo>
                    <a:cubicBezTo>
                      <a:pt x="50074" y="46797"/>
                      <a:pt x="50238" y="49671"/>
                      <a:pt x="49253" y="52134"/>
                    </a:cubicBezTo>
                    <a:cubicBezTo>
                      <a:pt x="48268" y="54597"/>
                      <a:pt x="46215" y="56567"/>
                      <a:pt x="43670" y="57471"/>
                    </a:cubicBezTo>
                    <a:cubicBezTo>
                      <a:pt x="39236" y="59031"/>
                      <a:pt x="31272" y="61494"/>
                      <a:pt x="23144" y="61494"/>
                    </a:cubicBezTo>
                    <a:close/>
                    <a:moveTo>
                      <a:pt x="18957" y="41953"/>
                    </a:moveTo>
                    <a:cubicBezTo>
                      <a:pt x="20271" y="42610"/>
                      <a:pt x="23144" y="42775"/>
                      <a:pt x="26921" y="42282"/>
                    </a:cubicBezTo>
                    <a:lnTo>
                      <a:pt x="21421" y="31116"/>
                    </a:lnTo>
                    <a:cubicBezTo>
                      <a:pt x="19450" y="36535"/>
                      <a:pt x="18793" y="40147"/>
                      <a:pt x="18957" y="41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1997;p47">
                <a:extLst>
                  <a:ext uri="{FF2B5EF4-FFF2-40B4-BE49-F238E27FC236}">
                    <a16:creationId xmlns:a16="http://schemas.microsoft.com/office/drawing/2014/main" id="{DCA01FB6-B083-F773-5629-E5EF33609D11}"/>
                  </a:ext>
                </a:extLst>
              </p:cNvPr>
              <p:cNvSpPr/>
              <p:nvPr/>
            </p:nvSpPr>
            <p:spPr>
              <a:xfrm>
                <a:off x="-2631170" y="-3340958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19910" y="49853"/>
                    </a:moveTo>
                    <a:cubicBezTo>
                      <a:pt x="14245" y="49853"/>
                      <a:pt x="9812" y="48211"/>
                      <a:pt x="6527" y="44927"/>
                    </a:cubicBezTo>
                    <a:cubicBezTo>
                      <a:pt x="-4474" y="34007"/>
                      <a:pt x="1109" y="14221"/>
                      <a:pt x="4065" y="6175"/>
                    </a:cubicBezTo>
                    <a:cubicBezTo>
                      <a:pt x="4968" y="3630"/>
                      <a:pt x="6938" y="1660"/>
                      <a:pt x="9402" y="674"/>
                    </a:cubicBezTo>
                    <a:cubicBezTo>
                      <a:pt x="11864" y="-311"/>
                      <a:pt x="14655" y="-229"/>
                      <a:pt x="17119" y="1003"/>
                    </a:cubicBezTo>
                    <a:lnTo>
                      <a:pt x="56199" y="20296"/>
                    </a:lnTo>
                    <a:cubicBezTo>
                      <a:pt x="59319" y="21856"/>
                      <a:pt x="61371" y="24976"/>
                      <a:pt x="61454" y="28507"/>
                    </a:cubicBezTo>
                    <a:cubicBezTo>
                      <a:pt x="61536" y="32037"/>
                      <a:pt x="59729" y="35239"/>
                      <a:pt x="56610" y="36963"/>
                    </a:cubicBezTo>
                    <a:cubicBezTo>
                      <a:pt x="41338" y="45501"/>
                      <a:pt x="29105" y="49771"/>
                      <a:pt x="19910" y="49771"/>
                    </a:cubicBezTo>
                    <a:close/>
                    <a:moveTo>
                      <a:pt x="19500" y="31052"/>
                    </a:moveTo>
                    <a:cubicBezTo>
                      <a:pt x="21306" y="31298"/>
                      <a:pt x="25082" y="30477"/>
                      <a:pt x="30255" y="28589"/>
                    </a:cubicBezTo>
                    <a:lnTo>
                      <a:pt x="19171" y="23088"/>
                    </a:lnTo>
                    <a:cubicBezTo>
                      <a:pt x="18678" y="26864"/>
                      <a:pt x="18843" y="29738"/>
                      <a:pt x="19500" y="310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1998;p47">
                <a:extLst>
                  <a:ext uri="{FF2B5EF4-FFF2-40B4-BE49-F238E27FC236}">
                    <a16:creationId xmlns:a16="http://schemas.microsoft.com/office/drawing/2014/main" id="{05313B72-560D-03B4-A061-CA7507B2A7C7}"/>
                  </a:ext>
                </a:extLst>
              </p:cNvPr>
              <p:cNvSpPr/>
              <p:nvPr/>
            </p:nvSpPr>
            <p:spPr>
              <a:xfrm>
                <a:off x="-2748135" y="-3398614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20045" y="50613"/>
                    </a:moveTo>
                    <a:cubicBezTo>
                      <a:pt x="14790" y="50613"/>
                      <a:pt x="10029" y="49217"/>
                      <a:pt x="6498" y="45687"/>
                    </a:cubicBezTo>
                    <a:cubicBezTo>
                      <a:pt x="-5653" y="33536"/>
                      <a:pt x="2640" y="10465"/>
                      <a:pt x="4363" y="5950"/>
                    </a:cubicBezTo>
                    <a:cubicBezTo>
                      <a:pt x="5349" y="3487"/>
                      <a:pt x="7320" y="1516"/>
                      <a:pt x="9782" y="613"/>
                    </a:cubicBezTo>
                    <a:cubicBezTo>
                      <a:pt x="12246" y="-290"/>
                      <a:pt x="14955" y="-208"/>
                      <a:pt x="17336" y="942"/>
                    </a:cubicBezTo>
                    <a:lnTo>
                      <a:pt x="57073" y="20564"/>
                    </a:lnTo>
                    <a:cubicBezTo>
                      <a:pt x="60192" y="22124"/>
                      <a:pt x="62163" y="25243"/>
                      <a:pt x="62327" y="28692"/>
                    </a:cubicBezTo>
                    <a:cubicBezTo>
                      <a:pt x="62492" y="32140"/>
                      <a:pt x="60686" y="35424"/>
                      <a:pt x="57647" y="37148"/>
                    </a:cubicBezTo>
                    <a:cubicBezTo>
                      <a:pt x="47795" y="42977"/>
                      <a:pt x="32442" y="50613"/>
                      <a:pt x="20045" y="50613"/>
                    </a:cubicBezTo>
                    <a:close/>
                    <a:moveTo>
                      <a:pt x="19471" y="31812"/>
                    </a:moveTo>
                    <a:cubicBezTo>
                      <a:pt x="21605" y="32058"/>
                      <a:pt x="26120" y="30908"/>
                      <a:pt x="31375" y="28938"/>
                    </a:cubicBezTo>
                    <a:lnTo>
                      <a:pt x="19306" y="22945"/>
                    </a:lnTo>
                    <a:cubicBezTo>
                      <a:pt x="18731" y="26886"/>
                      <a:pt x="18731" y="30252"/>
                      <a:pt x="19553" y="31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1999;p47">
                <a:extLst>
                  <a:ext uri="{FF2B5EF4-FFF2-40B4-BE49-F238E27FC236}">
                    <a16:creationId xmlns:a16="http://schemas.microsoft.com/office/drawing/2014/main" id="{D2555994-1292-AD1A-5D08-7A3587B4CB07}"/>
                  </a:ext>
                </a:extLst>
              </p:cNvPr>
              <p:cNvSpPr/>
              <p:nvPr/>
            </p:nvSpPr>
            <p:spPr>
              <a:xfrm>
                <a:off x="-2869886" y="-3458937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19959" y="49771"/>
                    </a:moveTo>
                    <a:cubicBezTo>
                      <a:pt x="14293" y="49771"/>
                      <a:pt x="9778" y="48129"/>
                      <a:pt x="6494" y="44845"/>
                    </a:cubicBezTo>
                    <a:cubicBezTo>
                      <a:pt x="-4425" y="33925"/>
                      <a:pt x="1075" y="14139"/>
                      <a:pt x="4031" y="6175"/>
                    </a:cubicBezTo>
                    <a:cubicBezTo>
                      <a:pt x="4934" y="3630"/>
                      <a:pt x="6905" y="1659"/>
                      <a:pt x="9368" y="674"/>
                    </a:cubicBezTo>
                    <a:cubicBezTo>
                      <a:pt x="11831" y="-311"/>
                      <a:pt x="14622" y="-229"/>
                      <a:pt x="17086" y="1003"/>
                    </a:cubicBezTo>
                    <a:lnTo>
                      <a:pt x="56166" y="20296"/>
                    </a:lnTo>
                    <a:cubicBezTo>
                      <a:pt x="59286" y="21856"/>
                      <a:pt x="61338" y="24976"/>
                      <a:pt x="61419" y="28507"/>
                    </a:cubicBezTo>
                    <a:cubicBezTo>
                      <a:pt x="61501" y="32037"/>
                      <a:pt x="59695" y="35239"/>
                      <a:pt x="56576" y="36963"/>
                    </a:cubicBezTo>
                    <a:cubicBezTo>
                      <a:pt x="41387" y="45501"/>
                      <a:pt x="29154" y="49771"/>
                      <a:pt x="19959" y="49771"/>
                    </a:cubicBezTo>
                    <a:close/>
                    <a:moveTo>
                      <a:pt x="19466" y="30969"/>
                    </a:moveTo>
                    <a:cubicBezTo>
                      <a:pt x="21191" y="31134"/>
                      <a:pt x="25049" y="30395"/>
                      <a:pt x="30222" y="28507"/>
                    </a:cubicBezTo>
                    <a:lnTo>
                      <a:pt x="19138" y="23006"/>
                    </a:lnTo>
                    <a:cubicBezTo>
                      <a:pt x="18645" y="26782"/>
                      <a:pt x="18809" y="29574"/>
                      <a:pt x="19466" y="309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000;p47">
                <a:extLst>
                  <a:ext uri="{FF2B5EF4-FFF2-40B4-BE49-F238E27FC236}">
                    <a16:creationId xmlns:a16="http://schemas.microsoft.com/office/drawing/2014/main" id="{FA44E2C8-AD56-246C-671D-EACADF6189D2}"/>
                  </a:ext>
                </a:extLst>
              </p:cNvPr>
              <p:cNvSpPr/>
              <p:nvPr/>
            </p:nvSpPr>
            <p:spPr>
              <a:xfrm>
                <a:off x="-2986914" y="-3516593"/>
                <a:ext cx="57470" cy="49260"/>
              </a:xfrm>
              <a:custGeom>
                <a:avLst/>
                <a:gdLst/>
                <a:ahLst/>
                <a:cxnLst/>
                <a:rect l="l" t="t" r="r" b="b"/>
                <a:pathLst>
                  <a:path w="57470" h="49260" extrusionOk="0">
                    <a:moveTo>
                      <a:pt x="20075" y="50613"/>
                    </a:moveTo>
                    <a:cubicBezTo>
                      <a:pt x="14738" y="50613"/>
                      <a:pt x="10059" y="49217"/>
                      <a:pt x="6528" y="45687"/>
                    </a:cubicBezTo>
                    <a:cubicBezTo>
                      <a:pt x="-5705" y="33454"/>
                      <a:pt x="2669" y="10465"/>
                      <a:pt x="4475" y="5950"/>
                    </a:cubicBezTo>
                    <a:cubicBezTo>
                      <a:pt x="5461" y="3487"/>
                      <a:pt x="7431" y="1598"/>
                      <a:pt x="9894" y="613"/>
                    </a:cubicBezTo>
                    <a:cubicBezTo>
                      <a:pt x="12357" y="-290"/>
                      <a:pt x="15067" y="-208"/>
                      <a:pt x="17447" y="942"/>
                    </a:cubicBezTo>
                    <a:lnTo>
                      <a:pt x="57102" y="20564"/>
                    </a:lnTo>
                    <a:cubicBezTo>
                      <a:pt x="60222" y="22124"/>
                      <a:pt x="62193" y="25243"/>
                      <a:pt x="62357" y="28692"/>
                    </a:cubicBezTo>
                    <a:cubicBezTo>
                      <a:pt x="62520" y="32140"/>
                      <a:pt x="60714" y="35424"/>
                      <a:pt x="57677" y="37148"/>
                    </a:cubicBezTo>
                    <a:cubicBezTo>
                      <a:pt x="47825" y="42977"/>
                      <a:pt x="32472" y="50613"/>
                      <a:pt x="20157" y="50613"/>
                    </a:cubicBezTo>
                    <a:close/>
                    <a:moveTo>
                      <a:pt x="19500" y="31812"/>
                    </a:moveTo>
                    <a:cubicBezTo>
                      <a:pt x="21716" y="31976"/>
                      <a:pt x="26150" y="30908"/>
                      <a:pt x="31323" y="28938"/>
                    </a:cubicBezTo>
                    <a:lnTo>
                      <a:pt x="19254" y="22945"/>
                    </a:lnTo>
                    <a:cubicBezTo>
                      <a:pt x="18679" y="26886"/>
                      <a:pt x="18679" y="30252"/>
                      <a:pt x="19500" y="31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0" name="Google Shape;2001;p47">
              <a:extLst>
                <a:ext uri="{FF2B5EF4-FFF2-40B4-BE49-F238E27FC236}">
                  <a16:creationId xmlns:a16="http://schemas.microsoft.com/office/drawing/2014/main" id="{12A22C9E-D97C-3F0B-C552-89DB422CF196}"/>
                </a:ext>
              </a:extLst>
            </p:cNvPr>
            <p:cNvSpPr/>
            <p:nvPr/>
          </p:nvSpPr>
          <p:spPr>
            <a:xfrm>
              <a:off x="-10444300" y="-7893449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002;p47">
              <a:extLst>
                <a:ext uri="{FF2B5EF4-FFF2-40B4-BE49-F238E27FC236}">
                  <a16:creationId xmlns:a16="http://schemas.microsoft.com/office/drawing/2014/main" id="{2E72CDE6-18EA-054D-E1B6-618BD669F14C}"/>
                </a:ext>
              </a:extLst>
            </p:cNvPr>
            <p:cNvSpPr/>
            <p:nvPr/>
          </p:nvSpPr>
          <p:spPr>
            <a:xfrm>
              <a:off x="-9950512" y="-7399062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003;p47">
              <a:extLst>
                <a:ext uri="{FF2B5EF4-FFF2-40B4-BE49-F238E27FC236}">
                  <a16:creationId xmlns:a16="http://schemas.microsoft.com/office/drawing/2014/main" id="{08229EEE-5FEB-0628-73BC-AAFCB9D49B2F}"/>
                </a:ext>
              </a:extLst>
            </p:cNvPr>
            <p:cNvSpPr/>
            <p:nvPr/>
          </p:nvSpPr>
          <p:spPr>
            <a:xfrm>
              <a:off x="-9890375" y="-7118912"/>
              <a:ext cx="41502" cy="41378"/>
            </a:xfrm>
            <a:custGeom>
              <a:avLst/>
              <a:gdLst/>
              <a:ahLst/>
              <a:cxnLst/>
              <a:rect l="l" t="t" r="r" b="b"/>
              <a:pathLst>
                <a:path w="49260" h="49260" extrusionOk="0">
                  <a:moveTo>
                    <a:pt x="33289" y="21191"/>
                  </a:moveTo>
                  <a:cubicBezTo>
                    <a:pt x="47903" y="35805"/>
                    <a:pt x="57180" y="50418"/>
                    <a:pt x="53814" y="53785"/>
                  </a:cubicBezTo>
                  <a:cubicBezTo>
                    <a:pt x="50530" y="57069"/>
                    <a:pt x="35916" y="47955"/>
                    <a:pt x="21220" y="33259"/>
                  </a:cubicBezTo>
                  <a:cubicBezTo>
                    <a:pt x="6524" y="18645"/>
                    <a:pt x="-2672" y="4031"/>
                    <a:pt x="695" y="665"/>
                  </a:cubicBezTo>
                  <a:cubicBezTo>
                    <a:pt x="3979" y="-2619"/>
                    <a:pt x="18593" y="6577"/>
                    <a:pt x="33289" y="211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D46E91C-C176-D25E-1725-B4F76AA3776C}"/>
              </a:ext>
            </a:extLst>
          </p:cNvPr>
          <p:cNvGrpSpPr/>
          <p:nvPr/>
        </p:nvGrpSpPr>
        <p:grpSpPr>
          <a:xfrm>
            <a:off x="6231035" y="2247249"/>
            <a:ext cx="5587097" cy="3491839"/>
            <a:chOff x="6200962" y="1810238"/>
            <a:chExt cx="5587097" cy="3491839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173029D-F9D8-BB04-FEBD-A0F556F3B24B}"/>
                </a:ext>
              </a:extLst>
            </p:cNvPr>
            <p:cNvSpPr/>
            <p:nvPr/>
          </p:nvSpPr>
          <p:spPr>
            <a:xfrm>
              <a:off x="6200962" y="1810238"/>
              <a:ext cx="5587097" cy="3491839"/>
            </a:xfrm>
            <a:prstGeom prst="roundRect">
              <a:avLst>
                <a:gd name="adj" fmla="val 18328"/>
              </a:avLst>
            </a:prstGeom>
            <a:solidFill>
              <a:srgbClr val="AEF8CF">
                <a:alpha val="50000"/>
              </a:srgbClr>
            </a:solidFill>
            <a:ln>
              <a:gradFill>
                <a:gsLst>
                  <a:gs pos="35000">
                    <a:schemeClr val="accent3">
                      <a:lumMod val="40000"/>
                      <a:lumOff val="60000"/>
                    </a:schemeClr>
                  </a:gs>
                  <a:gs pos="10000">
                    <a:schemeClr val="accent6">
                      <a:lumMod val="20000"/>
                      <a:lumOff val="80000"/>
                    </a:schemeClr>
                  </a:gs>
                  <a:gs pos="66000">
                    <a:schemeClr val="accent6">
                      <a:lumMod val="60000"/>
                      <a:lumOff val="40000"/>
                    </a:schemeClr>
                  </a:gs>
                  <a:gs pos="89000">
                    <a:schemeClr val="accent3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73CD544-8A9B-4B79-524A-3FBF1E26AAF0}"/>
                </a:ext>
              </a:extLst>
            </p:cNvPr>
            <p:cNvSpPr txBox="1"/>
            <p:nvPr/>
          </p:nvSpPr>
          <p:spPr>
            <a:xfrm>
              <a:off x="6840248" y="2089777"/>
              <a:ext cx="4038015" cy="15750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3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HackTues</a:t>
              </a:r>
              <a:r>
                <a:rPr lang="bg-BG" sz="3200" dirty="0">
                  <a:latin typeface="Bahnschrift SemiBold SemiConden" panose="020B0502040204020203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ни позволи да преживеем:</a:t>
              </a:r>
            </a:p>
            <a:p>
              <a:pPr>
                <a:lnSpc>
                  <a:spcPct val="115000"/>
                </a:lnSpc>
              </a:pPr>
              <a:endParaRPr lang="en-US" sz="22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8FD9578B-9194-9E4C-A19B-A5B4B4C64ECD}"/>
              </a:ext>
            </a:extLst>
          </p:cNvPr>
          <p:cNvSpPr txBox="1"/>
          <p:nvPr/>
        </p:nvSpPr>
        <p:spPr>
          <a:xfrm>
            <a:off x="6527293" y="4903069"/>
            <a:ext cx="4994579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endParaRPr lang="bg-BG" sz="2200" dirty="0">
              <a:latin typeface="Bahnschrift SemiBold SemiConden" panose="020B0502040204020203" pitchFamily="34" charset="0"/>
              <a:ea typeface="ADLaM Display"/>
              <a:cs typeface="ADLaM Display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9F088B-D32D-6561-E5EE-8CB369ECFF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72" y="2309821"/>
            <a:ext cx="775719" cy="82921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DD6346C-0BCD-29E0-DF81-179B35558E68}"/>
              </a:ext>
            </a:extLst>
          </p:cNvPr>
          <p:cNvSpPr txBox="1"/>
          <p:nvPr/>
        </p:nvSpPr>
        <p:spPr>
          <a:xfrm>
            <a:off x="36179" y="-1954484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RESULT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AB1D52-FAF0-91D8-621E-9345959CD323}"/>
              </a:ext>
            </a:extLst>
          </p:cNvPr>
          <p:cNvSpPr txBox="1"/>
          <p:nvPr/>
        </p:nvSpPr>
        <p:spPr>
          <a:xfrm>
            <a:off x="0" y="-2924307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PROBLEM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51BA81-F501-4DDC-4459-E3249F818133}"/>
              </a:ext>
            </a:extLst>
          </p:cNvPr>
          <p:cNvSpPr txBox="1"/>
          <p:nvPr/>
        </p:nvSpPr>
        <p:spPr>
          <a:xfrm>
            <a:off x="36179" y="-27422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SOLUTION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2C2FE8-CB77-6FF6-7E65-2A5D48B17E6E}"/>
              </a:ext>
            </a:extLst>
          </p:cNvPr>
          <p:cNvSpPr txBox="1"/>
          <p:nvPr/>
        </p:nvSpPr>
        <p:spPr>
          <a:xfrm>
            <a:off x="45361" y="1949409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DEMO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DC9AF3-D8F2-34C0-88A8-94CD4217510D}"/>
              </a:ext>
            </a:extLst>
          </p:cNvPr>
          <p:cNvSpPr txBox="1"/>
          <p:nvPr/>
        </p:nvSpPr>
        <p:spPr>
          <a:xfrm>
            <a:off x="59826" y="1001218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EXECUTION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142493-BD9F-4F5B-B100-ED2DACC34E39}"/>
              </a:ext>
            </a:extLst>
          </p:cNvPr>
          <p:cNvSpPr txBox="1"/>
          <p:nvPr/>
        </p:nvSpPr>
        <p:spPr>
          <a:xfrm>
            <a:off x="36179" y="-990953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IDEA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AB9D0F-CBEC-7480-A0B7-CCB93D44FF3B}"/>
              </a:ext>
            </a:extLst>
          </p:cNvPr>
          <p:cNvSpPr txBox="1"/>
          <p:nvPr/>
        </p:nvSpPr>
        <p:spPr>
          <a:xfrm>
            <a:off x="1016541" y="3026074"/>
            <a:ext cx="5587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EXPRIRIENCE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961FEF-FB39-C309-1B48-D6C6BF5C17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16425">
            <a:off x="13214459" y="6080728"/>
            <a:ext cx="4024472" cy="18714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D8FB98-4098-AE7B-F050-783B90ECCC22}"/>
              </a:ext>
            </a:extLst>
          </p:cNvPr>
          <p:cNvSpPr txBox="1"/>
          <p:nvPr/>
        </p:nvSpPr>
        <p:spPr>
          <a:xfrm>
            <a:off x="7028206" y="3731253"/>
            <a:ext cx="3992751" cy="1442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4881"/>
              </a:lnSpc>
              <a:buFont typeface="Arial" panose="020B0604020202020204" pitchFamily="34" charset="0"/>
              <a:buChar char="•"/>
            </a:pPr>
            <a:r>
              <a:rPr lang="bg-BG" sz="24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1ви ден – Креативност</a:t>
            </a:r>
          </a:p>
          <a:p>
            <a:pPr marL="342900" indent="-342900">
              <a:lnSpc>
                <a:spcPct val="124881"/>
              </a:lnSpc>
              <a:buFont typeface="Arial" panose="020B0604020202020204" pitchFamily="34" charset="0"/>
              <a:buChar char="•"/>
            </a:pPr>
            <a:r>
              <a:rPr lang="bg-BG" sz="24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2ри ден –  </a:t>
            </a:r>
          </a:p>
          <a:p>
            <a:pPr marL="342900" indent="-342900">
              <a:lnSpc>
                <a:spcPct val="124881"/>
              </a:lnSpc>
              <a:buFont typeface="Arial" panose="020B0604020202020204" pitchFamily="34" charset="0"/>
              <a:buChar char="•"/>
            </a:pPr>
            <a:r>
              <a:rPr lang="bg-BG" sz="2400" dirty="0">
                <a:latin typeface="Bahnschrift SemiBold SemiConden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3ти ден - Усъвършенстване 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F6A8B4-7E93-812D-2EBB-C645534312FD}"/>
              </a:ext>
            </a:extLst>
          </p:cNvPr>
          <p:cNvGrpSpPr/>
          <p:nvPr/>
        </p:nvGrpSpPr>
        <p:grpSpPr>
          <a:xfrm>
            <a:off x="3024554" y="4796733"/>
            <a:ext cx="2389328" cy="1551999"/>
            <a:chOff x="643911" y="1528411"/>
            <a:chExt cx="3220959" cy="2629664"/>
          </a:xfrm>
        </p:grpSpPr>
        <p:grpSp>
          <p:nvGrpSpPr>
            <p:cNvPr id="12" name="Google Shape;1470;p45">
              <a:extLst>
                <a:ext uri="{FF2B5EF4-FFF2-40B4-BE49-F238E27FC236}">
                  <a16:creationId xmlns:a16="http://schemas.microsoft.com/office/drawing/2014/main" id="{32721191-9B06-675D-628A-DF27A7C40947}"/>
                </a:ext>
              </a:extLst>
            </p:cNvPr>
            <p:cNvGrpSpPr/>
            <p:nvPr/>
          </p:nvGrpSpPr>
          <p:grpSpPr>
            <a:xfrm>
              <a:off x="1190633" y="1528411"/>
              <a:ext cx="971633" cy="682171"/>
              <a:chOff x="-5157941" y="2849728"/>
              <a:chExt cx="1453235" cy="1020297"/>
            </a:xfrm>
          </p:grpSpPr>
          <p:sp>
            <p:nvSpPr>
              <p:cNvPr id="65" name="Google Shape;1471;p45">
                <a:extLst>
                  <a:ext uri="{FF2B5EF4-FFF2-40B4-BE49-F238E27FC236}">
                    <a16:creationId xmlns:a16="http://schemas.microsoft.com/office/drawing/2014/main" id="{BA4C0B4F-1F3C-CE21-FC41-EC3D8C0B70B6}"/>
                  </a:ext>
                </a:extLst>
              </p:cNvPr>
              <p:cNvSpPr/>
              <p:nvPr/>
            </p:nvSpPr>
            <p:spPr>
              <a:xfrm>
                <a:off x="-3989013" y="3586677"/>
                <a:ext cx="1047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3350" extrusionOk="0">
                    <a:moveTo>
                      <a:pt x="108204" y="54102"/>
                    </a:moveTo>
                    <a:lnTo>
                      <a:pt x="108204" y="88773"/>
                    </a:lnTo>
                    <a:cubicBezTo>
                      <a:pt x="108204" y="105728"/>
                      <a:pt x="100393" y="120777"/>
                      <a:pt x="88202" y="130683"/>
                    </a:cubicBezTo>
                    <a:cubicBezTo>
                      <a:pt x="78867" y="138303"/>
                      <a:pt x="66961" y="142780"/>
                      <a:pt x="54102" y="142780"/>
                    </a:cubicBezTo>
                    <a:cubicBezTo>
                      <a:pt x="41243" y="142780"/>
                      <a:pt x="29337" y="138208"/>
                      <a:pt x="20002" y="130683"/>
                    </a:cubicBezTo>
                    <a:cubicBezTo>
                      <a:pt x="7906" y="120777"/>
                      <a:pt x="0" y="105632"/>
                      <a:pt x="0" y="88773"/>
                    </a:cubicBezTo>
                    <a:lnTo>
                      <a:pt x="0" y="54102"/>
                    </a:lnTo>
                    <a:cubicBezTo>
                      <a:pt x="0" y="37147"/>
                      <a:pt x="7811" y="22098"/>
                      <a:pt x="20002" y="12097"/>
                    </a:cubicBezTo>
                    <a:cubicBezTo>
                      <a:pt x="29337" y="4477"/>
                      <a:pt x="41243" y="0"/>
                      <a:pt x="54102" y="0"/>
                    </a:cubicBezTo>
                    <a:cubicBezTo>
                      <a:pt x="66961" y="0"/>
                      <a:pt x="78486" y="4286"/>
                      <a:pt x="88202" y="12192"/>
                    </a:cubicBezTo>
                    <a:cubicBezTo>
                      <a:pt x="89535" y="13335"/>
                      <a:pt x="91059" y="14573"/>
                      <a:pt x="92297" y="15907"/>
                    </a:cubicBezTo>
                    <a:cubicBezTo>
                      <a:pt x="102489" y="26098"/>
                      <a:pt x="108204" y="39719"/>
                      <a:pt x="108204" y="54102"/>
                    </a:cubicBezTo>
                    <a:close/>
                    <a:moveTo>
                      <a:pt x="86296" y="88773"/>
                    </a:moveTo>
                    <a:lnTo>
                      <a:pt x="86296" y="54102"/>
                    </a:lnTo>
                    <a:cubicBezTo>
                      <a:pt x="86296" y="45529"/>
                      <a:pt x="82963" y="37433"/>
                      <a:pt x="76867" y="31337"/>
                    </a:cubicBezTo>
                    <a:cubicBezTo>
                      <a:pt x="73438" y="27908"/>
                      <a:pt x="69437" y="25432"/>
                      <a:pt x="65056" y="23813"/>
                    </a:cubicBezTo>
                    <a:lnTo>
                      <a:pt x="65056" y="11430"/>
                    </a:lnTo>
                    <a:cubicBezTo>
                      <a:pt x="65056" y="6382"/>
                      <a:pt x="60198" y="2477"/>
                      <a:pt x="54102" y="2477"/>
                    </a:cubicBezTo>
                    <a:cubicBezTo>
                      <a:pt x="48006" y="2477"/>
                      <a:pt x="43149" y="6477"/>
                      <a:pt x="43149" y="11430"/>
                    </a:cubicBezTo>
                    <a:lnTo>
                      <a:pt x="43149" y="23813"/>
                    </a:lnTo>
                    <a:cubicBezTo>
                      <a:pt x="30766" y="28289"/>
                      <a:pt x="21907" y="40196"/>
                      <a:pt x="21907" y="54102"/>
                    </a:cubicBezTo>
                    <a:lnTo>
                      <a:pt x="21907" y="88773"/>
                    </a:lnTo>
                    <a:cubicBezTo>
                      <a:pt x="21907" y="106489"/>
                      <a:pt x="36290" y="120968"/>
                      <a:pt x="54007" y="120968"/>
                    </a:cubicBezTo>
                    <a:cubicBezTo>
                      <a:pt x="71724" y="120968"/>
                      <a:pt x="86106" y="106489"/>
                      <a:pt x="86106" y="887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1472;p45">
                <a:extLst>
                  <a:ext uri="{FF2B5EF4-FFF2-40B4-BE49-F238E27FC236}">
                    <a16:creationId xmlns:a16="http://schemas.microsoft.com/office/drawing/2014/main" id="{26C0E5F5-710F-3276-2E4D-B90797868422}"/>
                  </a:ext>
                </a:extLst>
              </p:cNvPr>
              <p:cNvSpPr/>
              <p:nvPr/>
            </p:nvSpPr>
            <p:spPr>
              <a:xfrm>
                <a:off x="-3945864" y="3589248"/>
                <a:ext cx="190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76200" extrusionOk="0">
                    <a:moveTo>
                      <a:pt x="21907" y="21336"/>
                    </a:moveTo>
                    <a:lnTo>
                      <a:pt x="21907" y="73819"/>
                    </a:lnTo>
                    <a:cubicBezTo>
                      <a:pt x="21907" y="78772"/>
                      <a:pt x="17050" y="82677"/>
                      <a:pt x="10953" y="82677"/>
                    </a:cubicBezTo>
                    <a:cubicBezTo>
                      <a:pt x="4857" y="82677"/>
                      <a:pt x="0" y="78677"/>
                      <a:pt x="0" y="73819"/>
                    </a:cubicBezTo>
                    <a:lnTo>
                      <a:pt x="0" y="8954"/>
                    </a:lnTo>
                    <a:cubicBezTo>
                      <a:pt x="0" y="3905"/>
                      <a:pt x="4857" y="0"/>
                      <a:pt x="10953" y="0"/>
                    </a:cubicBezTo>
                    <a:cubicBezTo>
                      <a:pt x="17050" y="0"/>
                      <a:pt x="21907" y="4001"/>
                      <a:pt x="21907" y="8954"/>
                    </a:cubicBezTo>
                    <a:lnTo>
                      <a:pt x="21907" y="213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1473;p45">
                <a:extLst>
                  <a:ext uri="{FF2B5EF4-FFF2-40B4-BE49-F238E27FC236}">
                    <a16:creationId xmlns:a16="http://schemas.microsoft.com/office/drawing/2014/main" id="{9665F4A4-3F48-A532-2C39-0A7F6FC5BC1E}"/>
                  </a:ext>
                </a:extLst>
              </p:cNvPr>
              <p:cNvSpPr/>
              <p:nvPr/>
            </p:nvSpPr>
            <p:spPr>
              <a:xfrm>
                <a:off x="-4977327" y="3585438"/>
                <a:ext cx="1047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3350" extrusionOk="0">
                    <a:moveTo>
                      <a:pt x="108204" y="54102"/>
                    </a:moveTo>
                    <a:lnTo>
                      <a:pt x="108204" y="88773"/>
                    </a:lnTo>
                    <a:cubicBezTo>
                      <a:pt x="108204" y="105728"/>
                      <a:pt x="100394" y="120777"/>
                      <a:pt x="88202" y="130683"/>
                    </a:cubicBezTo>
                    <a:cubicBezTo>
                      <a:pt x="78867" y="138303"/>
                      <a:pt x="66961" y="142780"/>
                      <a:pt x="54102" y="142780"/>
                    </a:cubicBezTo>
                    <a:cubicBezTo>
                      <a:pt x="41243" y="142780"/>
                      <a:pt x="29337" y="138208"/>
                      <a:pt x="20003" y="130683"/>
                    </a:cubicBezTo>
                    <a:cubicBezTo>
                      <a:pt x="7906" y="120777"/>
                      <a:pt x="0" y="105632"/>
                      <a:pt x="0" y="88773"/>
                    </a:cubicBezTo>
                    <a:lnTo>
                      <a:pt x="0" y="54102"/>
                    </a:lnTo>
                    <a:cubicBezTo>
                      <a:pt x="0" y="37147"/>
                      <a:pt x="7811" y="22098"/>
                      <a:pt x="20003" y="12097"/>
                    </a:cubicBezTo>
                    <a:cubicBezTo>
                      <a:pt x="29337" y="4477"/>
                      <a:pt x="41243" y="0"/>
                      <a:pt x="54102" y="0"/>
                    </a:cubicBezTo>
                    <a:cubicBezTo>
                      <a:pt x="66961" y="0"/>
                      <a:pt x="78486" y="4286"/>
                      <a:pt x="88202" y="12192"/>
                    </a:cubicBezTo>
                    <a:cubicBezTo>
                      <a:pt x="89535" y="13335"/>
                      <a:pt x="91059" y="14573"/>
                      <a:pt x="92297" y="15907"/>
                    </a:cubicBezTo>
                    <a:cubicBezTo>
                      <a:pt x="102489" y="26098"/>
                      <a:pt x="108204" y="39719"/>
                      <a:pt x="108204" y="54102"/>
                    </a:cubicBezTo>
                    <a:close/>
                    <a:moveTo>
                      <a:pt x="86296" y="88773"/>
                    </a:moveTo>
                    <a:lnTo>
                      <a:pt x="86296" y="54102"/>
                    </a:lnTo>
                    <a:cubicBezTo>
                      <a:pt x="86296" y="45529"/>
                      <a:pt x="82963" y="37433"/>
                      <a:pt x="76867" y="31337"/>
                    </a:cubicBezTo>
                    <a:cubicBezTo>
                      <a:pt x="73438" y="27908"/>
                      <a:pt x="69438" y="25337"/>
                      <a:pt x="65056" y="23813"/>
                    </a:cubicBezTo>
                    <a:lnTo>
                      <a:pt x="65056" y="11335"/>
                    </a:lnTo>
                    <a:cubicBezTo>
                      <a:pt x="65056" y="6382"/>
                      <a:pt x="60198" y="2477"/>
                      <a:pt x="54102" y="2477"/>
                    </a:cubicBezTo>
                    <a:cubicBezTo>
                      <a:pt x="48006" y="2477"/>
                      <a:pt x="43149" y="6477"/>
                      <a:pt x="43149" y="11335"/>
                    </a:cubicBezTo>
                    <a:lnTo>
                      <a:pt x="43149" y="23813"/>
                    </a:lnTo>
                    <a:cubicBezTo>
                      <a:pt x="30766" y="28289"/>
                      <a:pt x="21907" y="40196"/>
                      <a:pt x="21907" y="54102"/>
                    </a:cubicBezTo>
                    <a:lnTo>
                      <a:pt x="21907" y="88773"/>
                    </a:lnTo>
                    <a:cubicBezTo>
                      <a:pt x="21907" y="106489"/>
                      <a:pt x="36290" y="120968"/>
                      <a:pt x="54007" y="120968"/>
                    </a:cubicBezTo>
                    <a:cubicBezTo>
                      <a:pt x="71724" y="120968"/>
                      <a:pt x="86106" y="106489"/>
                      <a:pt x="86106" y="887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1474;p45">
                <a:extLst>
                  <a:ext uri="{FF2B5EF4-FFF2-40B4-BE49-F238E27FC236}">
                    <a16:creationId xmlns:a16="http://schemas.microsoft.com/office/drawing/2014/main" id="{C0E7EE33-62C8-37A7-5E14-C97B2F1B5FB3}"/>
                  </a:ext>
                </a:extLst>
              </p:cNvPr>
              <p:cNvSpPr/>
              <p:nvPr/>
            </p:nvSpPr>
            <p:spPr>
              <a:xfrm>
                <a:off x="-4934179" y="3588010"/>
                <a:ext cx="190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76200" extrusionOk="0">
                    <a:moveTo>
                      <a:pt x="21907" y="21241"/>
                    </a:moveTo>
                    <a:lnTo>
                      <a:pt x="21907" y="73724"/>
                    </a:lnTo>
                    <a:cubicBezTo>
                      <a:pt x="21907" y="78677"/>
                      <a:pt x="17050" y="82582"/>
                      <a:pt x="10953" y="82582"/>
                    </a:cubicBezTo>
                    <a:cubicBezTo>
                      <a:pt x="4858" y="82582"/>
                      <a:pt x="0" y="78581"/>
                      <a:pt x="0" y="73724"/>
                    </a:cubicBezTo>
                    <a:lnTo>
                      <a:pt x="0" y="8858"/>
                    </a:lnTo>
                    <a:cubicBezTo>
                      <a:pt x="0" y="3905"/>
                      <a:pt x="4858" y="0"/>
                      <a:pt x="10953" y="0"/>
                    </a:cubicBezTo>
                    <a:cubicBezTo>
                      <a:pt x="17050" y="0"/>
                      <a:pt x="21907" y="4001"/>
                      <a:pt x="21907" y="8858"/>
                    </a:cubicBezTo>
                    <a:lnTo>
                      <a:pt x="21907" y="213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1475;p45">
                <a:extLst>
                  <a:ext uri="{FF2B5EF4-FFF2-40B4-BE49-F238E27FC236}">
                    <a16:creationId xmlns:a16="http://schemas.microsoft.com/office/drawing/2014/main" id="{E1DD407C-A638-7B35-A268-A29637BAEA43}"/>
                  </a:ext>
                </a:extLst>
              </p:cNvPr>
              <p:cNvSpPr/>
              <p:nvPr/>
            </p:nvSpPr>
            <p:spPr>
              <a:xfrm>
                <a:off x="-5152506" y="3246729"/>
                <a:ext cx="14478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47800" h="142875" extrusionOk="0">
                    <a:moveTo>
                      <a:pt x="2110" y="120777"/>
                    </a:moveTo>
                    <a:cubicBezTo>
                      <a:pt x="-1129" y="111157"/>
                      <a:pt x="-843" y="100203"/>
                      <a:pt x="4396" y="90011"/>
                    </a:cubicBezTo>
                    <a:lnTo>
                      <a:pt x="38781" y="21907"/>
                    </a:lnTo>
                    <a:cubicBezTo>
                      <a:pt x="45544" y="8477"/>
                      <a:pt x="59545" y="0"/>
                      <a:pt x="74595" y="0"/>
                    </a:cubicBezTo>
                    <a:lnTo>
                      <a:pt x="1373615" y="0"/>
                    </a:lnTo>
                    <a:cubicBezTo>
                      <a:pt x="1388664" y="0"/>
                      <a:pt x="1402476" y="8477"/>
                      <a:pt x="1409333" y="21907"/>
                    </a:cubicBezTo>
                    <a:lnTo>
                      <a:pt x="1443814" y="90011"/>
                    </a:lnTo>
                    <a:cubicBezTo>
                      <a:pt x="1448957" y="100203"/>
                      <a:pt x="1449338" y="111157"/>
                      <a:pt x="1446100" y="120682"/>
                    </a:cubicBezTo>
                    <a:cubicBezTo>
                      <a:pt x="1440956" y="136207"/>
                      <a:pt x="1426478" y="148209"/>
                      <a:pt x="1408000" y="148209"/>
                    </a:cubicBezTo>
                    <a:lnTo>
                      <a:pt x="40305" y="148209"/>
                    </a:lnTo>
                    <a:cubicBezTo>
                      <a:pt x="21827" y="148209"/>
                      <a:pt x="7444" y="136207"/>
                      <a:pt x="2301" y="1207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1476;p45">
                <a:extLst>
                  <a:ext uri="{FF2B5EF4-FFF2-40B4-BE49-F238E27FC236}">
                    <a16:creationId xmlns:a16="http://schemas.microsoft.com/office/drawing/2014/main" id="{F84BA759-9989-778C-E69B-EFD79DE78CD9}"/>
                  </a:ext>
                </a:extLst>
              </p:cNvPr>
              <p:cNvSpPr/>
              <p:nvPr/>
            </p:nvSpPr>
            <p:spPr>
              <a:xfrm>
                <a:off x="-3900811" y="3513810"/>
                <a:ext cx="190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342900" extrusionOk="0">
                    <a:moveTo>
                      <a:pt x="194310" y="0"/>
                    </a:moveTo>
                    <a:lnTo>
                      <a:pt x="194310" y="267748"/>
                    </a:lnTo>
                    <a:cubicBezTo>
                      <a:pt x="194310" y="312991"/>
                      <a:pt x="157639" y="349758"/>
                      <a:pt x="112395" y="349758"/>
                    </a:cubicBezTo>
                    <a:lnTo>
                      <a:pt x="0" y="349758"/>
                    </a:lnTo>
                    <a:lnTo>
                      <a:pt x="0" y="203549"/>
                    </a:lnTo>
                    <a:cubicBezTo>
                      <a:pt x="12097" y="193643"/>
                      <a:pt x="20002" y="178498"/>
                      <a:pt x="20002" y="161639"/>
                    </a:cubicBezTo>
                    <a:lnTo>
                      <a:pt x="20002" y="126968"/>
                    </a:lnTo>
                    <a:cubicBezTo>
                      <a:pt x="20002" y="112586"/>
                      <a:pt x="14383" y="98965"/>
                      <a:pt x="4096" y="88773"/>
                    </a:cubicBezTo>
                    <a:cubicBezTo>
                      <a:pt x="2762" y="87439"/>
                      <a:pt x="1334" y="86201"/>
                      <a:pt x="0" y="85058"/>
                    </a:cubicBezTo>
                    <a:lnTo>
                      <a:pt x="0" y="27622"/>
                    </a:lnTo>
                    <a:lnTo>
                      <a:pt x="156210" y="27622"/>
                    </a:lnTo>
                    <a:cubicBezTo>
                      <a:pt x="174784" y="27622"/>
                      <a:pt x="189166" y="15526"/>
                      <a:pt x="1943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1477;p45">
                <a:extLst>
                  <a:ext uri="{FF2B5EF4-FFF2-40B4-BE49-F238E27FC236}">
                    <a16:creationId xmlns:a16="http://schemas.microsoft.com/office/drawing/2014/main" id="{F0E2785A-683D-AA6F-06CE-059E7B2B1F36}"/>
                  </a:ext>
                </a:extLst>
              </p:cNvPr>
              <p:cNvSpPr/>
              <p:nvPr/>
            </p:nvSpPr>
            <p:spPr>
              <a:xfrm>
                <a:off x="-3900811" y="3441421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 extrusionOk="0">
                    <a:moveTo>
                      <a:pt x="194310" y="47244"/>
                    </a:moveTo>
                    <a:lnTo>
                      <a:pt x="194310" y="72390"/>
                    </a:lnTo>
                    <a:cubicBezTo>
                      <a:pt x="189166" y="87916"/>
                      <a:pt x="174688" y="100013"/>
                      <a:pt x="156210" y="100013"/>
                    </a:cubicBezTo>
                    <a:lnTo>
                      <a:pt x="0" y="100013"/>
                    </a:lnTo>
                    <a:lnTo>
                      <a:pt x="0" y="27622"/>
                    </a:lnTo>
                    <a:lnTo>
                      <a:pt x="156210" y="27622"/>
                    </a:lnTo>
                    <a:cubicBezTo>
                      <a:pt x="174784" y="27622"/>
                      <a:pt x="189166" y="15526"/>
                      <a:pt x="194310" y="0"/>
                    </a:cubicBezTo>
                    <a:lnTo>
                      <a:pt x="194310" y="471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1478;p45">
                <a:extLst>
                  <a:ext uri="{FF2B5EF4-FFF2-40B4-BE49-F238E27FC236}">
                    <a16:creationId xmlns:a16="http://schemas.microsoft.com/office/drawing/2014/main" id="{C15BB705-F325-E946-BD4D-05E35C098F56}"/>
                  </a:ext>
                </a:extLst>
              </p:cNvPr>
              <p:cNvSpPr/>
              <p:nvPr/>
            </p:nvSpPr>
            <p:spPr>
              <a:xfrm>
                <a:off x="-3900811" y="3367410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 extrusionOk="0">
                    <a:moveTo>
                      <a:pt x="194310" y="48863"/>
                    </a:moveTo>
                    <a:lnTo>
                      <a:pt x="194310" y="74009"/>
                    </a:lnTo>
                    <a:cubicBezTo>
                      <a:pt x="189166" y="89535"/>
                      <a:pt x="174688" y="101632"/>
                      <a:pt x="156210" y="101632"/>
                    </a:cubicBezTo>
                    <a:lnTo>
                      <a:pt x="0" y="101632"/>
                    </a:lnTo>
                    <a:lnTo>
                      <a:pt x="0" y="27527"/>
                    </a:lnTo>
                    <a:lnTo>
                      <a:pt x="156210" y="27527"/>
                    </a:lnTo>
                    <a:cubicBezTo>
                      <a:pt x="174688" y="27527"/>
                      <a:pt x="189166" y="15526"/>
                      <a:pt x="194310" y="0"/>
                    </a:cubicBezTo>
                    <a:lnTo>
                      <a:pt x="194310" y="4886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1479;p45">
                <a:extLst>
                  <a:ext uri="{FF2B5EF4-FFF2-40B4-BE49-F238E27FC236}">
                    <a16:creationId xmlns:a16="http://schemas.microsoft.com/office/drawing/2014/main" id="{82FCF96D-BD3D-BC85-F26C-4013732F2896}"/>
                  </a:ext>
                </a:extLst>
              </p:cNvPr>
              <p:cNvSpPr/>
              <p:nvPr/>
            </p:nvSpPr>
            <p:spPr>
              <a:xfrm>
                <a:off x="-3968915" y="379317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68104" y="0"/>
                    </a:moveTo>
                    <a:lnTo>
                      <a:pt x="68104" y="70295"/>
                    </a:lnTo>
                    <a:lnTo>
                      <a:pt x="0" y="70295"/>
                    </a:lnTo>
                    <a:lnTo>
                      <a:pt x="0" y="0"/>
                    </a:lnTo>
                    <a:cubicBezTo>
                      <a:pt x="0" y="0"/>
                      <a:pt x="6763" y="36195"/>
                      <a:pt x="34100" y="36195"/>
                    </a:cubicBezTo>
                    <a:cubicBezTo>
                      <a:pt x="61436" y="36195"/>
                      <a:pt x="68199" y="0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1480;p45">
                <a:extLst>
                  <a:ext uri="{FF2B5EF4-FFF2-40B4-BE49-F238E27FC236}">
                    <a16:creationId xmlns:a16="http://schemas.microsoft.com/office/drawing/2014/main" id="{2952B32E-775E-07DB-2C90-A34E7992C1D9}"/>
                  </a:ext>
                </a:extLst>
              </p:cNvPr>
              <p:cNvSpPr/>
              <p:nvPr/>
            </p:nvSpPr>
            <p:spPr>
              <a:xfrm>
                <a:off x="-3969011" y="3717360"/>
                <a:ext cx="666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4775" extrusionOk="0">
                    <a:moveTo>
                      <a:pt x="68199" y="0"/>
                    </a:moveTo>
                    <a:lnTo>
                      <a:pt x="68199" y="75819"/>
                    </a:lnTo>
                    <a:cubicBezTo>
                      <a:pt x="68199" y="75819"/>
                      <a:pt x="61532" y="112014"/>
                      <a:pt x="34100" y="112014"/>
                    </a:cubicBezTo>
                    <a:cubicBezTo>
                      <a:pt x="6668" y="112014"/>
                      <a:pt x="0" y="75819"/>
                      <a:pt x="0" y="75819"/>
                    </a:cubicBezTo>
                    <a:lnTo>
                      <a:pt x="0" y="0"/>
                    </a:lnTo>
                    <a:cubicBezTo>
                      <a:pt x="9335" y="7620"/>
                      <a:pt x="21241" y="12097"/>
                      <a:pt x="34100" y="12097"/>
                    </a:cubicBezTo>
                    <a:cubicBezTo>
                      <a:pt x="46959" y="12097"/>
                      <a:pt x="58865" y="7525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1481;p45">
                <a:extLst>
                  <a:ext uri="{FF2B5EF4-FFF2-40B4-BE49-F238E27FC236}">
                    <a16:creationId xmlns:a16="http://schemas.microsoft.com/office/drawing/2014/main" id="{4D4FB3ED-C1A1-33BC-53E6-DF029D52EB9D}"/>
                  </a:ext>
                </a:extLst>
              </p:cNvPr>
              <p:cNvSpPr/>
              <p:nvPr/>
            </p:nvSpPr>
            <p:spPr>
              <a:xfrm>
                <a:off x="-3969011" y="3541432"/>
                <a:ext cx="666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57150" extrusionOk="0">
                    <a:moveTo>
                      <a:pt x="68199" y="0"/>
                    </a:moveTo>
                    <a:lnTo>
                      <a:pt x="68199" y="57436"/>
                    </a:lnTo>
                    <a:cubicBezTo>
                      <a:pt x="58484" y="49530"/>
                      <a:pt x="46673" y="45244"/>
                      <a:pt x="34100" y="45244"/>
                    </a:cubicBezTo>
                    <a:cubicBezTo>
                      <a:pt x="21527" y="45244"/>
                      <a:pt x="9335" y="49816"/>
                      <a:pt x="0" y="57340"/>
                    </a:cubicBezTo>
                    <a:lnTo>
                      <a:pt x="0" y="0"/>
                    </a:lnTo>
                    <a:lnTo>
                      <a:pt x="681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1482;p45">
                <a:extLst>
                  <a:ext uri="{FF2B5EF4-FFF2-40B4-BE49-F238E27FC236}">
                    <a16:creationId xmlns:a16="http://schemas.microsoft.com/office/drawing/2014/main" id="{4622DB05-29B1-4BA3-FB92-277EDE731ABA}"/>
                  </a:ext>
                </a:extLst>
              </p:cNvPr>
              <p:cNvSpPr/>
              <p:nvPr/>
            </p:nvSpPr>
            <p:spPr>
              <a:xfrm>
                <a:off x="-3968915" y="346904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2390"/>
                    </a:lnTo>
                    <a:lnTo>
                      <a:pt x="0" y="7239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1483;p45">
                <a:extLst>
                  <a:ext uri="{FF2B5EF4-FFF2-40B4-BE49-F238E27FC236}">
                    <a16:creationId xmlns:a16="http://schemas.microsoft.com/office/drawing/2014/main" id="{230BCF57-C96B-32CF-4498-57890E5653BA}"/>
                  </a:ext>
                </a:extLst>
              </p:cNvPr>
              <p:cNvSpPr/>
              <p:nvPr/>
            </p:nvSpPr>
            <p:spPr>
              <a:xfrm>
                <a:off x="-3968915" y="3397987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1056"/>
                    </a:lnTo>
                    <a:lnTo>
                      <a:pt x="0" y="710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1484;p45">
                <a:extLst>
                  <a:ext uri="{FF2B5EF4-FFF2-40B4-BE49-F238E27FC236}">
                    <a16:creationId xmlns:a16="http://schemas.microsoft.com/office/drawing/2014/main" id="{47FB9DF4-AC18-EF09-1CD7-8D202FC8D559}"/>
                  </a:ext>
                </a:extLst>
              </p:cNvPr>
              <p:cNvSpPr/>
              <p:nvPr/>
            </p:nvSpPr>
            <p:spPr>
              <a:xfrm>
                <a:off x="-4889125" y="3394938"/>
                <a:ext cx="9810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81075" h="66675" extrusionOk="0">
                    <a:moveTo>
                      <a:pt x="988314" y="0"/>
                    </a:moveTo>
                    <a:lnTo>
                      <a:pt x="988314" y="3048"/>
                    </a:lnTo>
                    <a:lnTo>
                      <a:pt x="920210" y="3048"/>
                    </a:lnTo>
                    <a:lnTo>
                      <a:pt x="920210" y="74104"/>
                    </a:lnTo>
                    <a:lnTo>
                      <a:pt x="0" y="74104"/>
                    </a:lnTo>
                    <a:lnTo>
                      <a:pt x="0" y="1810"/>
                    </a:lnTo>
                    <a:lnTo>
                      <a:pt x="0" y="0"/>
                    </a:lnTo>
                    <a:lnTo>
                      <a:pt x="9883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1485;p45">
                <a:extLst>
                  <a:ext uri="{FF2B5EF4-FFF2-40B4-BE49-F238E27FC236}">
                    <a16:creationId xmlns:a16="http://schemas.microsoft.com/office/drawing/2014/main" id="{AE8D9EC1-DD2D-50B7-A826-A9C13036019F}"/>
                  </a:ext>
                </a:extLst>
              </p:cNvPr>
              <p:cNvSpPr/>
              <p:nvPr/>
            </p:nvSpPr>
            <p:spPr>
              <a:xfrm>
                <a:off x="-3966915" y="3610488"/>
                <a:ext cx="571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0" extrusionOk="0">
                    <a:moveTo>
                      <a:pt x="64198" y="30289"/>
                    </a:moveTo>
                    <a:lnTo>
                      <a:pt x="64198" y="64961"/>
                    </a:lnTo>
                    <a:cubicBezTo>
                      <a:pt x="64198" y="82677"/>
                      <a:pt x="49816" y="97155"/>
                      <a:pt x="32099" y="97155"/>
                    </a:cubicBezTo>
                    <a:cubicBezTo>
                      <a:pt x="14383" y="97155"/>
                      <a:pt x="0" y="82677"/>
                      <a:pt x="0" y="64961"/>
                    </a:cubicBezTo>
                    <a:lnTo>
                      <a:pt x="0" y="30289"/>
                    </a:lnTo>
                    <a:cubicBezTo>
                      <a:pt x="0" y="16383"/>
                      <a:pt x="8858" y="4477"/>
                      <a:pt x="21241" y="0"/>
                    </a:cubicBezTo>
                    <a:lnTo>
                      <a:pt x="21241" y="52483"/>
                    </a:lnTo>
                    <a:cubicBezTo>
                      <a:pt x="21241" y="57436"/>
                      <a:pt x="26098" y="61341"/>
                      <a:pt x="32195" y="61341"/>
                    </a:cubicBezTo>
                    <a:cubicBezTo>
                      <a:pt x="38291" y="61341"/>
                      <a:pt x="43148" y="57340"/>
                      <a:pt x="43148" y="52483"/>
                    </a:cubicBezTo>
                    <a:lnTo>
                      <a:pt x="43148" y="0"/>
                    </a:lnTo>
                    <a:cubicBezTo>
                      <a:pt x="47530" y="1619"/>
                      <a:pt x="51530" y="4096"/>
                      <a:pt x="54959" y="7525"/>
                    </a:cubicBezTo>
                    <a:cubicBezTo>
                      <a:pt x="61055" y="13621"/>
                      <a:pt x="64389" y="21717"/>
                      <a:pt x="64389" y="302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1486;p45">
                <a:extLst>
                  <a:ext uri="{FF2B5EF4-FFF2-40B4-BE49-F238E27FC236}">
                    <a16:creationId xmlns:a16="http://schemas.microsoft.com/office/drawing/2014/main" id="{C9374BF1-3610-9485-67C3-E11F63CF5A91}"/>
                  </a:ext>
                </a:extLst>
              </p:cNvPr>
              <p:cNvSpPr/>
              <p:nvPr/>
            </p:nvSpPr>
            <p:spPr>
              <a:xfrm>
                <a:off x="-4889125" y="3541338"/>
                <a:ext cx="91440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314325" extrusionOk="0">
                    <a:moveTo>
                      <a:pt x="920210" y="251841"/>
                    </a:moveTo>
                    <a:lnTo>
                      <a:pt x="920210" y="322136"/>
                    </a:lnTo>
                    <a:lnTo>
                      <a:pt x="0" y="322136"/>
                    </a:lnTo>
                    <a:lnTo>
                      <a:pt x="0" y="174688"/>
                    </a:lnTo>
                    <a:cubicBezTo>
                      <a:pt x="12097" y="164783"/>
                      <a:pt x="20002" y="149638"/>
                      <a:pt x="20002" y="132779"/>
                    </a:cubicBezTo>
                    <a:lnTo>
                      <a:pt x="20002" y="98108"/>
                    </a:lnTo>
                    <a:cubicBezTo>
                      <a:pt x="20002" y="83725"/>
                      <a:pt x="14383" y="70104"/>
                      <a:pt x="4096" y="59912"/>
                    </a:cubicBezTo>
                    <a:cubicBezTo>
                      <a:pt x="2762" y="58579"/>
                      <a:pt x="1334" y="57341"/>
                      <a:pt x="0" y="56197"/>
                    </a:cubicBezTo>
                    <a:lnTo>
                      <a:pt x="0" y="0"/>
                    </a:lnTo>
                    <a:lnTo>
                      <a:pt x="369189" y="0"/>
                    </a:lnTo>
                    <a:lnTo>
                      <a:pt x="369189" y="100203"/>
                    </a:lnTo>
                    <a:lnTo>
                      <a:pt x="552164" y="100203"/>
                    </a:lnTo>
                    <a:lnTo>
                      <a:pt x="552164" y="0"/>
                    </a:lnTo>
                    <a:lnTo>
                      <a:pt x="920115" y="0"/>
                    </a:lnTo>
                    <a:lnTo>
                      <a:pt x="920115" y="57341"/>
                    </a:lnTo>
                    <a:cubicBezTo>
                      <a:pt x="908018" y="67342"/>
                      <a:pt x="900113" y="82391"/>
                      <a:pt x="900113" y="99346"/>
                    </a:cubicBezTo>
                    <a:lnTo>
                      <a:pt x="900113" y="134017"/>
                    </a:lnTo>
                    <a:cubicBezTo>
                      <a:pt x="900113" y="150971"/>
                      <a:pt x="907923" y="166021"/>
                      <a:pt x="920115" y="175927"/>
                    </a:cubicBezTo>
                    <a:lnTo>
                      <a:pt x="920115" y="251746"/>
                    </a:lnTo>
                    <a:close/>
                    <a:moveTo>
                      <a:pt x="722376" y="180499"/>
                    </a:moveTo>
                    <a:cubicBezTo>
                      <a:pt x="722376" y="144304"/>
                      <a:pt x="691896" y="132874"/>
                      <a:pt x="670846" y="129540"/>
                    </a:cubicBezTo>
                    <a:cubicBezTo>
                      <a:pt x="660559" y="127730"/>
                      <a:pt x="651224" y="135636"/>
                      <a:pt x="651224" y="146018"/>
                    </a:cubicBezTo>
                    <a:lnTo>
                      <a:pt x="651224" y="153353"/>
                    </a:lnTo>
                    <a:cubicBezTo>
                      <a:pt x="651224" y="153353"/>
                      <a:pt x="546449" y="186309"/>
                      <a:pt x="440817" y="186309"/>
                    </a:cubicBezTo>
                    <a:cubicBezTo>
                      <a:pt x="335185" y="186309"/>
                      <a:pt x="270415" y="153353"/>
                      <a:pt x="270415" y="153353"/>
                    </a:cubicBezTo>
                    <a:lnTo>
                      <a:pt x="270415" y="146018"/>
                    </a:lnTo>
                    <a:cubicBezTo>
                      <a:pt x="270415" y="135636"/>
                      <a:pt x="261271" y="127921"/>
                      <a:pt x="251079" y="129445"/>
                    </a:cubicBezTo>
                    <a:cubicBezTo>
                      <a:pt x="229934" y="132397"/>
                      <a:pt x="199168" y="143161"/>
                      <a:pt x="199168" y="179546"/>
                    </a:cubicBezTo>
                    <a:cubicBezTo>
                      <a:pt x="199168" y="215932"/>
                      <a:pt x="229648" y="227076"/>
                      <a:pt x="250698" y="230600"/>
                    </a:cubicBezTo>
                    <a:cubicBezTo>
                      <a:pt x="260985" y="232315"/>
                      <a:pt x="270320" y="224409"/>
                      <a:pt x="270320" y="213932"/>
                    </a:cubicBezTo>
                    <a:cubicBezTo>
                      <a:pt x="270320" y="213932"/>
                      <a:pt x="302228" y="257461"/>
                      <a:pt x="443389" y="257461"/>
                    </a:cubicBezTo>
                    <a:cubicBezTo>
                      <a:pt x="601980" y="257461"/>
                      <a:pt x="651129" y="213932"/>
                      <a:pt x="651129" y="213932"/>
                    </a:cubicBezTo>
                    <a:cubicBezTo>
                      <a:pt x="651129" y="224314"/>
                      <a:pt x="660273" y="232124"/>
                      <a:pt x="670465" y="230600"/>
                    </a:cubicBezTo>
                    <a:cubicBezTo>
                      <a:pt x="691610" y="227552"/>
                      <a:pt x="722376" y="216884"/>
                      <a:pt x="722376" y="1804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1487;p45">
                <a:extLst>
                  <a:ext uri="{FF2B5EF4-FFF2-40B4-BE49-F238E27FC236}">
                    <a16:creationId xmlns:a16="http://schemas.microsoft.com/office/drawing/2014/main" id="{C05184F2-A5AB-CEF0-F1E0-86D1037D5012}"/>
                  </a:ext>
                </a:extLst>
              </p:cNvPr>
              <p:cNvSpPr/>
              <p:nvPr/>
            </p:nvSpPr>
            <p:spPr>
              <a:xfrm>
                <a:off x="-4889125" y="3469043"/>
                <a:ext cx="9144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66675" extrusionOk="0">
                    <a:moveTo>
                      <a:pt x="920210" y="0"/>
                    </a:moveTo>
                    <a:lnTo>
                      <a:pt x="920210" y="72390"/>
                    </a:lnTo>
                    <a:lnTo>
                      <a:pt x="552164" y="72390"/>
                    </a:lnTo>
                    <a:lnTo>
                      <a:pt x="369189" y="72390"/>
                    </a:lnTo>
                    <a:lnTo>
                      <a:pt x="0" y="72390"/>
                    </a:lnTo>
                    <a:lnTo>
                      <a:pt x="0" y="0"/>
                    </a:lnTo>
                    <a:lnTo>
                      <a:pt x="9202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1488;p45">
                <a:extLst>
                  <a:ext uri="{FF2B5EF4-FFF2-40B4-BE49-F238E27FC236}">
                    <a16:creationId xmlns:a16="http://schemas.microsoft.com/office/drawing/2014/main" id="{57C03E23-352C-0D76-AA17-8D1D40B78A93}"/>
                  </a:ext>
                </a:extLst>
              </p:cNvPr>
              <p:cNvSpPr/>
              <p:nvPr/>
            </p:nvSpPr>
            <p:spPr>
              <a:xfrm>
                <a:off x="-4238092" y="3670616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 extrusionOk="0">
                    <a:moveTo>
                      <a:pt x="19717" y="261"/>
                    </a:moveTo>
                    <a:cubicBezTo>
                      <a:pt x="40767" y="3691"/>
                      <a:pt x="71247" y="15025"/>
                      <a:pt x="71247" y="51220"/>
                    </a:cubicBezTo>
                    <a:cubicBezTo>
                      <a:pt x="71247" y="87415"/>
                      <a:pt x="40481" y="98274"/>
                      <a:pt x="19336" y="101322"/>
                    </a:cubicBezTo>
                    <a:cubicBezTo>
                      <a:pt x="9144" y="102846"/>
                      <a:pt x="0" y="95035"/>
                      <a:pt x="0" y="84653"/>
                    </a:cubicBezTo>
                    <a:lnTo>
                      <a:pt x="0" y="16740"/>
                    </a:lnTo>
                    <a:cubicBezTo>
                      <a:pt x="0" y="6262"/>
                      <a:pt x="9430" y="-1548"/>
                      <a:pt x="19621" y="26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1489;p45">
                <a:extLst>
                  <a:ext uri="{FF2B5EF4-FFF2-40B4-BE49-F238E27FC236}">
                    <a16:creationId xmlns:a16="http://schemas.microsoft.com/office/drawing/2014/main" id="{5F8CEC90-F0AE-9013-A949-F04C83F0936C}"/>
                  </a:ext>
                </a:extLst>
              </p:cNvPr>
              <p:cNvSpPr/>
              <p:nvPr/>
            </p:nvSpPr>
            <p:spPr>
              <a:xfrm>
                <a:off x="-4618806" y="3694785"/>
                <a:ext cx="3714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95250" extrusionOk="0">
                    <a:moveTo>
                      <a:pt x="380809" y="0"/>
                    </a:moveTo>
                    <a:lnTo>
                      <a:pt x="380809" y="60579"/>
                    </a:lnTo>
                    <a:cubicBezTo>
                      <a:pt x="380809" y="60579"/>
                      <a:pt x="331565" y="104108"/>
                      <a:pt x="173069" y="104108"/>
                    </a:cubicBezTo>
                    <a:cubicBezTo>
                      <a:pt x="31909" y="104108"/>
                      <a:pt x="0" y="60579"/>
                      <a:pt x="0" y="60579"/>
                    </a:cubicBezTo>
                    <a:lnTo>
                      <a:pt x="0" y="0"/>
                    </a:lnTo>
                    <a:cubicBezTo>
                      <a:pt x="0" y="0"/>
                      <a:pt x="64675" y="32956"/>
                      <a:pt x="170402" y="32956"/>
                    </a:cubicBezTo>
                    <a:cubicBezTo>
                      <a:pt x="276130" y="32956"/>
                      <a:pt x="380809" y="0"/>
                      <a:pt x="3808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1490;p45">
                <a:extLst>
                  <a:ext uri="{FF2B5EF4-FFF2-40B4-BE49-F238E27FC236}">
                    <a16:creationId xmlns:a16="http://schemas.microsoft.com/office/drawing/2014/main" id="{6B23D3BD-803D-B24F-1819-DB7B03C9AE63}"/>
                  </a:ext>
                </a:extLst>
              </p:cNvPr>
              <p:cNvSpPr/>
              <p:nvPr/>
            </p:nvSpPr>
            <p:spPr>
              <a:xfrm>
                <a:off x="-4519936" y="3541432"/>
                <a:ext cx="1809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0" extrusionOk="0">
                    <a:moveTo>
                      <a:pt x="0" y="0"/>
                    </a:moveTo>
                    <a:lnTo>
                      <a:pt x="182976" y="0"/>
                    </a:lnTo>
                    <a:lnTo>
                      <a:pt x="182976" y="100203"/>
                    </a:lnTo>
                    <a:lnTo>
                      <a:pt x="0" y="1002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1491;p45">
                <a:extLst>
                  <a:ext uri="{FF2B5EF4-FFF2-40B4-BE49-F238E27FC236}">
                    <a16:creationId xmlns:a16="http://schemas.microsoft.com/office/drawing/2014/main" id="{2E2A5CDF-E5F4-4E1C-0078-0E7999BC11D7}"/>
                  </a:ext>
                </a:extLst>
              </p:cNvPr>
              <p:cNvSpPr/>
              <p:nvPr/>
            </p:nvSpPr>
            <p:spPr>
              <a:xfrm>
                <a:off x="-4689958" y="3670685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 extrusionOk="0">
                    <a:moveTo>
                      <a:pt x="71152" y="24100"/>
                    </a:moveTo>
                    <a:lnTo>
                      <a:pt x="71152" y="84679"/>
                    </a:lnTo>
                    <a:cubicBezTo>
                      <a:pt x="71152" y="95157"/>
                      <a:pt x="61722" y="103062"/>
                      <a:pt x="51531" y="101348"/>
                    </a:cubicBezTo>
                    <a:cubicBezTo>
                      <a:pt x="30480" y="97824"/>
                      <a:pt x="0" y="86394"/>
                      <a:pt x="0" y="50294"/>
                    </a:cubicBezTo>
                    <a:cubicBezTo>
                      <a:pt x="0" y="14194"/>
                      <a:pt x="30766" y="3145"/>
                      <a:pt x="51911" y="192"/>
                    </a:cubicBezTo>
                    <a:cubicBezTo>
                      <a:pt x="62103" y="-1332"/>
                      <a:pt x="71247" y="6384"/>
                      <a:pt x="71247" y="16766"/>
                    </a:cubicBezTo>
                    <a:lnTo>
                      <a:pt x="71247" y="241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1492;p45">
                <a:extLst>
                  <a:ext uri="{FF2B5EF4-FFF2-40B4-BE49-F238E27FC236}">
                    <a16:creationId xmlns:a16="http://schemas.microsoft.com/office/drawing/2014/main" id="{FB195295-6F74-F482-BF23-6EB072A66C02}"/>
                  </a:ext>
                </a:extLst>
              </p:cNvPr>
              <p:cNvSpPr/>
              <p:nvPr/>
            </p:nvSpPr>
            <p:spPr>
              <a:xfrm>
                <a:off x="-4957229" y="379194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68104" y="0"/>
                    </a:moveTo>
                    <a:lnTo>
                      <a:pt x="68104" y="71628"/>
                    </a:lnTo>
                    <a:lnTo>
                      <a:pt x="0" y="71628"/>
                    </a:lnTo>
                    <a:lnTo>
                      <a:pt x="0" y="0"/>
                    </a:lnTo>
                    <a:cubicBezTo>
                      <a:pt x="0" y="0"/>
                      <a:pt x="6763" y="36195"/>
                      <a:pt x="34100" y="36195"/>
                    </a:cubicBezTo>
                    <a:cubicBezTo>
                      <a:pt x="61436" y="36195"/>
                      <a:pt x="68199" y="0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1493;p45">
                <a:extLst>
                  <a:ext uri="{FF2B5EF4-FFF2-40B4-BE49-F238E27FC236}">
                    <a16:creationId xmlns:a16="http://schemas.microsoft.com/office/drawing/2014/main" id="{A4EEDCA8-45DD-027B-7102-8B622B6B1B34}"/>
                  </a:ext>
                </a:extLst>
              </p:cNvPr>
              <p:cNvSpPr/>
              <p:nvPr/>
            </p:nvSpPr>
            <p:spPr>
              <a:xfrm>
                <a:off x="-4957324" y="3716121"/>
                <a:ext cx="666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4775" extrusionOk="0">
                    <a:moveTo>
                      <a:pt x="68199" y="0"/>
                    </a:moveTo>
                    <a:lnTo>
                      <a:pt x="68199" y="75819"/>
                    </a:lnTo>
                    <a:cubicBezTo>
                      <a:pt x="68199" y="75819"/>
                      <a:pt x="61436" y="112014"/>
                      <a:pt x="34099" y="112014"/>
                    </a:cubicBezTo>
                    <a:cubicBezTo>
                      <a:pt x="6762" y="112014"/>
                      <a:pt x="0" y="75819"/>
                      <a:pt x="0" y="75819"/>
                    </a:cubicBezTo>
                    <a:lnTo>
                      <a:pt x="0" y="0"/>
                    </a:lnTo>
                    <a:cubicBezTo>
                      <a:pt x="9334" y="7620"/>
                      <a:pt x="21241" y="12097"/>
                      <a:pt x="34099" y="12097"/>
                    </a:cubicBezTo>
                    <a:cubicBezTo>
                      <a:pt x="46958" y="12097"/>
                      <a:pt x="58864" y="7525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1494;p45">
                <a:extLst>
                  <a:ext uri="{FF2B5EF4-FFF2-40B4-BE49-F238E27FC236}">
                    <a16:creationId xmlns:a16="http://schemas.microsoft.com/office/drawing/2014/main" id="{67BAB832-2486-D7E3-E914-DA4DB244F379}"/>
                  </a:ext>
                </a:extLst>
              </p:cNvPr>
              <p:cNvSpPr/>
              <p:nvPr/>
            </p:nvSpPr>
            <p:spPr>
              <a:xfrm>
                <a:off x="-4957324" y="3541432"/>
                <a:ext cx="666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7625" extrusionOk="0">
                    <a:moveTo>
                      <a:pt x="68199" y="0"/>
                    </a:moveTo>
                    <a:lnTo>
                      <a:pt x="68199" y="56197"/>
                    </a:lnTo>
                    <a:cubicBezTo>
                      <a:pt x="58483" y="48292"/>
                      <a:pt x="46672" y="44005"/>
                      <a:pt x="34099" y="44005"/>
                    </a:cubicBezTo>
                    <a:cubicBezTo>
                      <a:pt x="21526" y="44005"/>
                      <a:pt x="9334" y="48578"/>
                      <a:pt x="0" y="56102"/>
                    </a:cubicBezTo>
                    <a:lnTo>
                      <a:pt x="0" y="0"/>
                    </a:lnTo>
                    <a:lnTo>
                      <a:pt x="6810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1495;p45">
                <a:extLst>
                  <a:ext uri="{FF2B5EF4-FFF2-40B4-BE49-F238E27FC236}">
                    <a16:creationId xmlns:a16="http://schemas.microsoft.com/office/drawing/2014/main" id="{B6E4E7C2-4F54-F7CB-70BA-5774457D65DE}"/>
                  </a:ext>
                </a:extLst>
              </p:cNvPr>
              <p:cNvSpPr/>
              <p:nvPr/>
            </p:nvSpPr>
            <p:spPr>
              <a:xfrm>
                <a:off x="-4957229" y="346904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2390"/>
                    </a:lnTo>
                    <a:lnTo>
                      <a:pt x="0" y="7239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1496;p45">
                <a:extLst>
                  <a:ext uri="{FF2B5EF4-FFF2-40B4-BE49-F238E27FC236}">
                    <a16:creationId xmlns:a16="http://schemas.microsoft.com/office/drawing/2014/main" id="{FBA9667D-45D7-08E4-D62D-D9A5E39368EE}"/>
                  </a:ext>
                </a:extLst>
              </p:cNvPr>
              <p:cNvSpPr/>
              <p:nvPr/>
            </p:nvSpPr>
            <p:spPr>
              <a:xfrm>
                <a:off x="-4957229" y="339674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2390"/>
                    </a:lnTo>
                    <a:lnTo>
                      <a:pt x="0" y="7239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1497;p45">
                <a:extLst>
                  <a:ext uri="{FF2B5EF4-FFF2-40B4-BE49-F238E27FC236}">
                    <a16:creationId xmlns:a16="http://schemas.microsoft.com/office/drawing/2014/main" id="{D2D15EBF-51AB-EDCB-82E2-B03899BCA598}"/>
                  </a:ext>
                </a:extLst>
              </p:cNvPr>
              <p:cNvSpPr/>
              <p:nvPr/>
            </p:nvSpPr>
            <p:spPr>
              <a:xfrm>
                <a:off x="-5150396" y="3367506"/>
                <a:ext cx="2571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5250" extrusionOk="0">
                    <a:moveTo>
                      <a:pt x="0" y="48768"/>
                    </a:moveTo>
                    <a:lnTo>
                      <a:pt x="0" y="0"/>
                    </a:lnTo>
                    <a:cubicBezTo>
                      <a:pt x="5143" y="15430"/>
                      <a:pt x="19621" y="27432"/>
                      <a:pt x="38005" y="27432"/>
                    </a:cubicBezTo>
                    <a:lnTo>
                      <a:pt x="261175" y="27432"/>
                    </a:lnTo>
                    <a:lnTo>
                      <a:pt x="261175" y="29242"/>
                    </a:lnTo>
                    <a:lnTo>
                      <a:pt x="193072" y="29242"/>
                    </a:lnTo>
                    <a:lnTo>
                      <a:pt x="193072" y="101632"/>
                    </a:lnTo>
                    <a:lnTo>
                      <a:pt x="38005" y="101632"/>
                    </a:lnTo>
                    <a:cubicBezTo>
                      <a:pt x="19526" y="101632"/>
                      <a:pt x="5143" y="89630"/>
                      <a:pt x="0" y="74104"/>
                    </a:cubicBezTo>
                    <a:lnTo>
                      <a:pt x="0" y="4886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1498;p45">
                <a:extLst>
                  <a:ext uri="{FF2B5EF4-FFF2-40B4-BE49-F238E27FC236}">
                    <a16:creationId xmlns:a16="http://schemas.microsoft.com/office/drawing/2014/main" id="{E6CD5B87-CFC9-A144-9169-F570DD9475E9}"/>
                  </a:ext>
                </a:extLst>
              </p:cNvPr>
              <p:cNvSpPr/>
              <p:nvPr/>
            </p:nvSpPr>
            <p:spPr>
              <a:xfrm>
                <a:off x="-4955229" y="3609251"/>
                <a:ext cx="571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0" extrusionOk="0">
                    <a:moveTo>
                      <a:pt x="64198" y="30289"/>
                    </a:moveTo>
                    <a:lnTo>
                      <a:pt x="64198" y="64961"/>
                    </a:lnTo>
                    <a:cubicBezTo>
                      <a:pt x="64198" y="82677"/>
                      <a:pt x="49816" y="97155"/>
                      <a:pt x="32099" y="97155"/>
                    </a:cubicBezTo>
                    <a:cubicBezTo>
                      <a:pt x="14383" y="97155"/>
                      <a:pt x="0" y="82677"/>
                      <a:pt x="0" y="64961"/>
                    </a:cubicBezTo>
                    <a:lnTo>
                      <a:pt x="0" y="30289"/>
                    </a:lnTo>
                    <a:cubicBezTo>
                      <a:pt x="0" y="16383"/>
                      <a:pt x="8858" y="4477"/>
                      <a:pt x="21241" y="0"/>
                    </a:cubicBezTo>
                    <a:lnTo>
                      <a:pt x="21241" y="52483"/>
                    </a:lnTo>
                    <a:cubicBezTo>
                      <a:pt x="21241" y="57436"/>
                      <a:pt x="26098" y="61341"/>
                      <a:pt x="32195" y="61341"/>
                    </a:cubicBezTo>
                    <a:cubicBezTo>
                      <a:pt x="38291" y="61341"/>
                      <a:pt x="43149" y="57340"/>
                      <a:pt x="43149" y="52483"/>
                    </a:cubicBezTo>
                    <a:lnTo>
                      <a:pt x="43149" y="0"/>
                    </a:lnTo>
                    <a:cubicBezTo>
                      <a:pt x="47530" y="1524"/>
                      <a:pt x="51530" y="4096"/>
                      <a:pt x="54959" y="7525"/>
                    </a:cubicBezTo>
                    <a:cubicBezTo>
                      <a:pt x="61055" y="13621"/>
                      <a:pt x="64389" y="21717"/>
                      <a:pt x="64389" y="302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1499;p45">
                <a:extLst>
                  <a:ext uri="{FF2B5EF4-FFF2-40B4-BE49-F238E27FC236}">
                    <a16:creationId xmlns:a16="http://schemas.microsoft.com/office/drawing/2014/main" id="{703CBBD4-F3E5-540C-3E43-00EF04421223}"/>
                  </a:ext>
                </a:extLst>
              </p:cNvPr>
              <p:cNvSpPr/>
              <p:nvPr/>
            </p:nvSpPr>
            <p:spPr>
              <a:xfrm>
                <a:off x="-5150301" y="3513906"/>
                <a:ext cx="190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342900" extrusionOk="0">
                    <a:moveTo>
                      <a:pt x="193071" y="278035"/>
                    </a:moveTo>
                    <a:lnTo>
                      <a:pt x="193071" y="349663"/>
                    </a:lnTo>
                    <a:lnTo>
                      <a:pt x="81915" y="349663"/>
                    </a:lnTo>
                    <a:cubicBezTo>
                      <a:pt x="36671" y="349663"/>
                      <a:pt x="0" y="312896"/>
                      <a:pt x="0" y="267653"/>
                    </a:cubicBezTo>
                    <a:lnTo>
                      <a:pt x="0" y="0"/>
                    </a:lnTo>
                    <a:cubicBezTo>
                      <a:pt x="5143" y="15526"/>
                      <a:pt x="19621" y="27527"/>
                      <a:pt x="38005" y="27527"/>
                    </a:cubicBezTo>
                    <a:lnTo>
                      <a:pt x="193071" y="27527"/>
                    </a:lnTo>
                    <a:lnTo>
                      <a:pt x="193071" y="83629"/>
                    </a:lnTo>
                    <a:cubicBezTo>
                      <a:pt x="180975" y="93631"/>
                      <a:pt x="173069" y="108680"/>
                      <a:pt x="173069" y="125635"/>
                    </a:cubicBezTo>
                    <a:lnTo>
                      <a:pt x="173069" y="160306"/>
                    </a:lnTo>
                    <a:cubicBezTo>
                      <a:pt x="173069" y="177260"/>
                      <a:pt x="180880" y="192310"/>
                      <a:pt x="193071" y="202216"/>
                    </a:cubicBezTo>
                    <a:lnTo>
                      <a:pt x="193071" y="2780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1500;p45">
                <a:extLst>
                  <a:ext uri="{FF2B5EF4-FFF2-40B4-BE49-F238E27FC236}">
                    <a16:creationId xmlns:a16="http://schemas.microsoft.com/office/drawing/2014/main" id="{70A07A74-C727-93E6-7E45-BB2D73F81D5B}"/>
                  </a:ext>
                </a:extLst>
              </p:cNvPr>
              <p:cNvSpPr/>
              <p:nvPr/>
            </p:nvSpPr>
            <p:spPr>
              <a:xfrm>
                <a:off x="-5150396" y="3441516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 extrusionOk="0">
                    <a:moveTo>
                      <a:pt x="0" y="47149"/>
                    </a:moveTo>
                    <a:lnTo>
                      <a:pt x="0" y="0"/>
                    </a:lnTo>
                    <a:cubicBezTo>
                      <a:pt x="5143" y="15526"/>
                      <a:pt x="19621" y="27527"/>
                      <a:pt x="38005" y="27527"/>
                    </a:cubicBezTo>
                    <a:lnTo>
                      <a:pt x="193072" y="27527"/>
                    </a:lnTo>
                    <a:lnTo>
                      <a:pt x="193072" y="99917"/>
                    </a:lnTo>
                    <a:lnTo>
                      <a:pt x="38005" y="99917"/>
                    </a:lnTo>
                    <a:cubicBezTo>
                      <a:pt x="19526" y="99917"/>
                      <a:pt x="5143" y="87916"/>
                      <a:pt x="0" y="72390"/>
                    </a:cubicBezTo>
                    <a:lnTo>
                      <a:pt x="0" y="471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1501;p45">
                <a:extLst>
                  <a:ext uri="{FF2B5EF4-FFF2-40B4-BE49-F238E27FC236}">
                    <a16:creationId xmlns:a16="http://schemas.microsoft.com/office/drawing/2014/main" id="{B250915C-FFF9-B4E3-74F3-81D62A86A0DA}"/>
                  </a:ext>
                </a:extLst>
              </p:cNvPr>
              <p:cNvSpPr/>
              <p:nvPr/>
            </p:nvSpPr>
            <p:spPr>
              <a:xfrm>
                <a:off x="-3953294" y="3581532"/>
                <a:ext cx="285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0" extrusionOk="0">
                    <a:moveTo>
                      <a:pt x="18479" y="97917"/>
                    </a:moveTo>
                    <a:cubicBezTo>
                      <a:pt x="8096" y="97917"/>
                      <a:pt x="0" y="90678"/>
                      <a:pt x="0" y="81439"/>
                    </a:cubicBezTo>
                    <a:lnTo>
                      <a:pt x="0" y="16574"/>
                    </a:lnTo>
                    <a:cubicBezTo>
                      <a:pt x="0" y="7334"/>
                      <a:pt x="8096" y="0"/>
                      <a:pt x="18479" y="0"/>
                    </a:cubicBezTo>
                    <a:cubicBezTo>
                      <a:pt x="28861" y="0"/>
                      <a:pt x="36957" y="7239"/>
                      <a:pt x="36957" y="16574"/>
                    </a:cubicBezTo>
                    <a:lnTo>
                      <a:pt x="36957" y="81439"/>
                    </a:lnTo>
                    <a:cubicBezTo>
                      <a:pt x="36957" y="90678"/>
                      <a:pt x="28861" y="97917"/>
                      <a:pt x="18479" y="97917"/>
                    </a:cubicBezTo>
                    <a:close/>
                    <a:moveTo>
                      <a:pt x="18479" y="15240"/>
                    </a:moveTo>
                    <a:cubicBezTo>
                      <a:pt x="16193" y="15240"/>
                      <a:pt x="15145" y="16383"/>
                      <a:pt x="15145" y="16669"/>
                    </a:cubicBezTo>
                    <a:lnTo>
                      <a:pt x="15145" y="81534"/>
                    </a:lnTo>
                    <a:cubicBezTo>
                      <a:pt x="15145" y="81534"/>
                      <a:pt x="16478" y="82868"/>
                      <a:pt x="18479" y="82868"/>
                    </a:cubicBezTo>
                    <a:cubicBezTo>
                      <a:pt x="20479" y="82868"/>
                      <a:pt x="21717" y="81915"/>
                      <a:pt x="21812" y="81534"/>
                    </a:cubicBezTo>
                    <a:lnTo>
                      <a:pt x="21812" y="16764"/>
                    </a:lnTo>
                    <a:cubicBezTo>
                      <a:pt x="21812" y="16764"/>
                      <a:pt x="20669" y="15335"/>
                      <a:pt x="18479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502;p45">
                <a:extLst>
                  <a:ext uri="{FF2B5EF4-FFF2-40B4-BE49-F238E27FC236}">
                    <a16:creationId xmlns:a16="http://schemas.microsoft.com/office/drawing/2014/main" id="{0A62833B-7DDA-DAEA-41AF-7F900E4331DC}"/>
                  </a:ext>
                </a:extLst>
              </p:cNvPr>
              <p:cNvSpPr/>
              <p:nvPr/>
            </p:nvSpPr>
            <p:spPr>
              <a:xfrm>
                <a:off x="-4941704" y="3580295"/>
                <a:ext cx="285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0" extrusionOk="0">
                    <a:moveTo>
                      <a:pt x="18479" y="97822"/>
                    </a:moveTo>
                    <a:cubicBezTo>
                      <a:pt x="8097" y="97822"/>
                      <a:pt x="0" y="90583"/>
                      <a:pt x="0" y="81344"/>
                    </a:cubicBezTo>
                    <a:lnTo>
                      <a:pt x="0" y="16478"/>
                    </a:lnTo>
                    <a:cubicBezTo>
                      <a:pt x="0" y="7239"/>
                      <a:pt x="8097" y="0"/>
                      <a:pt x="18479" y="0"/>
                    </a:cubicBezTo>
                    <a:cubicBezTo>
                      <a:pt x="28861" y="0"/>
                      <a:pt x="36957" y="7239"/>
                      <a:pt x="36957" y="16478"/>
                    </a:cubicBezTo>
                    <a:lnTo>
                      <a:pt x="36957" y="81344"/>
                    </a:lnTo>
                    <a:cubicBezTo>
                      <a:pt x="36957" y="90583"/>
                      <a:pt x="28861" y="97822"/>
                      <a:pt x="18479" y="97822"/>
                    </a:cubicBezTo>
                    <a:close/>
                    <a:moveTo>
                      <a:pt x="18479" y="15145"/>
                    </a:moveTo>
                    <a:cubicBezTo>
                      <a:pt x="16383" y="15145"/>
                      <a:pt x="15240" y="16097"/>
                      <a:pt x="15145" y="16478"/>
                    </a:cubicBezTo>
                    <a:lnTo>
                      <a:pt x="15145" y="81344"/>
                    </a:lnTo>
                    <a:cubicBezTo>
                      <a:pt x="15145" y="81344"/>
                      <a:pt x="16479" y="82677"/>
                      <a:pt x="18479" y="82677"/>
                    </a:cubicBezTo>
                    <a:cubicBezTo>
                      <a:pt x="20479" y="82677"/>
                      <a:pt x="21717" y="81725"/>
                      <a:pt x="21813" y="81344"/>
                    </a:cubicBezTo>
                    <a:lnTo>
                      <a:pt x="21813" y="16478"/>
                    </a:lnTo>
                    <a:cubicBezTo>
                      <a:pt x="21813" y="16478"/>
                      <a:pt x="20479" y="15145"/>
                      <a:pt x="18479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503;p45">
                <a:extLst>
                  <a:ext uri="{FF2B5EF4-FFF2-40B4-BE49-F238E27FC236}">
                    <a16:creationId xmlns:a16="http://schemas.microsoft.com/office/drawing/2014/main" id="{757D1C76-069E-5DC3-5EE2-04E77F7A7712}"/>
                  </a:ext>
                </a:extLst>
              </p:cNvPr>
              <p:cNvSpPr/>
              <p:nvPr/>
            </p:nvSpPr>
            <p:spPr>
              <a:xfrm>
                <a:off x="-3908337" y="3359867"/>
                <a:ext cx="2000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38100" extrusionOk="0">
                    <a:moveTo>
                      <a:pt x="163735" y="42597"/>
                    </a:moveTo>
                    <a:lnTo>
                      <a:pt x="7525" y="42597"/>
                    </a:lnTo>
                    <a:cubicBezTo>
                      <a:pt x="3334" y="42597"/>
                      <a:pt x="0" y="39168"/>
                      <a:pt x="0" y="35072"/>
                    </a:cubicBezTo>
                    <a:cubicBezTo>
                      <a:pt x="0" y="30976"/>
                      <a:pt x="3429" y="27547"/>
                      <a:pt x="7525" y="27547"/>
                    </a:cubicBezTo>
                    <a:lnTo>
                      <a:pt x="163735" y="27547"/>
                    </a:lnTo>
                    <a:cubicBezTo>
                      <a:pt x="177832" y="27547"/>
                      <a:pt x="190215" y="18593"/>
                      <a:pt x="194691" y="5164"/>
                    </a:cubicBezTo>
                    <a:cubicBezTo>
                      <a:pt x="196025" y="1163"/>
                      <a:pt x="200216" y="-933"/>
                      <a:pt x="204216" y="401"/>
                    </a:cubicBezTo>
                    <a:cubicBezTo>
                      <a:pt x="208217" y="1734"/>
                      <a:pt x="210312" y="6021"/>
                      <a:pt x="208979" y="9926"/>
                    </a:cubicBezTo>
                    <a:cubicBezTo>
                      <a:pt x="202502" y="29452"/>
                      <a:pt x="184309" y="42597"/>
                      <a:pt x="163735" y="425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504;p45">
                <a:extLst>
                  <a:ext uri="{FF2B5EF4-FFF2-40B4-BE49-F238E27FC236}">
                    <a16:creationId xmlns:a16="http://schemas.microsoft.com/office/drawing/2014/main" id="{0FD7D82F-49B4-CDDD-F330-318C367AB7C0}"/>
                  </a:ext>
                </a:extLst>
              </p:cNvPr>
              <p:cNvSpPr/>
              <p:nvPr/>
            </p:nvSpPr>
            <p:spPr>
              <a:xfrm>
                <a:off x="-3976440" y="3785619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 extrusionOk="0">
                    <a:moveTo>
                      <a:pt x="75629" y="85474"/>
                    </a:moveTo>
                    <a:lnTo>
                      <a:pt x="7525" y="85474"/>
                    </a:lnTo>
                    <a:cubicBezTo>
                      <a:pt x="3334" y="85474"/>
                      <a:pt x="0" y="82045"/>
                      <a:pt x="0" y="77950"/>
                    </a:cubicBezTo>
                    <a:lnTo>
                      <a:pt x="0" y="7655"/>
                    </a:lnTo>
                    <a:cubicBezTo>
                      <a:pt x="0" y="3750"/>
                      <a:pt x="2953" y="512"/>
                      <a:pt x="6858" y="130"/>
                    </a:cubicBezTo>
                    <a:cubicBezTo>
                      <a:pt x="10763" y="-155"/>
                      <a:pt x="14288" y="2416"/>
                      <a:pt x="14954" y="6227"/>
                    </a:cubicBezTo>
                    <a:cubicBezTo>
                      <a:pt x="14954" y="6512"/>
                      <a:pt x="20955" y="36230"/>
                      <a:pt x="41624" y="36230"/>
                    </a:cubicBezTo>
                    <a:cubicBezTo>
                      <a:pt x="62293" y="36230"/>
                      <a:pt x="68199" y="6512"/>
                      <a:pt x="68294" y="6227"/>
                    </a:cubicBezTo>
                    <a:cubicBezTo>
                      <a:pt x="68961" y="2416"/>
                      <a:pt x="72485" y="-346"/>
                      <a:pt x="76391" y="35"/>
                    </a:cubicBezTo>
                    <a:cubicBezTo>
                      <a:pt x="80296" y="416"/>
                      <a:pt x="83248" y="3655"/>
                      <a:pt x="83248" y="7560"/>
                    </a:cubicBezTo>
                    <a:lnTo>
                      <a:pt x="83248" y="77854"/>
                    </a:lnTo>
                    <a:cubicBezTo>
                      <a:pt x="83248" y="82045"/>
                      <a:pt x="79820" y="85379"/>
                      <a:pt x="75724" y="85379"/>
                    </a:cubicBezTo>
                    <a:close/>
                    <a:moveTo>
                      <a:pt x="15050" y="70330"/>
                    </a:moveTo>
                    <a:lnTo>
                      <a:pt x="68103" y="70330"/>
                    </a:lnTo>
                    <a:lnTo>
                      <a:pt x="68103" y="39659"/>
                    </a:lnTo>
                    <a:cubicBezTo>
                      <a:pt x="61913" y="46231"/>
                      <a:pt x="53340" y="51280"/>
                      <a:pt x="41624" y="51280"/>
                    </a:cubicBezTo>
                    <a:cubicBezTo>
                      <a:pt x="29909" y="51280"/>
                      <a:pt x="21336" y="46231"/>
                      <a:pt x="15144" y="39564"/>
                    </a:cubicBezTo>
                    <a:lnTo>
                      <a:pt x="15144" y="7033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505;p45">
                <a:extLst>
                  <a:ext uri="{FF2B5EF4-FFF2-40B4-BE49-F238E27FC236}">
                    <a16:creationId xmlns:a16="http://schemas.microsoft.com/office/drawing/2014/main" id="{FD3E339C-D08F-3984-45E3-1B44EA036105}"/>
                  </a:ext>
                </a:extLst>
              </p:cNvPr>
              <p:cNvSpPr/>
              <p:nvPr/>
            </p:nvSpPr>
            <p:spPr>
              <a:xfrm>
                <a:off x="-3976440" y="3709739"/>
                <a:ext cx="762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23825" extrusionOk="0">
                    <a:moveTo>
                      <a:pt x="41624" y="127159"/>
                    </a:moveTo>
                    <a:cubicBezTo>
                      <a:pt x="8382" y="127159"/>
                      <a:pt x="476" y="86583"/>
                      <a:pt x="95" y="84773"/>
                    </a:cubicBezTo>
                    <a:cubicBezTo>
                      <a:pt x="95" y="84297"/>
                      <a:pt x="0" y="83821"/>
                      <a:pt x="0" y="83440"/>
                    </a:cubicBezTo>
                    <a:lnTo>
                      <a:pt x="0" y="7621"/>
                    </a:lnTo>
                    <a:cubicBezTo>
                      <a:pt x="0" y="4668"/>
                      <a:pt x="1714" y="2001"/>
                      <a:pt x="4286" y="763"/>
                    </a:cubicBezTo>
                    <a:cubicBezTo>
                      <a:pt x="6953" y="-476"/>
                      <a:pt x="10001" y="-94"/>
                      <a:pt x="12287" y="1715"/>
                    </a:cubicBezTo>
                    <a:cubicBezTo>
                      <a:pt x="28766" y="15146"/>
                      <a:pt x="54388" y="15146"/>
                      <a:pt x="70866" y="1715"/>
                    </a:cubicBezTo>
                    <a:cubicBezTo>
                      <a:pt x="73152" y="-94"/>
                      <a:pt x="76295" y="-571"/>
                      <a:pt x="78867" y="763"/>
                    </a:cubicBezTo>
                    <a:cubicBezTo>
                      <a:pt x="81534" y="2001"/>
                      <a:pt x="83153" y="4668"/>
                      <a:pt x="83153" y="7621"/>
                    </a:cubicBezTo>
                    <a:lnTo>
                      <a:pt x="83153" y="83440"/>
                    </a:lnTo>
                    <a:cubicBezTo>
                      <a:pt x="83153" y="83440"/>
                      <a:pt x="83153" y="84392"/>
                      <a:pt x="83058" y="84773"/>
                    </a:cubicBezTo>
                    <a:cubicBezTo>
                      <a:pt x="82772" y="86488"/>
                      <a:pt x="74866" y="127159"/>
                      <a:pt x="41529" y="127159"/>
                    </a:cubicBezTo>
                    <a:close/>
                    <a:moveTo>
                      <a:pt x="15144" y="82678"/>
                    </a:moveTo>
                    <a:cubicBezTo>
                      <a:pt x="16097" y="86964"/>
                      <a:pt x="22670" y="112110"/>
                      <a:pt x="41624" y="112110"/>
                    </a:cubicBezTo>
                    <a:cubicBezTo>
                      <a:pt x="60579" y="112110"/>
                      <a:pt x="67246" y="86964"/>
                      <a:pt x="68103" y="82678"/>
                    </a:cubicBezTo>
                    <a:lnTo>
                      <a:pt x="68103" y="21241"/>
                    </a:lnTo>
                    <a:cubicBezTo>
                      <a:pt x="51625" y="29147"/>
                      <a:pt x="31528" y="29147"/>
                      <a:pt x="15050" y="21241"/>
                    </a:cubicBezTo>
                    <a:lnTo>
                      <a:pt x="15050" y="825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506;p45">
                <a:extLst>
                  <a:ext uri="{FF2B5EF4-FFF2-40B4-BE49-F238E27FC236}">
                    <a16:creationId xmlns:a16="http://schemas.microsoft.com/office/drawing/2014/main" id="{01035CEB-2753-81D7-2132-2E066A2D207F}"/>
                  </a:ext>
                </a:extLst>
              </p:cNvPr>
              <p:cNvSpPr/>
              <p:nvPr/>
            </p:nvSpPr>
            <p:spPr>
              <a:xfrm>
                <a:off x="-3976440" y="3390462"/>
                <a:ext cx="762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9550" extrusionOk="0">
                    <a:moveTo>
                      <a:pt x="75629" y="216027"/>
                    </a:moveTo>
                    <a:cubicBezTo>
                      <a:pt x="73914" y="216027"/>
                      <a:pt x="72200" y="215455"/>
                      <a:pt x="70866" y="214313"/>
                    </a:cubicBezTo>
                    <a:cubicBezTo>
                      <a:pt x="62389" y="207454"/>
                      <a:pt x="52292" y="203835"/>
                      <a:pt x="41529" y="203835"/>
                    </a:cubicBezTo>
                    <a:cubicBezTo>
                      <a:pt x="30766" y="203835"/>
                      <a:pt x="20478" y="207550"/>
                      <a:pt x="12287" y="214217"/>
                    </a:cubicBezTo>
                    <a:cubicBezTo>
                      <a:pt x="10001" y="216122"/>
                      <a:pt x="6953" y="216503"/>
                      <a:pt x="4286" y="215170"/>
                    </a:cubicBezTo>
                    <a:cubicBezTo>
                      <a:pt x="1619" y="213931"/>
                      <a:pt x="0" y="211264"/>
                      <a:pt x="0" y="20831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75629" y="0"/>
                    </a:lnTo>
                    <a:cubicBezTo>
                      <a:pt x="79820" y="0"/>
                      <a:pt x="83153" y="3429"/>
                      <a:pt x="83153" y="7525"/>
                    </a:cubicBezTo>
                    <a:lnTo>
                      <a:pt x="83153" y="208407"/>
                    </a:lnTo>
                    <a:cubicBezTo>
                      <a:pt x="83153" y="211360"/>
                      <a:pt x="81439" y="214027"/>
                      <a:pt x="78867" y="215265"/>
                    </a:cubicBezTo>
                    <a:cubicBezTo>
                      <a:pt x="77819" y="215741"/>
                      <a:pt x="76771" y="216027"/>
                      <a:pt x="75629" y="216027"/>
                    </a:cubicBezTo>
                    <a:close/>
                    <a:moveTo>
                      <a:pt x="41529" y="188690"/>
                    </a:moveTo>
                    <a:cubicBezTo>
                      <a:pt x="50863" y="188690"/>
                      <a:pt x="59817" y="190786"/>
                      <a:pt x="68009" y="194691"/>
                    </a:cubicBezTo>
                    <a:lnTo>
                      <a:pt x="68009" y="15145"/>
                    </a:lnTo>
                    <a:lnTo>
                      <a:pt x="14954" y="15145"/>
                    </a:lnTo>
                    <a:lnTo>
                      <a:pt x="14954" y="194691"/>
                    </a:lnTo>
                    <a:cubicBezTo>
                      <a:pt x="23146" y="190786"/>
                      <a:pt x="32290" y="188690"/>
                      <a:pt x="41434" y="1886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507;p45">
                <a:extLst>
                  <a:ext uri="{FF2B5EF4-FFF2-40B4-BE49-F238E27FC236}">
                    <a16:creationId xmlns:a16="http://schemas.microsoft.com/office/drawing/2014/main" id="{591250AB-842B-B20C-0E88-97FF3EE88F6D}"/>
                  </a:ext>
                </a:extLst>
              </p:cNvPr>
              <p:cNvSpPr/>
              <p:nvPr/>
            </p:nvSpPr>
            <p:spPr>
              <a:xfrm>
                <a:off x="-4896650" y="3387509"/>
                <a:ext cx="10001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85725" extrusionOk="0">
                    <a:moveTo>
                      <a:pt x="927735" y="89154"/>
                    </a:moveTo>
                    <a:lnTo>
                      <a:pt x="7525" y="89154"/>
                    </a:lnTo>
                    <a:cubicBezTo>
                      <a:pt x="3334" y="89154"/>
                      <a:pt x="0" y="85725"/>
                      <a:pt x="0" y="81629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995839" y="0"/>
                    </a:lnTo>
                    <a:cubicBezTo>
                      <a:pt x="1000030" y="0"/>
                      <a:pt x="1003363" y="3429"/>
                      <a:pt x="1003363" y="7525"/>
                    </a:cubicBezTo>
                    <a:lnTo>
                      <a:pt x="1003363" y="10573"/>
                    </a:lnTo>
                    <a:cubicBezTo>
                      <a:pt x="1003363" y="14764"/>
                      <a:pt x="999934" y="18097"/>
                      <a:pt x="995839" y="18097"/>
                    </a:cubicBezTo>
                    <a:lnTo>
                      <a:pt x="935260" y="18097"/>
                    </a:lnTo>
                    <a:lnTo>
                      <a:pt x="935260" y="81629"/>
                    </a:lnTo>
                    <a:cubicBezTo>
                      <a:pt x="935260" y="85820"/>
                      <a:pt x="931830" y="89154"/>
                      <a:pt x="927735" y="89154"/>
                    </a:cubicBezTo>
                    <a:close/>
                    <a:moveTo>
                      <a:pt x="15144" y="74009"/>
                    </a:moveTo>
                    <a:lnTo>
                      <a:pt x="920210" y="74009"/>
                    </a:lnTo>
                    <a:lnTo>
                      <a:pt x="920210" y="14954"/>
                    </a:lnTo>
                    <a:lnTo>
                      <a:pt x="15144" y="14954"/>
                    </a:lnTo>
                    <a:lnTo>
                      <a:pt x="15144" y="740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508;p45">
                <a:extLst>
                  <a:ext uri="{FF2B5EF4-FFF2-40B4-BE49-F238E27FC236}">
                    <a16:creationId xmlns:a16="http://schemas.microsoft.com/office/drawing/2014/main" id="{E4A99B93-551E-5C09-D97C-864B241842A6}"/>
                  </a:ext>
                </a:extLst>
              </p:cNvPr>
              <p:cNvSpPr/>
              <p:nvPr/>
            </p:nvSpPr>
            <p:spPr>
              <a:xfrm>
                <a:off x="-3974535" y="3603082"/>
                <a:ext cx="7620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4775" extrusionOk="0">
                    <a:moveTo>
                      <a:pt x="39719" y="112182"/>
                    </a:moveTo>
                    <a:cubicBezTo>
                      <a:pt x="17812" y="112182"/>
                      <a:pt x="0" y="94370"/>
                      <a:pt x="0" y="72462"/>
                    </a:cubicBezTo>
                    <a:lnTo>
                      <a:pt x="0" y="37791"/>
                    </a:lnTo>
                    <a:cubicBezTo>
                      <a:pt x="0" y="21027"/>
                      <a:pt x="10573" y="6073"/>
                      <a:pt x="26194" y="453"/>
                    </a:cubicBezTo>
                    <a:cubicBezTo>
                      <a:pt x="28480" y="-404"/>
                      <a:pt x="31052" y="-23"/>
                      <a:pt x="33051" y="1406"/>
                    </a:cubicBezTo>
                    <a:cubicBezTo>
                      <a:pt x="35052" y="2835"/>
                      <a:pt x="36290" y="5121"/>
                      <a:pt x="36290" y="7597"/>
                    </a:cubicBezTo>
                    <a:lnTo>
                      <a:pt x="36290" y="60080"/>
                    </a:lnTo>
                    <a:cubicBezTo>
                      <a:pt x="36290" y="60080"/>
                      <a:pt x="37623" y="61414"/>
                      <a:pt x="39624" y="61414"/>
                    </a:cubicBezTo>
                    <a:cubicBezTo>
                      <a:pt x="41624" y="61414"/>
                      <a:pt x="42863" y="60461"/>
                      <a:pt x="42958" y="60080"/>
                    </a:cubicBezTo>
                    <a:lnTo>
                      <a:pt x="42958" y="7692"/>
                    </a:lnTo>
                    <a:cubicBezTo>
                      <a:pt x="42958" y="5216"/>
                      <a:pt x="44196" y="2930"/>
                      <a:pt x="46196" y="1501"/>
                    </a:cubicBezTo>
                    <a:cubicBezTo>
                      <a:pt x="48196" y="73"/>
                      <a:pt x="50768" y="-213"/>
                      <a:pt x="53149" y="644"/>
                    </a:cubicBezTo>
                    <a:cubicBezTo>
                      <a:pt x="58674" y="2644"/>
                      <a:pt x="63627" y="5787"/>
                      <a:pt x="67723" y="9883"/>
                    </a:cubicBezTo>
                    <a:cubicBezTo>
                      <a:pt x="75152" y="17408"/>
                      <a:pt x="79343" y="27314"/>
                      <a:pt x="79343" y="37982"/>
                    </a:cubicBezTo>
                    <a:lnTo>
                      <a:pt x="79343" y="72653"/>
                    </a:lnTo>
                    <a:cubicBezTo>
                      <a:pt x="79343" y="94560"/>
                      <a:pt x="61531" y="112372"/>
                      <a:pt x="39624" y="112372"/>
                    </a:cubicBezTo>
                    <a:close/>
                    <a:moveTo>
                      <a:pt x="21241" y="21504"/>
                    </a:moveTo>
                    <a:cubicBezTo>
                      <a:pt x="17430" y="25885"/>
                      <a:pt x="15144" y="31600"/>
                      <a:pt x="15144" y="37791"/>
                    </a:cubicBezTo>
                    <a:lnTo>
                      <a:pt x="15144" y="72462"/>
                    </a:lnTo>
                    <a:cubicBezTo>
                      <a:pt x="15144" y="86083"/>
                      <a:pt x="26194" y="97132"/>
                      <a:pt x="39719" y="97132"/>
                    </a:cubicBezTo>
                    <a:cubicBezTo>
                      <a:pt x="53244" y="97132"/>
                      <a:pt x="64294" y="86083"/>
                      <a:pt x="64294" y="72462"/>
                    </a:cubicBezTo>
                    <a:lnTo>
                      <a:pt x="64294" y="37791"/>
                    </a:lnTo>
                    <a:cubicBezTo>
                      <a:pt x="64294" y="31695"/>
                      <a:pt x="62103" y="25981"/>
                      <a:pt x="58198" y="21504"/>
                    </a:cubicBezTo>
                    <a:lnTo>
                      <a:pt x="58198" y="59889"/>
                    </a:lnTo>
                    <a:cubicBezTo>
                      <a:pt x="58198" y="69129"/>
                      <a:pt x="50102" y="76368"/>
                      <a:pt x="39719" y="76368"/>
                    </a:cubicBezTo>
                    <a:cubicBezTo>
                      <a:pt x="29337" y="76368"/>
                      <a:pt x="21241" y="69129"/>
                      <a:pt x="21241" y="59889"/>
                    </a:cubicBezTo>
                    <a:lnTo>
                      <a:pt x="21241" y="2150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509;p45">
                <a:extLst>
                  <a:ext uri="{FF2B5EF4-FFF2-40B4-BE49-F238E27FC236}">
                    <a16:creationId xmlns:a16="http://schemas.microsoft.com/office/drawing/2014/main" id="{FD1C7AA0-E22A-6112-E90F-84468598FCC6}"/>
                  </a:ext>
                </a:extLst>
              </p:cNvPr>
              <p:cNvSpPr/>
              <p:nvPr/>
            </p:nvSpPr>
            <p:spPr>
              <a:xfrm>
                <a:off x="-4693768" y="3666992"/>
                <a:ext cx="523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133350" extrusionOk="0">
                    <a:moveTo>
                      <a:pt x="247935" y="135712"/>
                    </a:moveTo>
                    <a:cubicBezTo>
                      <a:pt x="135064" y="135712"/>
                      <a:pt x="91059" y="108185"/>
                      <a:pt x="77248" y="96088"/>
                    </a:cubicBezTo>
                    <a:cubicBezTo>
                      <a:pt x="76009" y="99136"/>
                      <a:pt x="74009" y="101993"/>
                      <a:pt x="71438" y="104184"/>
                    </a:cubicBezTo>
                    <a:cubicBezTo>
                      <a:pt x="66770" y="108090"/>
                      <a:pt x="60674" y="109804"/>
                      <a:pt x="54673" y="108851"/>
                    </a:cubicBezTo>
                    <a:cubicBezTo>
                      <a:pt x="19431" y="102851"/>
                      <a:pt x="0" y="83420"/>
                      <a:pt x="0" y="54083"/>
                    </a:cubicBezTo>
                    <a:cubicBezTo>
                      <a:pt x="0" y="14078"/>
                      <a:pt x="34576" y="3124"/>
                      <a:pt x="55150" y="266"/>
                    </a:cubicBezTo>
                    <a:cubicBezTo>
                      <a:pt x="61150" y="-686"/>
                      <a:pt x="67151" y="1124"/>
                      <a:pt x="71723" y="5029"/>
                    </a:cubicBezTo>
                    <a:cubicBezTo>
                      <a:pt x="76295" y="8934"/>
                      <a:pt x="78867" y="14649"/>
                      <a:pt x="78867" y="20650"/>
                    </a:cubicBezTo>
                    <a:lnTo>
                      <a:pt x="78867" y="25603"/>
                    </a:lnTo>
                    <a:cubicBezTo>
                      <a:pt x="90678" y="31032"/>
                      <a:pt x="152305" y="57131"/>
                      <a:pt x="245459" y="57131"/>
                    </a:cubicBezTo>
                    <a:cubicBezTo>
                      <a:pt x="338614" y="57131"/>
                      <a:pt x="435197" y="30175"/>
                      <a:pt x="452151" y="25127"/>
                    </a:cubicBezTo>
                    <a:lnTo>
                      <a:pt x="452151" y="20555"/>
                    </a:lnTo>
                    <a:cubicBezTo>
                      <a:pt x="452151" y="14459"/>
                      <a:pt x="454819" y="8744"/>
                      <a:pt x="459486" y="4839"/>
                    </a:cubicBezTo>
                    <a:cubicBezTo>
                      <a:pt x="464153" y="933"/>
                      <a:pt x="470249" y="-686"/>
                      <a:pt x="476250" y="266"/>
                    </a:cubicBezTo>
                    <a:cubicBezTo>
                      <a:pt x="496634" y="3600"/>
                      <a:pt x="530923" y="15030"/>
                      <a:pt x="530923" y="54940"/>
                    </a:cubicBezTo>
                    <a:cubicBezTo>
                      <a:pt x="530923" y="84467"/>
                      <a:pt x="511397" y="103613"/>
                      <a:pt x="475774" y="108756"/>
                    </a:cubicBezTo>
                    <a:cubicBezTo>
                      <a:pt x="469868" y="109614"/>
                      <a:pt x="463772" y="107899"/>
                      <a:pt x="459295" y="103994"/>
                    </a:cubicBezTo>
                    <a:cubicBezTo>
                      <a:pt x="456438" y="101517"/>
                      <a:pt x="454437" y="98469"/>
                      <a:pt x="453200" y="95040"/>
                    </a:cubicBezTo>
                    <a:cubicBezTo>
                      <a:pt x="436912" y="105899"/>
                      <a:pt x="380238" y="135712"/>
                      <a:pt x="248126" y="135712"/>
                    </a:cubicBezTo>
                    <a:close/>
                    <a:moveTo>
                      <a:pt x="74866" y="84658"/>
                    </a:moveTo>
                    <a:cubicBezTo>
                      <a:pt x="76009" y="84658"/>
                      <a:pt x="77152" y="85230"/>
                      <a:pt x="77914" y="86182"/>
                    </a:cubicBezTo>
                    <a:cubicBezTo>
                      <a:pt x="78200" y="86563"/>
                      <a:pt x="111061" y="128187"/>
                      <a:pt x="247935" y="128187"/>
                    </a:cubicBezTo>
                    <a:cubicBezTo>
                      <a:pt x="402622" y="128187"/>
                      <a:pt x="452723" y="85991"/>
                      <a:pt x="453200" y="85611"/>
                    </a:cubicBezTo>
                    <a:cubicBezTo>
                      <a:pt x="454343" y="84658"/>
                      <a:pt x="455866" y="84372"/>
                      <a:pt x="457295" y="85039"/>
                    </a:cubicBezTo>
                    <a:cubicBezTo>
                      <a:pt x="458628" y="85611"/>
                      <a:pt x="459486" y="86944"/>
                      <a:pt x="459486" y="88468"/>
                    </a:cubicBezTo>
                    <a:cubicBezTo>
                      <a:pt x="459486" y="92278"/>
                      <a:pt x="461105" y="95898"/>
                      <a:pt x="464058" y="98374"/>
                    </a:cubicBezTo>
                    <a:cubicBezTo>
                      <a:pt x="466916" y="100850"/>
                      <a:pt x="470725" y="101898"/>
                      <a:pt x="474536" y="101422"/>
                    </a:cubicBezTo>
                    <a:cubicBezTo>
                      <a:pt x="474536" y="101422"/>
                      <a:pt x="474536" y="101422"/>
                      <a:pt x="474536" y="101422"/>
                    </a:cubicBezTo>
                    <a:cubicBezTo>
                      <a:pt x="496728" y="98183"/>
                      <a:pt x="523208" y="87515"/>
                      <a:pt x="523208" y="55035"/>
                    </a:cubicBezTo>
                    <a:cubicBezTo>
                      <a:pt x="523208" y="22555"/>
                      <a:pt x="496919" y="11315"/>
                      <a:pt x="474821" y="7791"/>
                    </a:cubicBezTo>
                    <a:cubicBezTo>
                      <a:pt x="471011" y="7124"/>
                      <a:pt x="467106" y="8172"/>
                      <a:pt x="464153" y="10649"/>
                    </a:cubicBezTo>
                    <a:cubicBezTo>
                      <a:pt x="461200" y="13125"/>
                      <a:pt x="459581" y="16745"/>
                      <a:pt x="459581" y="20555"/>
                    </a:cubicBezTo>
                    <a:lnTo>
                      <a:pt x="459581" y="27889"/>
                    </a:lnTo>
                    <a:cubicBezTo>
                      <a:pt x="459581" y="29508"/>
                      <a:pt x="458534" y="31032"/>
                      <a:pt x="456914" y="31508"/>
                    </a:cubicBezTo>
                    <a:cubicBezTo>
                      <a:pt x="455866" y="31794"/>
                      <a:pt x="350329" y="64656"/>
                      <a:pt x="245364" y="64656"/>
                    </a:cubicBezTo>
                    <a:cubicBezTo>
                      <a:pt x="140398" y="64656"/>
                      <a:pt x="73914" y="31604"/>
                      <a:pt x="73247" y="31318"/>
                    </a:cubicBezTo>
                    <a:cubicBezTo>
                      <a:pt x="72009" y="30651"/>
                      <a:pt x="71151" y="29413"/>
                      <a:pt x="71151" y="27984"/>
                    </a:cubicBezTo>
                    <a:lnTo>
                      <a:pt x="71151" y="20650"/>
                    </a:lnTo>
                    <a:cubicBezTo>
                      <a:pt x="71151" y="16840"/>
                      <a:pt x="69532" y="13221"/>
                      <a:pt x="66675" y="10744"/>
                    </a:cubicBezTo>
                    <a:cubicBezTo>
                      <a:pt x="63818" y="8267"/>
                      <a:pt x="60007" y="7220"/>
                      <a:pt x="56197" y="7791"/>
                    </a:cubicBezTo>
                    <a:cubicBezTo>
                      <a:pt x="34004" y="10934"/>
                      <a:pt x="7525" y="21507"/>
                      <a:pt x="7525" y="54178"/>
                    </a:cubicBezTo>
                    <a:cubicBezTo>
                      <a:pt x="7525" y="86849"/>
                      <a:pt x="33814" y="97803"/>
                      <a:pt x="55912" y="101517"/>
                    </a:cubicBezTo>
                    <a:cubicBezTo>
                      <a:pt x="59722" y="102184"/>
                      <a:pt x="63627" y="101041"/>
                      <a:pt x="66580" y="98565"/>
                    </a:cubicBezTo>
                    <a:cubicBezTo>
                      <a:pt x="69532" y="96088"/>
                      <a:pt x="71151" y="92468"/>
                      <a:pt x="71151" y="88563"/>
                    </a:cubicBezTo>
                    <a:cubicBezTo>
                      <a:pt x="71151" y="86944"/>
                      <a:pt x="72200" y="85515"/>
                      <a:pt x="73723" y="84944"/>
                    </a:cubicBezTo>
                    <a:cubicBezTo>
                      <a:pt x="74104" y="84848"/>
                      <a:pt x="74486" y="84753"/>
                      <a:pt x="74866" y="84753"/>
                    </a:cubicBezTo>
                    <a:close/>
                  </a:path>
                </a:pathLst>
              </a:custGeom>
              <a:solidFill>
                <a:srgbClr val="35357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510;p45">
                <a:extLst>
                  <a:ext uri="{FF2B5EF4-FFF2-40B4-BE49-F238E27FC236}">
                    <a16:creationId xmlns:a16="http://schemas.microsoft.com/office/drawing/2014/main" id="{144CAF25-FDD1-FCC6-5977-AAF672183D59}"/>
                  </a:ext>
                </a:extLst>
              </p:cNvPr>
              <p:cNvSpPr/>
              <p:nvPr/>
            </p:nvSpPr>
            <p:spPr>
              <a:xfrm>
                <a:off x="-4245617" y="3663079"/>
                <a:ext cx="857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14300" extrusionOk="0">
                    <a:moveTo>
                      <a:pt x="24384" y="116669"/>
                    </a:moveTo>
                    <a:cubicBezTo>
                      <a:pt x="18574" y="116669"/>
                      <a:pt x="12954" y="114573"/>
                      <a:pt x="8477" y="110764"/>
                    </a:cubicBezTo>
                    <a:cubicBezTo>
                      <a:pt x="3048" y="106096"/>
                      <a:pt x="0" y="99334"/>
                      <a:pt x="0" y="92190"/>
                    </a:cubicBezTo>
                    <a:lnTo>
                      <a:pt x="0" y="24277"/>
                    </a:lnTo>
                    <a:cubicBezTo>
                      <a:pt x="0" y="17133"/>
                      <a:pt x="3143" y="10275"/>
                      <a:pt x="8667" y="5703"/>
                    </a:cubicBezTo>
                    <a:cubicBezTo>
                      <a:pt x="14192" y="1036"/>
                      <a:pt x="21431" y="-869"/>
                      <a:pt x="28480" y="369"/>
                    </a:cubicBezTo>
                    <a:cubicBezTo>
                      <a:pt x="65246" y="6370"/>
                      <a:pt x="86392" y="27610"/>
                      <a:pt x="86392" y="58852"/>
                    </a:cubicBezTo>
                    <a:cubicBezTo>
                      <a:pt x="86392" y="90094"/>
                      <a:pt x="65627" y="110954"/>
                      <a:pt x="28004" y="116383"/>
                    </a:cubicBezTo>
                    <a:cubicBezTo>
                      <a:pt x="26765" y="116574"/>
                      <a:pt x="25527" y="116669"/>
                      <a:pt x="24384" y="116669"/>
                    </a:cubicBezTo>
                    <a:close/>
                    <a:moveTo>
                      <a:pt x="24384" y="15132"/>
                    </a:moveTo>
                    <a:cubicBezTo>
                      <a:pt x="22193" y="15132"/>
                      <a:pt x="20098" y="15895"/>
                      <a:pt x="18479" y="17323"/>
                    </a:cubicBezTo>
                    <a:cubicBezTo>
                      <a:pt x="16383" y="19133"/>
                      <a:pt x="15240" y="21610"/>
                      <a:pt x="15240" y="24372"/>
                    </a:cubicBezTo>
                    <a:lnTo>
                      <a:pt x="15240" y="92285"/>
                    </a:lnTo>
                    <a:cubicBezTo>
                      <a:pt x="15240" y="95047"/>
                      <a:pt x="16383" y="97524"/>
                      <a:pt x="18479" y="99334"/>
                    </a:cubicBezTo>
                    <a:cubicBezTo>
                      <a:pt x="20574" y="101143"/>
                      <a:pt x="23241" y="101905"/>
                      <a:pt x="25908" y="101429"/>
                    </a:cubicBezTo>
                    <a:cubicBezTo>
                      <a:pt x="56102" y="97048"/>
                      <a:pt x="71342" y="82665"/>
                      <a:pt x="71342" y="58757"/>
                    </a:cubicBezTo>
                    <a:cubicBezTo>
                      <a:pt x="71342" y="28848"/>
                      <a:pt x="46767" y="18562"/>
                      <a:pt x="26098" y="15228"/>
                    </a:cubicBezTo>
                    <a:cubicBezTo>
                      <a:pt x="26098" y="15228"/>
                      <a:pt x="26098" y="15228"/>
                      <a:pt x="26098" y="15228"/>
                    </a:cubicBezTo>
                    <a:cubicBezTo>
                      <a:pt x="25527" y="15132"/>
                      <a:pt x="25051" y="15132"/>
                      <a:pt x="24479" y="151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511;p45">
                <a:extLst>
                  <a:ext uri="{FF2B5EF4-FFF2-40B4-BE49-F238E27FC236}">
                    <a16:creationId xmlns:a16="http://schemas.microsoft.com/office/drawing/2014/main" id="{F7ADD334-7F00-77D5-D9AC-30C7608A263B}"/>
                  </a:ext>
                </a:extLst>
              </p:cNvPr>
              <p:cNvSpPr/>
              <p:nvPr/>
            </p:nvSpPr>
            <p:spPr>
              <a:xfrm>
                <a:off x="-4626330" y="3687098"/>
                <a:ext cx="390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90525" h="114300" extrusionOk="0">
                    <a:moveTo>
                      <a:pt x="180594" y="119321"/>
                    </a:moveTo>
                    <a:cubicBezTo>
                      <a:pt x="37242" y="119321"/>
                      <a:pt x="2857" y="74553"/>
                      <a:pt x="1428" y="72648"/>
                    </a:cubicBezTo>
                    <a:cubicBezTo>
                      <a:pt x="476" y="71315"/>
                      <a:pt x="0" y="69791"/>
                      <a:pt x="0" y="68172"/>
                    </a:cubicBezTo>
                    <a:lnTo>
                      <a:pt x="0" y="7593"/>
                    </a:lnTo>
                    <a:cubicBezTo>
                      <a:pt x="0" y="4926"/>
                      <a:pt x="1333" y="2544"/>
                      <a:pt x="3619" y="1116"/>
                    </a:cubicBezTo>
                    <a:cubicBezTo>
                      <a:pt x="5810" y="-218"/>
                      <a:pt x="8667" y="-408"/>
                      <a:pt x="10953" y="830"/>
                    </a:cubicBezTo>
                    <a:cubicBezTo>
                      <a:pt x="11620" y="1116"/>
                      <a:pt x="75533" y="32929"/>
                      <a:pt x="177927" y="32929"/>
                    </a:cubicBezTo>
                    <a:cubicBezTo>
                      <a:pt x="280321" y="32929"/>
                      <a:pt x="385000" y="639"/>
                      <a:pt x="386048" y="353"/>
                    </a:cubicBezTo>
                    <a:cubicBezTo>
                      <a:pt x="388334" y="-313"/>
                      <a:pt x="390810" y="68"/>
                      <a:pt x="392811" y="1497"/>
                    </a:cubicBezTo>
                    <a:cubicBezTo>
                      <a:pt x="394716" y="2925"/>
                      <a:pt x="395859" y="5211"/>
                      <a:pt x="395859" y="7593"/>
                    </a:cubicBezTo>
                    <a:lnTo>
                      <a:pt x="395859" y="68172"/>
                    </a:lnTo>
                    <a:cubicBezTo>
                      <a:pt x="395859" y="70362"/>
                      <a:pt x="394906" y="72362"/>
                      <a:pt x="393287" y="73791"/>
                    </a:cubicBezTo>
                    <a:cubicBezTo>
                      <a:pt x="391191" y="75696"/>
                      <a:pt x="340137" y="119226"/>
                      <a:pt x="180498" y="119226"/>
                    </a:cubicBezTo>
                    <a:close/>
                    <a:moveTo>
                      <a:pt x="15144" y="65314"/>
                    </a:moveTo>
                    <a:cubicBezTo>
                      <a:pt x="22764" y="72743"/>
                      <a:pt x="61913" y="104176"/>
                      <a:pt x="180594" y="104176"/>
                    </a:cubicBezTo>
                    <a:cubicBezTo>
                      <a:pt x="314230" y="104176"/>
                      <a:pt x="368903" y="72553"/>
                      <a:pt x="380809" y="64457"/>
                    </a:cubicBezTo>
                    <a:lnTo>
                      <a:pt x="380809" y="17784"/>
                    </a:lnTo>
                    <a:cubicBezTo>
                      <a:pt x="352044" y="25881"/>
                      <a:pt x="264795" y="48169"/>
                      <a:pt x="177927" y="48169"/>
                    </a:cubicBezTo>
                    <a:cubicBezTo>
                      <a:pt x="95535" y="48169"/>
                      <a:pt x="38005" y="28738"/>
                      <a:pt x="15144" y="19308"/>
                    </a:cubicBezTo>
                    <a:lnTo>
                      <a:pt x="15144" y="653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512;p45">
                <a:extLst>
                  <a:ext uri="{FF2B5EF4-FFF2-40B4-BE49-F238E27FC236}">
                    <a16:creationId xmlns:a16="http://schemas.microsoft.com/office/drawing/2014/main" id="{200DB121-7162-4095-9A00-5C2ACD814F5B}"/>
                  </a:ext>
                </a:extLst>
              </p:cNvPr>
              <p:cNvSpPr/>
              <p:nvPr/>
            </p:nvSpPr>
            <p:spPr>
              <a:xfrm>
                <a:off x="-4527462" y="3533907"/>
                <a:ext cx="1905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14300" extrusionOk="0">
                    <a:moveTo>
                      <a:pt x="190500" y="115253"/>
                    </a:moveTo>
                    <a:lnTo>
                      <a:pt x="7525" y="115253"/>
                    </a:lnTo>
                    <a:cubicBezTo>
                      <a:pt x="3334" y="115253"/>
                      <a:pt x="0" y="111824"/>
                      <a:pt x="0" y="107728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90500" y="0"/>
                    </a:lnTo>
                    <a:cubicBezTo>
                      <a:pt x="194691" y="0"/>
                      <a:pt x="198025" y="3429"/>
                      <a:pt x="198025" y="7525"/>
                    </a:cubicBezTo>
                    <a:lnTo>
                      <a:pt x="198025" y="107728"/>
                    </a:lnTo>
                    <a:cubicBezTo>
                      <a:pt x="198025" y="111919"/>
                      <a:pt x="194596" y="115253"/>
                      <a:pt x="190500" y="115253"/>
                    </a:cubicBezTo>
                    <a:close/>
                    <a:moveTo>
                      <a:pt x="15050" y="100108"/>
                    </a:moveTo>
                    <a:lnTo>
                      <a:pt x="182880" y="100108"/>
                    </a:lnTo>
                    <a:lnTo>
                      <a:pt x="182880" y="15050"/>
                    </a:lnTo>
                    <a:lnTo>
                      <a:pt x="15050" y="15050"/>
                    </a:lnTo>
                    <a:lnTo>
                      <a:pt x="15050" y="1001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513;p45">
                <a:extLst>
                  <a:ext uri="{FF2B5EF4-FFF2-40B4-BE49-F238E27FC236}">
                    <a16:creationId xmlns:a16="http://schemas.microsoft.com/office/drawing/2014/main" id="{6762BA16-A1C5-8D13-59A3-7A52DFBEDF92}"/>
                  </a:ext>
                </a:extLst>
              </p:cNvPr>
              <p:cNvSpPr/>
              <p:nvPr/>
            </p:nvSpPr>
            <p:spPr>
              <a:xfrm>
                <a:off x="-4697578" y="3663176"/>
                <a:ext cx="857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14300" extrusionOk="0">
                    <a:moveTo>
                      <a:pt x="61913" y="116572"/>
                    </a:moveTo>
                    <a:cubicBezTo>
                      <a:pt x="60579" y="116572"/>
                      <a:pt x="59246" y="116477"/>
                      <a:pt x="57912" y="116286"/>
                    </a:cubicBezTo>
                    <a:cubicBezTo>
                      <a:pt x="20574" y="110000"/>
                      <a:pt x="0" y="89140"/>
                      <a:pt x="0" y="57803"/>
                    </a:cubicBezTo>
                    <a:cubicBezTo>
                      <a:pt x="0" y="26466"/>
                      <a:pt x="21241" y="5511"/>
                      <a:pt x="58388" y="272"/>
                    </a:cubicBezTo>
                    <a:cubicBezTo>
                      <a:pt x="65341" y="-776"/>
                      <a:pt x="72485" y="1225"/>
                      <a:pt x="77914" y="5892"/>
                    </a:cubicBezTo>
                    <a:cubicBezTo>
                      <a:pt x="83248" y="10464"/>
                      <a:pt x="86392" y="17227"/>
                      <a:pt x="86392" y="24370"/>
                    </a:cubicBezTo>
                    <a:lnTo>
                      <a:pt x="86392" y="92284"/>
                    </a:lnTo>
                    <a:cubicBezTo>
                      <a:pt x="86392" y="99523"/>
                      <a:pt x="83248" y="106285"/>
                      <a:pt x="77820" y="110952"/>
                    </a:cubicBezTo>
                    <a:cubicBezTo>
                      <a:pt x="73343" y="114762"/>
                      <a:pt x="67723" y="116763"/>
                      <a:pt x="62008" y="116763"/>
                    </a:cubicBezTo>
                    <a:close/>
                    <a:moveTo>
                      <a:pt x="62008" y="15036"/>
                    </a:moveTo>
                    <a:cubicBezTo>
                      <a:pt x="61532" y="15036"/>
                      <a:pt x="61056" y="15036"/>
                      <a:pt x="60579" y="15131"/>
                    </a:cubicBezTo>
                    <a:cubicBezTo>
                      <a:pt x="39814" y="18084"/>
                      <a:pt x="15145" y="27894"/>
                      <a:pt x="15145" y="57803"/>
                    </a:cubicBezTo>
                    <a:cubicBezTo>
                      <a:pt x="15145" y="87711"/>
                      <a:pt x="39720" y="97903"/>
                      <a:pt x="60389" y="101427"/>
                    </a:cubicBezTo>
                    <a:cubicBezTo>
                      <a:pt x="63151" y="101809"/>
                      <a:pt x="65913" y="101142"/>
                      <a:pt x="68009" y="99332"/>
                    </a:cubicBezTo>
                    <a:cubicBezTo>
                      <a:pt x="70104" y="97522"/>
                      <a:pt x="71247" y="95046"/>
                      <a:pt x="71247" y="92188"/>
                    </a:cubicBezTo>
                    <a:lnTo>
                      <a:pt x="71247" y="24275"/>
                    </a:lnTo>
                    <a:cubicBezTo>
                      <a:pt x="71247" y="21513"/>
                      <a:pt x="70104" y="19036"/>
                      <a:pt x="68104" y="17322"/>
                    </a:cubicBezTo>
                    <a:cubicBezTo>
                      <a:pt x="66390" y="15893"/>
                      <a:pt x="64294" y="15131"/>
                      <a:pt x="62103" y="151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514;p45">
                <a:extLst>
                  <a:ext uri="{FF2B5EF4-FFF2-40B4-BE49-F238E27FC236}">
                    <a16:creationId xmlns:a16="http://schemas.microsoft.com/office/drawing/2014/main" id="{8C816A92-3823-0BEB-7C47-847C27B0BD6A}"/>
                  </a:ext>
                </a:extLst>
              </p:cNvPr>
              <p:cNvSpPr/>
              <p:nvPr/>
            </p:nvSpPr>
            <p:spPr>
              <a:xfrm>
                <a:off x="-4964754" y="3784300"/>
                <a:ext cx="762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85725" extrusionOk="0">
                    <a:moveTo>
                      <a:pt x="75629" y="86794"/>
                    </a:moveTo>
                    <a:lnTo>
                      <a:pt x="7525" y="86794"/>
                    </a:lnTo>
                    <a:cubicBezTo>
                      <a:pt x="3334" y="86794"/>
                      <a:pt x="0" y="83365"/>
                      <a:pt x="0" y="79269"/>
                    </a:cubicBezTo>
                    <a:lnTo>
                      <a:pt x="0" y="7641"/>
                    </a:lnTo>
                    <a:cubicBezTo>
                      <a:pt x="0" y="3736"/>
                      <a:pt x="2953" y="497"/>
                      <a:pt x="6858" y="116"/>
                    </a:cubicBezTo>
                    <a:cubicBezTo>
                      <a:pt x="10763" y="-265"/>
                      <a:pt x="14288" y="2402"/>
                      <a:pt x="14954" y="6212"/>
                    </a:cubicBezTo>
                    <a:cubicBezTo>
                      <a:pt x="14954" y="6498"/>
                      <a:pt x="20955" y="36216"/>
                      <a:pt x="41624" y="36216"/>
                    </a:cubicBezTo>
                    <a:cubicBezTo>
                      <a:pt x="62293" y="36216"/>
                      <a:pt x="68199" y="6498"/>
                      <a:pt x="68294" y="6212"/>
                    </a:cubicBezTo>
                    <a:cubicBezTo>
                      <a:pt x="68961" y="2402"/>
                      <a:pt x="72580" y="-265"/>
                      <a:pt x="76391" y="21"/>
                    </a:cubicBezTo>
                    <a:cubicBezTo>
                      <a:pt x="80296" y="402"/>
                      <a:pt x="83248" y="3640"/>
                      <a:pt x="83248" y="7546"/>
                    </a:cubicBezTo>
                    <a:lnTo>
                      <a:pt x="83248" y="79174"/>
                    </a:lnTo>
                    <a:cubicBezTo>
                      <a:pt x="83248" y="83365"/>
                      <a:pt x="79820" y="86699"/>
                      <a:pt x="75724" y="86699"/>
                    </a:cubicBezTo>
                    <a:close/>
                    <a:moveTo>
                      <a:pt x="15050" y="71649"/>
                    </a:moveTo>
                    <a:lnTo>
                      <a:pt x="68104" y="71649"/>
                    </a:lnTo>
                    <a:lnTo>
                      <a:pt x="68104" y="39645"/>
                    </a:lnTo>
                    <a:cubicBezTo>
                      <a:pt x="61913" y="46312"/>
                      <a:pt x="53340" y="51361"/>
                      <a:pt x="41624" y="51361"/>
                    </a:cubicBezTo>
                    <a:cubicBezTo>
                      <a:pt x="29909" y="51361"/>
                      <a:pt x="21336" y="46312"/>
                      <a:pt x="15145" y="39645"/>
                    </a:cubicBezTo>
                    <a:lnTo>
                      <a:pt x="15145" y="716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515;p45">
                <a:extLst>
                  <a:ext uri="{FF2B5EF4-FFF2-40B4-BE49-F238E27FC236}">
                    <a16:creationId xmlns:a16="http://schemas.microsoft.com/office/drawing/2014/main" id="{4656B052-1BAF-26A8-475F-419212143AC7}"/>
                  </a:ext>
                </a:extLst>
              </p:cNvPr>
              <p:cNvSpPr/>
              <p:nvPr/>
            </p:nvSpPr>
            <p:spPr>
              <a:xfrm>
                <a:off x="-4964849" y="3708542"/>
                <a:ext cx="762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23825" extrusionOk="0">
                    <a:moveTo>
                      <a:pt x="41624" y="127118"/>
                    </a:moveTo>
                    <a:cubicBezTo>
                      <a:pt x="8382" y="127118"/>
                      <a:pt x="476" y="86542"/>
                      <a:pt x="95" y="84732"/>
                    </a:cubicBezTo>
                    <a:cubicBezTo>
                      <a:pt x="95" y="84255"/>
                      <a:pt x="0" y="83779"/>
                      <a:pt x="0" y="83398"/>
                    </a:cubicBezTo>
                    <a:lnTo>
                      <a:pt x="0" y="7579"/>
                    </a:lnTo>
                    <a:cubicBezTo>
                      <a:pt x="0" y="4626"/>
                      <a:pt x="1714" y="1960"/>
                      <a:pt x="4286" y="721"/>
                    </a:cubicBezTo>
                    <a:cubicBezTo>
                      <a:pt x="6954" y="-517"/>
                      <a:pt x="10001" y="-136"/>
                      <a:pt x="12288" y="1674"/>
                    </a:cubicBezTo>
                    <a:cubicBezTo>
                      <a:pt x="28766" y="15104"/>
                      <a:pt x="54388" y="15104"/>
                      <a:pt x="70866" y="1674"/>
                    </a:cubicBezTo>
                    <a:cubicBezTo>
                      <a:pt x="73152" y="-136"/>
                      <a:pt x="76295" y="-517"/>
                      <a:pt x="78867" y="721"/>
                    </a:cubicBezTo>
                    <a:cubicBezTo>
                      <a:pt x="81534" y="1960"/>
                      <a:pt x="83154" y="4626"/>
                      <a:pt x="83154" y="7579"/>
                    </a:cubicBezTo>
                    <a:lnTo>
                      <a:pt x="83154" y="83398"/>
                    </a:lnTo>
                    <a:cubicBezTo>
                      <a:pt x="83154" y="83398"/>
                      <a:pt x="83154" y="84351"/>
                      <a:pt x="83058" y="84732"/>
                    </a:cubicBezTo>
                    <a:cubicBezTo>
                      <a:pt x="82772" y="86446"/>
                      <a:pt x="74772" y="127118"/>
                      <a:pt x="41529" y="127118"/>
                    </a:cubicBezTo>
                    <a:close/>
                    <a:moveTo>
                      <a:pt x="15145" y="82636"/>
                    </a:moveTo>
                    <a:cubicBezTo>
                      <a:pt x="16097" y="86923"/>
                      <a:pt x="22670" y="112068"/>
                      <a:pt x="41624" y="112068"/>
                    </a:cubicBezTo>
                    <a:cubicBezTo>
                      <a:pt x="60579" y="112068"/>
                      <a:pt x="67151" y="86923"/>
                      <a:pt x="68104" y="82636"/>
                    </a:cubicBezTo>
                    <a:lnTo>
                      <a:pt x="68104" y="21295"/>
                    </a:lnTo>
                    <a:cubicBezTo>
                      <a:pt x="51625" y="29106"/>
                      <a:pt x="31528" y="29106"/>
                      <a:pt x="15050" y="21295"/>
                    </a:cubicBezTo>
                    <a:lnTo>
                      <a:pt x="15050" y="826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516;p45">
                <a:extLst>
                  <a:ext uri="{FF2B5EF4-FFF2-40B4-BE49-F238E27FC236}">
                    <a16:creationId xmlns:a16="http://schemas.microsoft.com/office/drawing/2014/main" id="{41D491E3-A613-1519-51D9-5803BD3E8BBE}"/>
                  </a:ext>
                </a:extLst>
              </p:cNvPr>
              <p:cNvSpPr/>
              <p:nvPr/>
            </p:nvSpPr>
            <p:spPr>
              <a:xfrm>
                <a:off x="-4964754" y="3389223"/>
                <a:ext cx="762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9550" extrusionOk="0">
                    <a:moveTo>
                      <a:pt x="75629" y="215932"/>
                    </a:moveTo>
                    <a:cubicBezTo>
                      <a:pt x="73914" y="215932"/>
                      <a:pt x="72200" y="215360"/>
                      <a:pt x="70866" y="214217"/>
                    </a:cubicBezTo>
                    <a:cubicBezTo>
                      <a:pt x="54102" y="200501"/>
                      <a:pt x="28766" y="200596"/>
                      <a:pt x="12287" y="214217"/>
                    </a:cubicBezTo>
                    <a:cubicBezTo>
                      <a:pt x="10001" y="216027"/>
                      <a:pt x="6953" y="216408"/>
                      <a:pt x="4286" y="215170"/>
                    </a:cubicBezTo>
                    <a:cubicBezTo>
                      <a:pt x="1619" y="213932"/>
                      <a:pt x="0" y="211265"/>
                      <a:pt x="0" y="20831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75629" y="0"/>
                    </a:lnTo>
                    <a:cubicBezTo>
                      <a:pt x="79820" y="0"/>
                      <a:pt x="83153" y="3429"/>
                      <a:pt x="83153" y="7525"/>
                    </a:cubicBezTo>
                    <a:lnTo>
                      <a:pt x="83153" y="208407"/>
                    </a:lnTo>
                    <a:cubicBezTo>
                      <a:pt x="83153" y="211360"/>
                      <a:pt x="81439" y="214027"/>
                      <a:pt x="78867" y="215265"/>
                    </a:cubicBezTo>
                    <a:cubicBezTo>
                      <a:pt x="77819" y="215741"/>
                      <a:pt x="76771" y="216027"/>
                      <a:pt x="75629" y="216027"/>
                    </a:cubicBezTo>
                    <a:close/>
                    <a:moveTo>
                      <a:pt x="41529" y="188595"/>
                    </a:moveTo>
                    <a:cubicBezTo>
                      <a:pt x="50864" y="188595"/>
                      <a:pt x="59817" y="190691"/>
                      <a:pt x="68009" y="194596"/>
                    </a:cubicBezTo>
                    <a:lnTo>
                      <a:pt x="68009" y="15050"/>
                    </a:lnTo>
                    <a:lnTo>
                      <a:pt x="14954" y="15050"/>
                    </a:lnTo>
                    <a:lnTo>
                      <a:pt x="14954" y="194596"/>
                    </a:lnTo>
                    <a:cubicBezTo>
                      <a:pt x="23146" y="190691"/>
                      <a:pt x="32290" y="188595"/>
                      <a:pt x="41434" y="1885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517;p45">
                <a:extLst>
                  <a:ext uri="{FF2B5EF4-FFF2-40B4-BE49-F238E27FC236}">
                    <a16:creationId xmlns:a16="http://schemas.microsoft.com/office/drawing/2014/main" id="{1E2C5C77-9BDD-EAD9-435F-75EE11AF7C58}"/>
                  </a:ext>
                </a:extLst>
              </p:cNvPr>
              <p:cNvSpPr/>
              <p:nvPr/>
            </p:nvSpPr>
            <p:spPr>
              <a:xfrm>
                <a:off x="-5157941" y="3359962"/>
                <a:ext cx="2762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38100" extrusionOk="0">
                    <a:moveTo>
                      <a:pt x="268815" y="44311"/>
                    </a:moveTo>
                    <a:lnTo>
                      <a:pt x="200711" y="44311"/>
                    </a:lnTo>
                    <a:cubicBezTo>
                      <a:pt x="198902" y="44311"/>
                      <a:pt x="197187" y="43644"/>
                      <a:pt x="195854" y="42501"/>
                    </a:cubicBezTo>
                    <a:lnTo>
                      <a:pt x="45645" y="42501"/>
                    </a:lnTo>
                    <a:cubicBezTo>
                      <a:pt x="25166" y="42501"/>
                      <a:pt x="6973" y="29452"/>
                      <a:pt x="401" y="9926"/>
                    </a:cubicBezTo>
                    <a:cubicBezTo>
                      <a:pt x="-933" y="5926"/>
                      <a:pt x="1163" y="1639"/>
                      <a:pt x="5163" y="401"/>
                    </a:cubicBezTo>
                    <a:cubicBezTo>
                      <a:pt x="9164" y="-932"/>
                      <a:pt x="13450" y="1163"/>
                      <a:pt x="14688" y="5163"/>
                    </a:cubicBezTo>
                    <a:cubicBezTo>
                      <a:pt x="19260" y="18689"/>
                      <a:pt x="31357" y="27452"/>
                      <a:pt x="45549" y="27452"/>
                    </a:cubicBezTo>
                    <a:lnTo>
                      <a:pt x="268720" y="27452"/>
                    </a:lnTo>
                    <a:cubicBezTo>
                      <a:pt x="272911" y="27452"/>
                      <a:pt x="276245" y="30881"/>
                      <a:pt x="276245" y="34977"/>
                    </a:cubicBezTo>
                    <a:lnTo>
                      <a:pt x="276245" y="36786"/>
                    </a:lnTo>
                    <a:cubicBezTo>
                      <a:pt x="276245" y="40977"/>
                      <a:pt x="272816" y="44311"/>
                      <a:pt x="268720" y="443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518;p45">
                <a:extLst>
                  <a:ext uri="{FF2B5EF4-FFF2-40B4-BE49-F238E27FC236}">
                    <a16:creationId xmlns:a16="http://schemas.microsoft.com/office/drawing/2014/main" id="{582C0534-1745-B78F-EF87-EB9CD01078DC}"/>
                  </a:ext>
                </a:extLst>
              </p:cNvPr>
              <p:cNvSpPr/>
              <p:nvPr/>
            </p:nvSpPr>
            <p:spPr>
              <a:xfrm>
                <a:off x="-4962944" y="3601749"/>
                <a:ext cx="7620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4775" extrusionOk="0">
                    <a:moveTo>
                      <a:pt x="39719" y="112181"/>
                    </a:moveTo>
                    <a:cubicBezTo>
                      <a:pt x="17812" y="112181"/>
                      <a:pt x="0" y="94370"/>
                      <a:pt x="0" y="72462"/>
                    </a:cubicBezTo>
                    <a:lnTo>
                      <a:pt x="0" y="37791"/>
                    </a:lnTo>
                    <a:cubicBezTo>
                      <a:pt x="0" y="21122"/>
                      <a:pt x="10573" y="6073"/>
                      <a:pt x="26194" y="453"/>
                    </a:cubicBezTo>
                    <a:cubicBezTo>
                      <a:pt x="28480" y="-404"/>
                      <a:pt x="31052" y="-23"/>
                      <a:pt x="33051" y="1406"/>
                    </a:cubicBezTo>
                    <a:cubicBezTo>
                      <a:pt x="35052" y="2835"/>
                      <a:pt x="36290" y="5121"/>
                      <a:pt x="36290" y="7597"/>
                    </a:cubicBezTo>
                    <a:lnTo>
                      <a:pt x="36290" y="60080"/>
                    </a:lnTo>
                    <a:cubicBezTo>
                      <a:pt x="36290" y="60080"/>
                      <a:pt x="37624" y="61413"/>
                      <a:pt x="39624" y="61413"/>
                    </a:cubicBezTo>
                    <a:cubicBezTo>
                      <a:pt x="41624" y="61413"/>
                      <a:pt x="42863" y="60461"/>
                      <a:pt x="42958" y="60080"/>
                    </a:cubicBezTo>
                    <a:lnTo>
                      <a:pt x="42958" y="7692"/>
                    </a:lnTo>
                    <a:cubicBezTo>
                      <a:pt x="42958" y="5216"/>
                      <a:pt x="44101" y="2930"/>
                      <a:pt x="46101" y="1501"/>
                    </a:cubicBezTo>
                    <a:cubicBezTo>
                      <a:pt x="48101" y="72"/>
                      <a:pt x="50673" y="-309"/>
                      <a:pt x="52959" y="548"/>
                    </a:cubicBezTo>
                    <a:cubicBezTo>
                      <a:pt x="58388" y="2454"/>
                      <a:pt x="63436" y="5692"/>
                      <a:pt x="67627" y="9883"/>
                    </a:cubicBezTo>
                    <a:cubicBezTo>
                      <a:pt x="75152" y="17408"/>
                      <a:pt x="79248" y="27314"/>
                      <a:pt x="79248" y="37982"/>
                    </a:cubicBezTo>
                    <a:lnTo>
                      <a:pt x="79248" y="72653"/>
                    </a:lnTo>
                    <a:cubicBezTo>
                      <a:pt x="79248" y="94560"/>
                      <a:pt x="61436" y="112372"/>
                      <a:pt x="39529" y="112372"/>
                    </a:cubicBezTo>
                    <a:close/>
                    <a:moveTo>
                      <a:pt x="21241" y="21504"/>
                    </a:moveTo>
                    <a:cubicBezTo>
                      <a:pt x="17431" y="25885"/>
                      <a:pt x="15145" y="31600"/>
                      <a:pt x="15145" y="37696"/>
                    </a:cubicBezTo>
                    <a:lnTo>
                      <a:pt x="15145" y="72367"/>
                    </a:lnTo>
                    <a:cubicBezTo>
                      <a:pt x="15145" y="85988"/>
                      <a:pt x="26194" y="97037"/>
                      <a:pt x="39719" y="97037"/>
                    </a:cubicBezTo>
                    <a:cubicBezTo>
                      <a:pt x="53245" y="97037"/>
                      <a:pt x="64294" y="85988"/>
                      <a:pt x="64294" y="72367"/>
                    </a:cubicBezTo>
                    <a:lnTo>
                      <a:pt x="64294" y="37696"/>
                    </a:lnTo>
                    <a:cubicBezTo>
                      <a:pt x="64294" y="31600"/>
                      <a:pt x="62103" y="25885"/>
                      <a:pt x="58198" y="21408"/>
                    </a:cubicBezTo>
                    <a:lnTo>
                      <a:pt x="58198" y="59794"/>
                    </a:lnTo>
                    <a:cubicBezTo>
                      <a:pt x="58198" y="69033"/>
                      <a:pt x="50102" y="76272"/>
                      <a:pt x="39719" y="76272"/>
                    </a:cubicBezTo>
                    <a:cubicBezTo>
                      <a:pt x="29337" y="76272"/>
                      <a:pt x="21241" y="69033"/>
                      <a:pt x="21241" y="59794"/>
                    </a:cubicBezTo>
                    <a:lnTo>
                      <a:pt x="21241" y="214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519;p45">
                <a:extLst>
                  <a:ext uri="{FF2B5EF4-FFF2-40B4-BE49-F238E27FC236}">
                    <a16:creationId xmlns:a16="http://schemas.microsoft.com/office/drawing/2014/main" id="{20B4238C-03EF-0099-37F0-E4929A94906C}"/>
                  </a:ext>
                </a:extLst>
              </p:cNvPr>
              <p:cNvSpPr/>
              <p:nvPr/>
            </p:nvSpPr>
            <p:spPr>
              <a:xfrm>
                <a:off x="-4494029" y="355105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36481" y="72962"/>
                    </a:moveTo>
                    <a:cubicBezTo>
                      <a:pt x="16383" y="72962"/>
                      <a:pt x="0" y="56579"/>
                      <a:pt x="0" y="36481"/>
                    </a:cubicBezTo>
                    <a:cubicBezTo>
                      <a:pt x="0" y="16383"/>
                      <a:pt x="16383" y="0"/>
                      <a:pt x="36481" y="0"/>
                    </a:cubicBezTo>
                    <a:cubicBezTo>
                      <a:pt x="56579" y="0"/>
                      <a:pt x="72962" y="16383"/>
                      <a:pt x="72962" y="36481"/>
                    </a:cubicBezTo>
                    <a:cubicBezTo>
                      <a:pt x="72962" y="56579"/>
                      <a:pt x="56579" y="72962"/>
                      <a:pt x="36481" y="72962"/>
                    </a:cubicBezTo>
                    <a:close/>
                    <a:moveTo>
                      <a:pt x="36481" y="15049"/>
                    </a:moveTo>
                    <a:cubicBezTo>
                      <a:pt x="24670" y="15049"/>
                      <a:pt x="15050" y="24670"/>
                      <a:pt x="15050" y="36481"/>
                    </a:cubicBezTo>
                    <a:cubicBezTo>
                      <a:pt x="15050" y="48292"/>
                      <a:pt x="24670" y="57912"/>
                      <a:pt x="36481" y="57912"/>
                    </a:cubicBezTo>
                    <a:cubicBezTo>
                      <a:pt x="48292" y="57912"/>
                      <a:pt x="57912" y="48292"/>
                      <a:pt x="57912" y="36481"/>
                    </a:cubicBezTo>
                    <a:cubicBezTo>
                      <a:pt x="57912" y="24670"/>
                      <a:pt x="48292" y="15049"/>
                      <a:pt x="36481" y="150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520;p45">
                <a:extLst>
                  <a:ext uri="{FF2B5EF4-FFF2-40B4-BE49-F238E27FC236}">
                    <a16:creationId xmlns:a16="http://schemas.microsoft.com/office/drawing/2014/main" id="{B1F35D3C-9AE7-63CE-5E9A-AFEBC02CFDEA}"/>
                  </a:ext>
                </a:extLst>
              </p:cNvPr>
              <p:cNvSpPr/>
              <p:nvPr/>
            </p:nvSpPr>
            <p:spPr>
              <a:xfrm>
                <a:off x="-4909890" y="3041371"/>
                <a:ext cx="666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14300" extrusionOk="0">
                    <a:moveTo>
                      <a:pt x="68103" y="47339"/>
                    </a:moveTo>
                    <a:lnTo>
                      <a:pt x="68103" y="89440"/>
                    </a:lnTo>
                    <a:cubicBezTo>
                      <a:pt x="68103" y="108109"/>
                      <a:pt x="52768" y="123539"/>
                      <a:pt x="34100" y="123539"/>
                    </a:cubicBezTo>
                    <a:cubicBezTo>
                      <a:pt x="15430" y="123539"/>
                      <a:pt x="0" y="108204"/>
                      <a:pt x="0" y="89440"/>
                    </a:cubicBezTo>
                    <a:lnTo>
                      <a:pt x="0" y="34004"/>
                    </a:lnTo>
                    <a:cubicBezTo>
                      <a:pt x="0" y="15335"/>
                      <a:pt x="15335" y="0"/>
                      <a:pt x="34100" y="0"/>
                    </a:cubicBezTo>
                    <a:cubicBezTo>
                      <a:pt x="43434" y="0"/>
                      <a:pt x="51911" y="3810"/>
                      <a:pt x="58102" y="10001"/>
                    </a:cubicBezTo>
                    <a:cubicBezTo>
                      <a:pt x="64294" y="16193"/>
                      <a:pt x="68103" y="24670"/>
                      <a:pt x="68103" y="34004"/>
                    </a:cubicBezTo>
                    <a:lnTo>
                      <a:pt x="68103" y="4743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521;p45">
                <a:extLst>
                  <a:ext uri="{FF2B5EF4-FFF2-40B4-BE49-F238E27FC236}">
                    <a16:creationId xmlns:a16="http://schemas.microsoft.com/office/drawing/2014/main" id="{4A571678-C7F8-328A-BE9B-B27FE20ED832}"/>
                  </a:ext>
                </a:extLst>
              </p:cNvPr>
              <p:cNvSpPr/>
              <p:nvPr/>
            </p:nvSpPr>
            <p:spPr>
              <a:xfrm>
                <a:off x="-4502601" y="3088710"/>
                <a:ext cx="1428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6200" extrusionOk="0">
                    <a:moveTo>
                      <a:pt x="0" y="0"/>
                    </a:moveTo>
                    <a:lnTo>
                      <a:pt x="148400" y="0"/>
                    </a:lnTo>
                    <a:lnTo>
                      <a:pt x="148400" y="81344"/>
                    </a:lnTo>
                    <a:lnTo>
                      <a:pt x="0" y="813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522;p45">
                <a:extLst>
                  <a:ext uri="{FF2B5EF4-FFF2-40B4-BE49-F238E27FC236}">
                    <a16:creationId xmlns:a16="http://schemas.microsoft.com/office/drawing/2014/main" id="{14E00750-2BF3-1C44-342B-F68E953343D6}"/>
                  </a:ext>
                </a:extLst>
              </p:cNvPr>
              <p:cNvSpPr/>
              <p:nvPr/>
            </p:nvSpPr>
            <p:spPr>
              <a:xfrm>
                <a:off x="-3983108" y="3041371"/>
                <a:ext cx="666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14300" extrusionOk="0">
                    <a:moveTo>
                      <a:pt x="68199" y="47339"/>
                    </a:moveTo>
                    <a:lnTo>
                      <a:pt x="68199" y="89440"/>
                    </a:lnTo>
                    <a:cubicBezTo>
                      <a:pt x="68199" y="108109"/>
                      <a:pt x="52864" y="123539"/>
                      <a:pt x="34100" y="123539"/>
                    </a:cubicBezTo>
                    <a:cubicBezTo>
                      <a:pt x="15335" y="123539"/>
                      <a:pt x="0" y="108204"/>
                      <a:pt x="0" y="89440"/>
                    </a:cubicBezTo>
                    <a:lnTo>
                      <a:pt x="0" y="34004"/>
                    </a:lnTo>
                    <a:cubicBezTo>
                      <a:pt x="0" y="15335"/>
                      <a:pt x="15335" y="0"/>
                      <a:pt x="34100" y="0"/>
                    </a:cubicBezTo>
                    <a:cubicBezTo>
                      <a:pt x="43434" y="0"/>
                      <a:pt x="52007" y="3810"/>
                      <a:pt x="58198" y="10001"/>
                    </a:cubicBezTo>
                    <a:cubicBezTo>
                      <a:pt x="64389" y="16193"/>
                      <a:pt x="68199" y="24670"/>
                      <a:pt x="68199" y="34004"/>
                    </a:cubicBezTo>
                    <a:lnTo>
                      <a:pt x="68199" y="4743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523;p45">
                <a:extLst>
                  <a:ext uri="{FF2B5EF4-FFF2-40B4-BE49-F238E27FC236}">
                    <a16:creationId xmlns:a16="http://schemas.microsoft.com/office/drawing/2014/main" id="{11796D23-A4A4-4DB1-4164-E4A0C5B5B103}"/>
                  </a:ext>
                </a:extLst>
              </p:cNvPr>
              <p:cNvSpPr/>
              <p:nvPr/>
            </p:nvSpPr>
            <p:spPr>
              <a:xfrm>
                <a:off x="-5015440" y="2849728"/>
                <a:ext cx="11715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71575" h="114300" extrusionOk="0">
                    <a:moveTo>
                      <a:pt x="1727" y="97822"/>
                    </a:moveTo>
                    <a:cubicBezTo>
                      <a:pt x="-939" y="90106"/>
                      <a:pt x="-654" y="81248"/>
                      <a:pt x="3537" y="72961"/>
                    </a:cubicBezTo>
                    <a:lnTo>
                      <a:pt x="31445" y="17812"/>
                    </a:lnTo>
                    <a:cubicBezTo>
                      <a:pt x="36970" y="6953"/>
                      <a:pt x="48209" y="0"/>
                      <a:pt x="60402" y="0"/>
                    </a:cubicBezTo>
                    <a:lnTo>
                      <a:pt x="1113581" y="0"/>
                    </a:lnTo>
                    <a:cubicBezTo>
                      <a:pt x="1125773" y="0"/>
                      <a:pt x="1137012" y="6858"/>
                      <a:pt x="1142537" y="17812"/>
                    </a:cubicBezTo>
                    <a:lnTo>
                      <a:pt x="1170445" y="72961"/>
                    </a:lnTo>
                    <a:cubicBezTo>
                      <a:pt x="1174636" y="81248"/>
                      <a:pt x="1174922" y="90106"/>
                      <a:pt x="1172255" y="97917"/>
                    </a:cubicBezTo>
                    <a:cubicBezTo>
                      <a:pt x="1168064" y="110490"/>
                      <a:pt x="1156348" y="120205"/>
                      <a:pt x="1141394" y="120205"/>
                    </a:cubicBezTo>
                    <a:lnTo>
                      <a:pt x="32493" y="120205"/>
                    </a:lnTo>
                    <a:cubicBezTo>
                      <a:pt x="17539" y="120205"/>
                      <a:pt x="5823" y="110395"/>
                      <a:pt x="1632" y="978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524;p45">
                <a:extLst>
                  <a:ext uri="{FF2B5EF4-FFF2-40B4-BE49-F238E27FC236}">
                    <a16:creationId xmlns:a16="http://schemas.microsoft.com/office/drawing/2014/main" id="{5F8F58DD-D59F-EE3F-5D83-8D99D5920A37}"/>
                  </a:ext>
                </a:extLst>
              </p:cNvPr>
              <p:cNvSpPr/>
              <p:nvPr/>
            </p:nvSpPr>
            <p:spPr>
              <a:xfrm>
                <a:off x="-5013713" y="3066325"/>
                <a:ext cx="116205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1162050" h="276225" extrusionOk="0">
                    <a:moveTo>
                      <a:pt x="1170623" y="95"/>
                    </a:moveTo>
                    <a:lnTo>
                      <a:pt x="1170623" y="217075"/>
                    </a:lnTo>
                    <a:cubicBezTo>
                      <a:pt x="1170623" y="253746"/>
                      <a:pt x="1140905" y="283464"/>
                      <a:pt x="1104233" y="283464"/>
                    </a:cubicBezTo>
                    <a:lnTo>
                      <a:pt x="66390" y="283464"/>
                    </a:lnTo>
                    <a:cubicBezTo>
                      <a:pt x="29718" y="283464"/>
                      <a:pt x="0" y="253746"/>
                      <a:pt x="0" y="217075"/>
                    </a:cubicBezTo>
                    <a:lnTo>
                      <a:pt x="0" y="0"/>
                    </a:lnTo>
                    <a:cubicBezTo>
                      <a:pt x="4191" y="12573"/>
                      <a:pt x="15907" y="22288"/>
                      <a:pt x="30861" y="22288"/>
                    </a:cubicBezTo>
                    <a:lnTo>
                      <a:pt x="103918" y="22288"/>
                    </a:lnTo>
                    <a:lnTo>
                      <a:pt x="103918" y="64389"/>
                    </a:lnTo>
                    <a:cubicBezTo>
                      <a:pt x="103918" y="83058"/>
                      <a:pt x="119253" y="98488"/>
                      <a:pt x="138017" y="98488"/>
                    </a:cubicBezTo>
                    <a:cubicBezTo>
                      <a:pt x="156782" y="98488"/>
                      <a:pt x="172021" y="83153"/>
                      <a:pt x="172021" y="64389"/>
                    </a:cubicBezTo>
                    <a:lnTo>
                      <a:pt x="172021" y="22288"/>
                    </a:lnTo>
                    <a:lnTo>
                      <a:pt x="511207" y="22288"/>
                    </a:lnTo>
                    <a:lnTo>
                      <a:pt x="511207" y="103632"/>
                    </a:lnTo>
                    <a:lnTo>
                      <a:pt x="659606" y="103632"/>
                    </a:lnTo>
                    <a:lnTo>
                      <a:pt x="659606" y="22288"/>
                    </a:lnTo>
                    <a:lnTo>
                      <a:pt x="1030796" y="22288"/>
                    </a:lnTo>
                    <a:lnTo>
                      <a:pt x="1030796" y="64389"/>
                    </a:lnTo>
                    <a:cubicBezTo>
                      <a:pt x="1030796" y="83058"/>
                      <a:pt x="1046131" y="98488"/>
                      <a:pt x="1064895" y="98488"/>
                    </a:cubicBezTo>
                    <a:cubicBezTo>
                      <a:pt x="1083659" y="98488"/>
                      <a:pt x="1098995" y="83153"/>
                      <a:pt x="1098995" y="64389"/>
                    </a:cubicBezTo>
                    <a:lnTo>
                      <a:pt x="1098995" y="22288"/>
                    </a:lnTo>
                    <a:lnTo>
                      <a:pt x="1139952" y="22288"/>
                    </a:lnTo>
                    <a:cubicBezTo>
                      <a:pt x="1155002" y="22288"/>
                      <a:pt x="1166622" y="12573"/>
                      <a:pt x="1170813" y="0"/>
                    </a:cubicBezTo>
                    <a:close/>
                    <a:moveTo>
                      <a:pt x="812388" y="114586"/>
                    </a:moveTo>
                    <a:lnTo>
                      <a:pt x="812388" y="81439"/>
                    </a:lnTo>
                    <a:lnTo>
                      <a:pt x="713327" y="81439"/>
                    </a:lnTo>
                    <a:lnTo>
                      <a:pt x="713327" y="114586"/>
                    </a:lnTo>
                    <a:lnTo>
                      <a:pt x="749618" y="114586"/>
                    </a:lnTo>
                    <a:lnTo>
                      <a:pt x="749618" y="156591"/>
                    </a:lnTo>
                    <a:lnTo>
                      <a:pt x="738092" y="158305"/>
                    </a:lnTo>
                    <a:cubicBezTo>
                      <a:pt x="735425" y="152305"/>
                      <a:pt x="732473" y="145733"/>
                      <a:pt x="729139" y="138113"/>
                    </a:cubicBezTo>
                    <a:cubicBezTo>
                      <a:pt x="630746" y="175641"/>
                      <a:pt x="539592" y="175546"/>
                      <a:pt x="441389" y="138113"/>
                    </a:cubicBezTo>
                    <a:cubicBezTo>
                      <a:pt x="437865" y="145923"/>
                      <a:pt x="435007" y="152590"/>
                      <a:pt x="432245" y="158687"/>
                    </a:cubicBezTo>
                    <a:lnTo>
                      <a:pt x="415862" y="156305"/>
                    </a:lnTo>
                    <a:lnTo>
                      <a:pt x="415862" y="114681"/>
                    </a:lnTo>
                    <a:lnTo>
                      <a:pt x="449104" y="114681"/>
                    </a:lnTo>
                    <a:lnTo>
                      <a:pt x="449104" y="81534"/>
                    </a:lnTo>
                    <a:lnTo>
                      <a:pt x="350044" y="81534"/>
                    </a:lnTo>
                    <a:lnTo>
                      <a:pt x="350044" y="114681"/>
                    </a:lnTo>
                    <a:lnTo>
                      <a:pt x="382620" y="114681"/>
                    </a:lnTo>
                    <a:lnTo>
                      <a:pt x="382620" y="182499"/>
                    </a:lnTo>
                    <a:lnTo>
                      <a:pt x="418624" y="189167"/>
                    </a:lnTo>
                    <a:cubicBezTo>
                      <a:pt x="416909" y="193072"/>
                      <a:pt x="415004" y="197263"/>
                      <a:pt x="413004" y="201930"/>
                    </a:cubicBezTo>
                    <a:cubicBezTo>
                      <a:pt x="529590" y="247650"/>
                      <a:pt x="640652" y="247650"/>
                      <a:pt x="757333" y="201930"/>
                    </a:cubicBezTo>
                    <a:cubicBezTo>
                      <a:pt x="755238" y="197168"/>
                      <a:pt x="753237" y="192786"/>
                      <a:pt x="751427" y="188786"/>
                    </a:cubicBezTo>
                    <a:lnTo>
                      <a:pt x="782764" y="182975"/>
                    </a:lnTo>
                    <a:lnTo>
                      <a:pt x="782764" y="114776"/>
                    </a:lnTo>
                    <a:lnTo>
                      <a:pt x="812292" y="11477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525;p45">
                <a:extLst>
                  <a:ext uri="{FF2B5EF4-FFF2-40B4-BE49-F238E27FC236}">
                    <a16:creationId xmlns:a16="http://schemas.microsoft.com/office/drawing/2014/main" id="{1A1C655B-B5CF-C650-1883-CDB8BDF07DE7}"/>
                  </a:ext>
                </a:extLst>
              </p:cNvPr>
              <p:cNvSpPr/>
              <p:nvPr/>
            </p:nvSpPr>
            <p:spPr>
              <a:xfrm>
                <a:off x="-3949008" y="3007747"/>
                <a:ext cx="1047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76200" extrusionOk="0">
                    <a:moveTo>
                      <a:pt x="105918" y="38195"/>
                    </a:moveTo>
                    <a:lnTo>
                      <a:pt x="105918" y="58674"/>
                    </a:lnTo>
                    <a:cubicBezTo>
                      <a:pt x="101727" y="71247"/>
                      <a:pt x="90011" y="80963"/>
                      <a:pt x="75057" y="80963"/>
                    </a:cubicBezTo>
                    <a:lnTo>
                      <a:pt x="34100" y="80963"/>
                    </a:lnTo>
                    <a:lnTo>
                      <a:pt x="34100" y="67532"/>
                    </a:lnTo>
                    <a:cubicBezTo>
                      <a:pt x="34100" y="58103"/>
                      <a:pt x="30289" y="49721"/>
                      <a:pt x="24098" y="43529"/>
                    </a:cubicBezTo>
                    <a:cubicBezTo>
                      <a:pt x="17907" y="37338"/>
                      <a:pt x="9334" y="33528"/>
                      <a:pt x="0" y="33528"/>
                    </a:cubicBezTo>
                    <a:lnTo>
                      <a:pt x="0" y="22288"/>
                    </a:lnTo>
                    <a:lnTo>
                      <a:pt x="74962" y="22288"/>
                    </a:lnTo>
                    <a:cubicBezTo>
                      <a:pt x="90011" y="22288"/>
                      <a:pt x="101632" y="12573"/>
                      <a:pt x="105823" y="0"/>
                    </a:cubicBezTo>
                    <a:lnTo>
                      <a:pt x="105823" y="3819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526;p45">
                <a:extLst>
                  <a:ext uri="{FF2B5EF4-FFF2-40B4-BE49-F238E27FC236}">
                    <a16:creationId xmlns:a16="http://schemas.microsoft.com/office/drawing/2014/main" id="{90A493BC-E8C0-87C9-D2BD-D39A22729487}"/>
                  </a:ext>
                </a:extLst>
              </p:cNvPr>
              <p:cNvSpPr/>
              <p:nvPr/>
            </p:nvSpPr>
            <p:spPr>
              <a:xfrm>
                <a:off x="-5013713" y="2947549"/>
                <a:ext cx="11620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62050" h="76200" extrusionOk="0">
                    <a:moveTo>
                      <a:pt x="0" y="39719"/>
                    </a:moveTo>
                    <a:lnTo>
                      <a:pt x="0" y="0"/>
                    </a:lnTo>
                    <a:cubicBezTo>
                      <a:pt x="4096" y="12573"/>
                      <a:pt x="15907" y="22384"/>
                      <a:pt x="30861" y="22384"/>
                    </a:cubicBezTo>
                    <a:lnTo>
                      <a:pt x="1139762" y="22384"/>
                    </a:lnTo>
                    <a:cubicBezTo>
                      <a:pt x="1154811" y="22384"/>
                      <a:pt x="1166432" y="12668"/>
                      <a:pt x="1170623" y="95"/>
                    </a:cubicBezTo>
                    <a:lnTo>
                      <a:pt x="1170623" y="60198"/>
                    </a:lnTo>
                    <a:cubicBezTo>
                      <a:pt x="1166432" y="72771"/>
                      <a:pt x="1154716" y="82487"/>
                      <a:pt x="1139762" y="82487"/>
                    </a:cubicBezTo>
                    <a:lnTo>
                      <a:pt x="30861" y="82487"/>
                    </a:lnTo>
                    <a:cubicBezTo>
                      <a:pt x="15907" y="82487"/>
                      <a:pt x="4191" y="72771"/>
                      <a:pt x="0" y="60198"/>
                    </a:cubicBezTo>
                    <a:lnTo>
                      <a:pt x="0" y="3981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527;p45">
                <a:extLst>
                  <a:ext uri="{FF2B5EF4-FFF2-40B4-BE49-F238E27FC236}">
                    <a16:creationId xmlns:a16="http://schemas.microsoft.com/office/drawing/2014/main" id="{F5C8AEAF-51BE-F4B0-1856-575877689720}"/>
                  </a:ext>
                </a:extLst>
              </p:cNvPr>
              <p:cNvSpPr/>
              <p:nvPr/>
            </p:nvSpPr>
            <p:spPr>
              <a:xfrm>
                <a:off x="-4875790" y="3030036"/>
                <a:ext cx="9239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23925" h="57150" extrusionOk="0">
                    <a:moveTo>
                      <a:pt x="926782" y="0"/>
                    </a:moveTo>
                    <a:lnTo>
                      <a:pt x="926782" y="11239"/>
                    </a:lnTo>
                    <a:cubicBezTo>
                      <a:pt x="908018" y="11239"/>
                      <a:pt x="892683" y="26575"/>
                      <a:pt x="892683" y="45244"/>
                    </a:cubicBezTo>
                    <a:lnTo>
                      <a:pt x="892683" y="58674"/>
                    </a:lnTo>
                    <a:lnTo>
                      <a:pt x="34004" y="58674"/>
                    </a:lnTo>
                    <a:lnTo>
                      <a:pt x="34004" y="45244"/>
                    </a:lnTo>
                    <a:cubicBezTo>
                      <a:pt x="34004" y="35814"/>
                      <a:pt x="30194" y="27432"/>
                      <a:pt x="24003" y="21241"/>
                    </a:cubicBezTo>
                    <a:cubicBezTo>
                      <a:pt x="17812" y="15049"/>
                      <a:pt x="9334" y="11239"/>
                      <a:pt x="0" y="11239"/>
                    </a:cubicBezTo>
                    <a:lnTo>
                      <a:pt x="0" y="0"/>
                    </a:lnTo>
                    <a:lnTo>
                      <a:pt x="9267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528;p45">
                <a:extLst>
                  <a:ext uri="{FF2B5EF4-FFF2-40B4-BE49-F238E27FC236}">
                    <a16:creationId xmlns:a16="http://schemas.microsoft.com/office/drawing/2014/main" id="{5E831786-CDF1-DA2F-AED5-32356E330529}"/>
                  </a:ext>
                </a:extLst>
              </p:cNvPr>
              <p:cNvSpPr/>
              <p:nvPr/>
            </p:nvSpPr>
            <p:spPr>
              <a:xfrm>
                <a:off x="-4300385" y="3147765"/>
                <a:ext cx="952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8575" extrusionOk="0">
                    <a:moveTo>
                      <a:pt x="99060" y="0"/>
                    </a:moveTo>
                    <a:lnTo>
                      <a:pt x="99060" y="33147"/>
                    </a:lnTo>
                    <a:lnTo>
                      <a:pt x="69532" y="33147"/>
                    </a:lnTo>
                    <a:lnTo>
                      <a:pt x="36290" y="33147"/>
                    </a:lnTo>
                    <a:lnTo>
                      <a:pt x="0" y="33147"/>
                    </a:lnTo>
                    <a:lnTo>
                      <a:pt x="0" y="0"/>
                    </a:lnTo>
                    <a:lnTo>
                      <a:pt x="990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529;p45">
                <a:extLst>
                  <a:ext uri="{FF2B5EF4-FFF2-40B4-BE49-F238E27FC236}">
                    <a16:creationId xmlns:a16="http://schemas.microsoft.com/office/drawing/2014/main" id="{8E0956A5-CAB1-53DA-DEB7-ADF622DF04B9}"/>
                  </a:ext>
                </a:extLst>
              </p:cNvPr>
              <p:cNvSpPr/>
              <p:nvPr/>
            </p:nvSpPr>
            <p:spPr>
              <a:xfrm>
                <a:off x="-4275621" y="3180912"/>
                <a:ext cx="381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66675" extrusionOk="0">
                    <a:moveTo>
                      <a:pt x="44768" y="0"/>
                    </a:moveTo>
                    <a:lnTo>
                      <a:pt x="44768" y="68199"/>
                    </a:lnTo>
                    <a:lnTo>
                      <a:pt x="13431" y="74009"/>
                    </a:lnTo>
                    <a:cubicBezTo>
                      <a:pt x="8573" y="62960"/>
                      <a:pt x="4572" y="54007"/>
                      <a:pt x="0" y="43720"/>
                    </a:cubicBezTo>
                    <a:lnTo>
                      <a:pt x="11525" y="42005"/>
                    </a:lnTo>
                    <a:lnTo>
                      <a:pt x="11525" y="0"/>
                    </a:lnTo>
                    <a:lnTo>
                      <a:pt x="4476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530;p45">
                <a:extLst>
                  <a:ext uri="{FF2B5EF4-FFF2-40B4-BE49-F238E27FC236}">
                    <a16:creationId xmlns:a16="http://schemas.microsoft.com/office/drawing/2014/main" id="{7FAF8FC1-E77E-9618-1049-7C0CF2EAA267}"/>
                  </a:ext>
                </a:extLst>
              </p:cNvPr>
              <p:cNvSpPr/>
              <p:nvPr/>
            </p:nvSpPr>
            <p:spPr>
              <a:xfrm>
                <a:off x="-4600613" y="3204342"/>
                <a:ext cx="3429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95250" extrusionOk="0">
                    <a:moveTo>
                      <a:pt x="338424" y="50483"/>
                    </a:moveTo>
                    <a:cubicBezTo>
                      <a:pt x="340233" y="54578"/>
                      <a:pt x="342233" y="58865"/>
                      <a:pt x="344329" y="63627"/>
                    </a:cubicBezTo>
                    <a:cubicBezTo>
                      <a:pt x="227743" y="109347"/>
                      <a:pt x="116681" y="109347"/>
                      <a:pt x="0" y="63627"/>
                    </a:cubicBezTo>
                    <a:cubicBezTo>
                      <a:pt x="2000" y="59055"/>
                      <a:pt x="3906" y="54864"/>
                      <a:pt x="5620" y="50864"/>
                    </a:cubicBezTo>
                    <a:cubicBezTo>
                      <a:pt x="10573" y="39815"/>
                      <a:pt x="14574" y="30766"/>
                      <a:pt x="19145" y="20574"/>
                    </a:cubicBezTo>
                    <a:cubicBezTo>
                      <a:pt x="21908" y="14383"/>
                      <a:pt x="24765" y="7811"/>
                      <a:pt x="28290" y="0"/>
                    </a:cubicBezTo>
                    <a:cubicBezTo>
                      <a:pt x="126492" y="37433"/>
                      <a:pt x="217647" y="37529"/>
                      <a:pt x="316039" y="0"/>
                    </a:cubicBezTo>
                    <a:cubicBezTo>
                      <a:pt x="319469" y="7716"/>
                      <a:pt x="322326" y="14192"/>
                      <a:pt x="324993" y="20193"/>
                    </a:cubicBezTo>
                    <a:cubicBezTo>
                      <a:pt x="329565" y="30385"/>
                      <a:pt x="333566" y="39434"/>
                      <a:pt x="338424" y="5048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531;p45">
                <a:extLst>
                  <a:ext uri="{FF2B5EF4-FFF2-40B4-BE49-F238E27FC236}">
                    <a16:creationId xmlns:a16="http://schemas.microsoft.com/office/drawing/2014/main" id="{130F8DAD-71B3-F570-A87A-8FFC9E6C188E}"/>
                  </a:ext>
                </a:extLst>
              </p:cNvPr>
              <p:cNvSpPr/>
              <p:nvPr/>
            </p:nvSpPr>
            <p:spPr>
              <a:xfrm>
                <a:off x="-4663574" y="3147765"/>
                <a:ext cx="952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8575" extrusionOk="0">
                    <a:moveTo>
                      <a:pt x="99060" y="0"/>
                    </a:moveTo>
                    <a:lnTo>
                      <a:pt x="99060" y="33147"/>
                    </a:lnTo>
                    <a:lnTo>
                      <a:pt x="65818" y="33147"/>
                    </a:lnTo>
                    <a:lnTo>
                      <a:pt x="32671" y="33147"/>
                    </a:lnTo>
                    <a:lnTo>
                      <a:pt x="0" y="33147"/>
                    </a:lnTo>
                    <a:lnTo>
                      <a:pt x="0" y="0"/>
                    </a:lnTo>
                    <a:lnTo>
                      <a:pt x="990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532;p45">
                <a:extLst>
                  <a:ext uri="{FF2B5EF4-FFF2-40B4-BE49-F238E27FC236}">
                    <a16:creationId xmlns:a16="http://schemas.microsoft.com/office/drawing/2014/main" id="{8F5265DA-65D9-DCC7-220E-A8ACB973F56B}"/>
                  </a:ext>
                </a:extLst>
              </p:cNvPr>
              <p:cNvSpPr/>
              <p:nvPr/>
            </p:nvSpPr>
            <p:spPr>
              <a:xfrm>
                <a:off x="-4630903" y="3180816"/>
                <a:ext cx="476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66675" extrusionOk="0">
                    <a:moveTo>
                      <a:pt x="33147" y="41815"/>
                    </a:moveTo>
                    <a:lnTo>
                      <a:pt x="49530" y="44196"/>
                    </a:lnTo>
                    <a:cubicBezTo>
                      <a:pt x="44958" y="54388"/>
                      <a:pt x="40957" y="63437"/>
                      <a:pt x="36005" y="74486"/>
                    </a:cubicBezTo>
                    <a:lnTo>
                      <a:pt x="0" y="67818"/>
                    </a:lnTo>
                    <a:lnTo>
                      <a:pt x="0" y="0"/>
                    </a:lnTo>
                    <a:lnTo>
                      <a:pt x="33242" y="0"/>
                    </a:lnTo>
                    <a:lnTo>
                      <a:pt x="33242" y="4162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533;p45">
                <a:extLst>
                  <a:ext uri="{FF2B5EF4-FFF2-40B4-BE49-F238E27FC236}">
                    <a16:creationId xmlns:a16="http://schemas.microsoft.com/office/drawing/2014/main" id="{E8466BA6-FA79-7810-FF3E-355CC065B596}"/>
                  </a:ext>
                </a:extLst>
              </p:cNvPr>
              <p:cNvSpPr/>
              <p:nvPr/>
            </p:nvSpPr>
            <p:spPr>
              <a:xfrm>
                <a:off x="-5013713" y="3007652"/>
                <a:ext cx="1333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6200" extrusionOk="0">
                    <a:moveTo>
                      <a:pt x="0" y="38291"/>
                    </a:moveTo>
                    <a:lnTo>
                      <a:pt x="0" y="0"/>
                    </a:lnTo>
                    <a:cubicBezTo>
                      <a:pt x="4191" y="12573"/>
                      <a:pt x="15907" y="22288"/>
                      <a:pt x="30861" y="22288"/>
                    </a:cubicBezTo>
                    <a:lnTo>
                      <a:pt x="138017" y="22288"/>
                    </a:lnTo>
                    <a:lnTo>
                      <a:pt x="138017" y="33528"/>
                    </a:lnTo>
                    <a:cubicBezTo>
                      <a:pt x="119253" y="33528"/>
                      <a:pt x="103918" y="48863"/>
                      <a:pt x="103918" y="67532"/>
                    </a:cubicBezTo>
                    <a:lnTo>
                      <a:pt x="103918" y="80963"/>
                    </a:lnTo>
                    <a:lnTo>
                      <a:pt x="30861" y="80963"/>
                    </a:lnTo>
                    <a:cubicBezTo>
                      <a:pt x="15907" y="80963"/>
                      <a:pt x="4191" y="71247"/>
                      <a:pt x="0" y="58674"/>
                    </a:cubicBezTo>
                    <a:lnTo>
                      <a:pt x="0" y="3829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534;p45">
                <a:extLst>
                  <a:ext uri="{FF2B5EF4-FFF2-40B4-BE49-F238E27FC236}">
                    <a16:creationId xmlns:a16="http://schemas.microsoft.com/office/drawing/2014/main" id="{A4D0C843-B24B-E2B3-62A1-32ECC124C4D1}"/>
                  </a:ext>
                </a:extLst>
              </p:cNvPr>
              <p:cNvSpPr/>
              <p:nvPr/>
            </p:nvSpPr>
            <p:spPr>
              <a:xfrm>
                <a:off x="-4917510" y="3033751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 extrusionOk="0">
                    <a:moveTo>
                      <a:pt x="41720" y="138589"/>
                    </a:moveTo>
                    <a:cubicBezTo>
                      <a:pt x="18764" y="138589"/>
                      <a:pt x="0" y="119920"/>
                      <a:pt x="0" y="96964"/>
                    </a:cubicBezTo>
                    <a:lnTo>
                      <a:pt x="0" y="41529"/>
                    </a:lnTo>
                    <a:cubicBezTo>
                      <a:pt x="0" y="18574"/>
                      <a:pt x="18669" y="0"/>
                      <a:pt x="41720" y="0"/>
                    </a:cubicBezTo>
                    <a:cubicBezTo>
                      <a:pt x="52768" y="0"/>
                      <a:pt x="63246" y="4286"/>
                      <a:pt x="71056" y="12192"/>
                    </a:cubicBezTo>
                    <a:cubicBezTo>
                      <a:pt x="78962" y="20098"/>
                      <a:pt x="83248" y="30575"/>
                      <a:pt x="83248" y="41529"/>
                    </a:cubicBezTo>
                    <a:lnTo>
                      <a:pt x="83248" y="96964"/>
                    </a:lnTo>
                    <a:cubicBezTo>
                      <a:pt x="83248" y="119920"/>
                      <a:pt x="64579" y="138589"/>
                      <a:pt x="41720" y="138589"/>
                    </a:cubicBezTo>
                    <a:close/>
                    <a:moveTo>
                      <a:pt x="41720" y="15145"/>
                    </a:moveTo>
                    <a:cubicBezTo>
                      <a:pt x="27051" y="15145"/>
                      <a:pt x="15144" y="26956"/>
                      <a:pt x="15144" y="41624"/>
                    </a:cubicBezTo>
                    <a:lnTo>
                      <a:pt x="15144" y="97059"/>
                    </a:lnTo>
                    <a:cubicBezTo>
                      <a:pt x="15144" y="111633"/>
                      <a:pt x="27051" y="123539"/>
                      <a:pt x="41720" y="123539"/>
                    </a:cubicBezTo>
                    <a:cubicBezTo>
                      <a:pt x="56388" y="123539"/>
                      <a:pt x="68199" y="111633"/>
                      <a:pt x="68199" y="97059"/>
                    </a:cubicBezTo>
                    <a:lnTo>
                      <a:pt x="68199" y="41624"/>
                    </a:lnTo>
                    <a:cubicBezTo>
                      <a:pt x="68199" y="34671"/>
                      <a:pt x="65437" y="28003"/>
                      <a:pt x="60388" y="22955"/>
                    </a:cubicBezTo>
                    <a:cubicBezTo>
                      <a:pt x="55436" y="18002"/>
                      <a:pt x="48768" y="15240"/>
                      <a:pt x="41720" y="15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535;p45">
                <a:extLst>
                  <a:ext uri="{FF2B5EF4-FFF2-40B4-BE49-F238E27FC236}">
                    <a16:creationId xmlns:a16="http://schemas.microsoft.com/office/drawing/2014/main" id="{F85A3F03-F641-44BC-1836-CE0C9EC761E1}"/>
                  </a:ext>
                </a:extLst>
              </p:cNvPr>
              <p:cNvSpPr/>
              <p:nvPr/>
            </p:nvSpPr>
            <p:spPr>
              <a:xfrm>
                <a:off x="-3990632" y="3033751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 extrusionOk="0">
                    <a:moveTo>
                      <a:pt x="41624" y="138589"/>
                    </a:moveTo>
                    <a:cubicBezTo>
                      <a:pt x="18669" y="138589"/>
                      <a:pt x="0" y="119920"/>
                      <a:pt x="0" y="96964"/>
                    </a:cubicBezTo>
                    <a:lnTo>
                      <a:pt x="0" y="41529"/>
                    </a:lnTo>
                    <a:cubicBezTo>
                      <a:pt x="0" y="18574"/>
                      <a:pt x="18669" y="0"/>
                      <a:pt x="41624" y="0"/>
                    </a:cubicBezTo>
                    <a:cubicBezTo>
                      <a:pt x="52578" y="0"/>
                      <a:pt x="63341" y="4477"/>
                      <a:pt x="71056" y="12192"/>
                    </a:cubicBezTo>
                    <a:cubicBezTo>
                      <a:pt x="78962" y="20098"/>
                      <a:pt x="83248" y="30575"/>
                      <a:pt x="83248" y="41529"/>
                    </a:cubicBezTo>
                    <a:lnTo>
                      <a:pt x="83248" y="96964"/>
                    </a:lnTo>
                    <a:cubicBezTo>
                      <a:pt x="83248" y="119920"/>
                      <a:pt x="64579" y="138589"/>
                      <a:pt x="41624" y="138589"/>
                    </a:cubicBezTo>
                    <a:close/>
                    <a:moveTo>
                      <a:pt x="41624" y="15145"/>
                    </a:moveTo>
                    <a:cubicBezTo>
                      <a:pt x="27051" y="15145"/>
                      <a:pt x="15144" y="26956"/>
                      <a:pt x="15144" y="41624"/>
                    </a:cubicBezTo>
                    <a:lnTo>
                      <a:pt x="15144" y="97059"/>
                    </a:lnTo>
                    <a:cubicBezTo>
                      <a:pt x="15144" y="111633"/>
                      <a:pt x="27051" y="123539"/>
                      <a:pt x="41624" y="123539"/>
                    </a:cubicBezTo>
                    <a:cubicBezTo>
                      <a:pt x="56197" y="123539"/>
                      <a:pt x="68103" y="111633"/>
                      <a:pt x="68103" y="97059"/>
                    </a:cubicBezTo>
                    <a:lnTo>
                      <a:pt x="68103" y="41624"/>
                    </a:lnTo>
                    <a:cubicBezTo>
                      <a:pt x="68103" y="34671"/>
                      <a:pt x="65341" y="28003"/>
                      <a:pt x="60293" y="22955"/>
                    </a:cubicBezTo>
                    <a:cubicBezTo>
                      <a:pt x="55436" y="18097"/>
                      <a:pt x="48577" y="15240"/>
                      <a:pt x="41624" y="15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536;p45">
                <a:extLst>
                  <a:ext uri="{FF2B5EF4-FFF2-40B4-BE49-F238E27FC236}">
                    <a16:creationId xmlns:a16="http://schemas.microsoft.com/office/drawing/2014/main" id="{B85F7F44-1E19-5113-4B10-0E50B1ECBD0B}"/>
                  </a:ext>
                </a:extLst>
              </p:cNvPr>
              <p:cNvSpPr/>
              <p:nvPr/>
            </p:nvSpPr>
            <p:spPr>
              <a:xfrm>
                <a:off x="-4671003" y="3140335"/>
                <a:ext cx="4762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161925" extrusionOk="0">
                    <a:moveTo>
                      <a:pt x="242601" y="169355"/>
                    </a:moveTo>
                    <a:cubicBezTo>
                      <a:pt x="184595" y="169355"/>
                      <a:pt x="126587" y="157829"/>
                      <a:pt x="67723" y="134779"/>
                    </a:cubicBezTo>
                    <a:cubicBezTo>
                      <a:pt x="65817" y="134017"/>
                      <a:pt x="64294" y="132493"/>
                      <a:pt x="63532" y="130588"/>
                    </a:cubicBezTo>
                    <a:cubicBezTo>
                      <a:pt x="62769" y="128683"/>
                      <a:pt x="62769" y="126492"/>
                      <a:pt x="63532" y="124683"/>
                    </a:cubicBezTo>
                    <a:lnTo>
                      <a:pt x="65341" y="120682"/>
                    </a:lnTo>
                    <a:lnTo>
                      <a:pt x="38766" y="115824"/>
                    </a:lnTo>
                    <a:cubicBezTo>
                      <a:pt x="35147" y="115158"/>
                      <a:pt x="32575" y="112014"/>
                      <a:pt x="32575" y="108395"/>
                    </a:cubicBezTo>
                    <a:lnTo>
                      <a:pt x="32575" y="48197"/>
                    </a:lnTo>
                    <a:lnTo>
                      <a:pt x="7525" y="48197"/>
                    </a:lnTo>
                    <a:cubicBezTo>
                      <a:pt x="3334" y="48197"/>
                      <a:pt x="0" y="44768"/>
                      <a:pt x="0" y="4067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06585" y="0"/>
                    </a:lnTo>
                    <a:cubicBezTo>
                      <a:pt x="110776" y="0"/>
                      <a:pt x="114109" y="3429"/>
                      <a:pt x="114109" y="7525"/>
                    </a:cubicBezTo>
                    <a:lnTo>
                      <a:pt x="114109" y="40672"/>
                    </a:lnTo>
                    <a:cubicBezTo>
                      <a:pt x="114109" y="44863"/>
                      <a:pt x="110680" y="48197"/>
                      <a:pt x="106585" y="48197"/>
                    </a:cubicBezTo>
                    <a:lnTo>
                      <a:pt x="80867" y="48197"/>
                    </a:lnTo>
                    <a:lnTo>
                      <a:pt x="80867" y="75819"/>
                    </a:lnTo>
                    <a:lnTo>
                      <a:pt x="85058" y="76486"/>
                    </a:lnTo>
                    <a:lnTo>
                      <a:pt x="91821" y="61151"/>
                    </a:lnTo>
                    <a:cubicBezTo>
                      <a:pt x="93440" y="57436"/>
                      <a:pt x="97631" y="55721"/>
                      <a:pt x="101441" y="57150"/>
                    </a:cubicBezTo>
                    <a:cubicBezTo>
                      <a:pt x="197739" y="93917"/>
                      <a:pt x="287464" y="93917"/>
                      <a:pt x="383762" y="57150"/>
                    </a:cubicBezTo>
                    <a:cubicBezTo>
                      <a:pt x="387477" y="55721"/>
                      <a:pt x="391763" y="57436"/>
                      <a:pt x="393382" y="61151"/>
                    </a:cubicBezTo>
                    <a:lnTo>
                      <a:pt x="399383" y="74676"/>
                    </a:lnTo>
                    <a:lnTo>
                      <a:pt x="399383" y="48292"/>
                    </a:lnTo>
                    <a:lnTo>
                      <a:pt x="370618" y="48292"/>
                    </a:lnTo>
                    <a:cubicBezTo>
                      <a:pt x="366426" y="48292"/>
                      <a:pt x="363093" y="44863"/>
                      <a:pt x="363093" y="40767"/>
                    </a:cubicBezTo>
                    <a:lnTo>
                      <a:pt x="363093" y="7620"/>
                    </a:lnTo>
                    <a:cubicBezTo>
                      <a:pt x="363093" y="3429"/>
                      <a:pt x="366522" y="95"/>
                      <a:pt x="370618" y="95"/>
                    </a:cubicBezTo>
                    <a:lnTo>
                      <a:pt x="469678" y="95"/>
                    </a:lnTo>
                    <a:cubicBezTo>
                      <a:pt x="473869" y="95"/>
                      <a:pt x="477202" y="3524"/>
                      <a:pt x="477202" y="7620"/>
                    </a:cubicBezTo>
                    <a:lnTo>
                      <a:pt x="477202" y="40767"/>
                    </a:lnTo>
                    <a:cubicBezTo>
                      <a:pt x="477202" y="44958"/>
                      <a:pt x="473773" y="48292"/>
                      <a:pt x="469678" y="48292"/>
                    </a:cubicBezTo>
                    <a:lnTo>
                      <a:pt x="447675" y="48292"/>
                    </a:lnTo>
                    <a:lnTo>
                      <a:pt x="447675" y="108871"/>
                    </a:lnTo>
                    <a:cubicBezTo>
                      <a:pt x="447675" y="112491"/>
                      <a:pt x="445103" y="115634"/>
                      <a:pt x="441484" y="116300"/>
                    </a:cubicBezTo>
                    <a:lnTo>
                      <a:pt x="419576" y="120301"/>
                    </a:lnTo>
                    <a:cubicBezTo>
                      <a:pt x="420243" y="121730"/>
                      <a:pt x="420910" y="123254"/>
                      <a:pt x="421576" y="124778"/>
                    </a:cubicBezTo>
                    <a:cubicBezTo>
                      <a:pt x="422434" y="126683"/>
                      <a:pt x="422434" y="128778"/>
                      <a:pt x="421576" y="130683"/>
                    </a:cubicBezTo>
                    <a:cubicBezTo>
                      <a:pt x="420814" y="132588"/>
                      <a:pt x="419290" y="134112"/>
                      <a:pt x="417385" y="134874"/>
                    </a:cubicBezTo>
                    <a:cubicBezTo>
                      <a:pt x="358521" y="157925"/>
                      <a:pt x="300514" y="169450"/>
                      <a:pt x="242506" y="169450"/>
                    </a:cubicBezTo>
                    <a:close/>
                    <a:moveTo>
                      <a:pt x="80581" y="123539"/>
                    </a:moveTo>
                    <a:cubicBezTo>
                      <a:pt x="190881" y="165068"/>
                      <a:pt x="294322" y="165068"/>
                      <a:pt x="404622" y="123539"/>
                    </a:cubicBezTo>
                    <a:cubicBezTo>
                      <a:pt x="403955" y="122111"/>
                      <a:pt x="403384" y="120777"/>
                      <a:pt x="402812" y="119444"/>
                    </a:cubicBezTo>
                    <a:lnTo>
                      <a:pt x="402050" y="117634"/>
                    </a:lnTo>
                    <a:cubicBezTo>
                      <a:pt x="401098" y="115538"/>
                      <a:pt x="401193" y="113062"/>
                      <a:pt x="402241" y="111062"/>
                    </a:cubicBezTo>
                    <a:cubicBezTo>
                      <a:pt x="403288" y="108966"/>
                      <a:pt x="405289" y="107537"/>
                      <a:pt x="407575" y="107156"/>
                    </a:cubicBezTo>
                    <a:lnTo>
                      <a:pt x="432721" y="102489"/>
                    </a:lnTo>
                    <a:lnTo>
                      <a:pt x="432721" y="40577"/>
                    </a:lnTo>
                    <a:cubicBezTo>
                      <a:pt x="432721" y="36386"/>
                      <a:pt x="436150" y="33052"/>
                      <a:pt x="440245" y="33052"/>
                    </a:cubicBezTo>
                    <a:lnTo>
                      <a:pt x="462248" y="33052"/>
                    </a:lnTo>
                    <a:lnTo>
                      <a:pt x="462248" y="15050"/>
                    </a:lnTo>
                    <a:lnTo>
                      <a:pt x="378237" y="15050"/>
                    </a:lnTo>
                    <a:lnTo>
                      <a:pt x="378237" y="33052"/>
                    </a:lnTo>
                    <a:lnTo>
                      <a:pt x="407003" y="33052"/>
                    </a:lnTo>
                    <a:cubicBezTo>
                      <a:pt x="411194" y="33052"/>
                      <a:pt x="414528" y="36481"/>
                      <a:pt x="414528" y="40577"/>
                    </a:cubicBezTo>
                    <a:lnTo>
                      <a:pt x="414528" y="82582"/>
                    </a:lnTo>
                    <a:cubicBezTo>
                      <a:pt x="414528" y="86297"/>
                      <a:pt x="411766" y="89535"/>
                      <a:pt x="408051" y="90011"/>
                    </a:cubicBezTo>
                    <a:lnTo>
                      <a:pt x="396526" y="91726"/>
                    </a:lnTo>
                    <a:cubicBezTo>
                      <a:pt x="393192" y="92202"/>
                      <a:pt x="389858" y="90392"/>
                      <a:pt x="388525" y="87344"/>
                    </a:cubicBezTo>
                    <a:lnTo>
                      <a:pt x="382428" y="73628"/>
                    </a:lnTo>
                    <a:cubicBezTo>
                      <a:pt x="287178" y="108490"/>
                      <a:pt x="197929" y="108395"/>
                      <a:pt x="102775" y="73628"/>
                    </a:cubicBezTo>
                    <a:lnTo>
                      <a:pt x="96488" y="87725"/>
                    </a:lnTo>
                    <a:cubicBezTo>
                      <a:pt x="95059" y="90869"/>
                      <a:pt x="91821" y="92583"/>
                      <a:pt x="88487" y="92107"/>
                    </a:cubicBezTo>
                    <a:lnTo>
                      <a:pt x="72199" y="89630"/>
                    </a:lnTo>
                    <a:cubicBezTo>
                      <a:pt x="68485" y="89059"/>
                      <a:pt x="65722" y="85916"/>
                      <a:pt x="65722" y="82201"/>
                    </a:cubicBezTo>
                    <a:lnTo>
                      <a:pt x="65722" y="40577"/>
                    </a:lnTo>
                    <a:cubicBezTo>
                      <a:pt x="65722" y="36386"/>
                      <a:pt x="69151" y="33052"/>
                      <a:pt x="73247" y="33052"/>
                    </a:cubicBezTo>
                    <a:lnTo>
                      <a:pt x="98964" y="33052"/>
                    </a:lnTo>
                    <a:lnTo>
                      <a:pt x="98964" y="15050"/>
                    </a:lnTo>
                    <a:lnTo>
                      <a:pt x="14954" y="15050"/>
                    </a:lnTo>
                    <a:lnTo>
                      <a:pt x="14954" y="33052"/>
                    </a:lnTo>
                    <a:lnTo>
                      <a:pt x="40005" y="33052"/>
                    </a:lnTo>
                    <a:cubicBezTo>
                      <a:pt x="44196" y="33052"/>
                      <a:pt x="47530" y="36481"/>
                      <a:pt x="47530" y="40577"/>
                    </a:cubicBezTo>
                    <a:lnTo>
                      <a:pt x="47530" y="102108"/>
                    </a:lnTo>
                    <a:lnTo>
                      <a:pt x="77343" y="107633"/>
                    </a:lnTo>
                    <a:cubicBezTo>
                      <a:pt x="79629" y="108014"/>
                      <a:pt x="81534" y="109442"/>
                      <a:pt x="82677" y="111538"/>
                    </a:cubicBezTo>
                    <a:cubicBezTo>
                      <a:pt x="83725" y="113538"/>
                      <a:pt x="83820" y="116015"/>
                      <a:pt x="82962" y="118110"/>
                    </a:cubicBezTo>
                    <a:lnTo>
                      <a:pt x="80486" y="123635"/>
                    </a:lnTo>
                    <a:close/>
                  </a:path>
                </a:pathLst>
              </a:custGeom>
              <a:solidFill>
                <a:srgbClr val="35357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537;p45">
                <a:extLst>
                  <a:ext uri="{FF2B5EF4-FFF2-40B4-BE49-F238E27FC236}">
                    <a16:creationId xmlns:a16="http://schemas.microsoft.com/office/drawing/2014/main" id="{503502DA-9495-CB3F-2D78-169F2F2E1F1F}"/>
                  </a:ext>
                </a:extLst>
              </p:cNvPr>
              <p:cNvSpPr/>
              <p:nvPr/>
            </p:nvSpPr>
            <p:spPr>
              <a:xfrm>
                <a:off x="-3956533" y="3000415"/>
                <a:ext cx="1143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0" extrusionOk="0">
                    <a:moveTo>
                      <a:pt x="82487" y="95820"/>
                    </a:moveTo>
                    <a:lnTo>
                      <a:pt x="41529" y="95820"/>
                    </a:lnTo>
                    <a:cubicBezTo>
                      <a:pt x="37338" y="95820"/>
                      <a:pt x="34004" y="92391"/>
                      <a:pt x="34004" y="88295"/>
                    </a:cubicBezTo>
                    <a:lnTo>
                      <a:pt x="34004" y="74865"/>
                    </a:lnTo>
                    <a:cubicBezTo>
                      <a:pt x="34004" y="67911"/>
                      <a:pt x="31242" y="61244"/>
                      <a:pt x="26194" y="56196"/>
                    </a:cubicBezTo>
                    <a:cubicBezTo>
                      <a:pt x="21336" y="51338"/>
                      <a:pt x="14478" y="48481"/>
                      <a:pt x="7525" y="48481"/>
                    </a:cubicBezTo>
                    <a:cubicBezTo>
                      <a:pt x="3334" y="48481"/>
                      <a:pt x="0" y="45051"/>
                      <a:pt x="0" y="40956"/>
                    </a:cubicBezTo>
                    <a:lnTo>
                      <a:pt x="0" y="29716"/>
                    </a:lnTo>
                    <a:cubicBezTo>
                      <a:pt x="0" y="25525"/>
                      <a:pt x="3429" y="22191"/>
                      <a:pt x="7525" y="22191"/>
                    </a:cubicBezTo>
                    <a:lnTo>
                      <a:pt x="82487" y="22191"/>
                    </a:lnTo>
                    <a:cubicBezTo>
                      <a:pt x="93440" y="22191"/>
                      <a:pt x="102775" y="15524"/>
                      <a:pt x="106204" y="5142"/>
                    </a:cubicBezTo>
                    <a:cubicBezTo>
                      <a:pt x="107347" y="1617"/>
                      <a:pt x="110966" y="-478"/>
                      <a:pt x="114586" y="93"/>
                    </a:cubicBezTo>
                    <a:cubicBezTo>
                      <a:pt x="118206" y="665"/>
                      <a:pt x="120968" y="3808"/>
                      <a:pt x="120968" y="7523"/>
                    </a:cubicBezTo>
                    <a:lnTo>
                      <a:pt x="120968" y="66197"/>
                    </a:lnTo>
                    <a:cubicBezTo>
                      <a:pt x="120968" y="67054"/>
                      <a:pt x="120872" y="67816"/>
                      <a:pt x="120587" y="68578"/>
                    </a:cubicBezTo>
                    <a:cubicBezTo>
                      <a:pt x="115062" y="84961"/>
                      <a:pt x="99822" y="96010"/>
                      <a:pt x="82487" y="96010"/>
                    </a:cubicBezTo>
                    <a:close/>
                    <a:moveTo>
                      <a:pt x="49054" y="80675"/>
                    </a:moveTo>
                    <a:lnTo>
                      <a:pt x="82487" y="80675"/>
                    </a:lnTo>
                    <a:cubicBezTo>
                      <a:pt x="93059" y="80675"/>
                      <a:pt x="102108" y="74389"/>
                      <a:pt x="105823" y="64673"/>
                    </a:cubicBezTo>
                    <a:lnTo>
                      <a:pt x="105823" y="29621"/>
                    </a:lnTo>
                    <a:cubicBezTo>
                      <a:pt x="99156" y="34383"/>
                      <a:pt x="91059" y="37050"/>
                      <a:pt x="82487" y="37050"/>
                    </a:cubicBezTo>
                    <a:lnTo>
                      <a:pt x="24861" y="37050"/>
                    </a:lnTo>
                    <a:cubicBezTo>
                      <a:pt x="29337" y="39051"/>
                      <a:pt x="33433" y="41908"/>
                      <a:pt x="36957" y="45433"/>
                    </a:cubicBezTo>
                    <a:cubicBezTo>
                      <a:pt x="44863" y="53338"/>
                      <a:pt x="49149" y="63816"/>
                      <a:pt x="49149" y="74769"/>
                    </a:cubicBezTo>
                    <a:lnTo>
                      <a:pt x="49149" y="8058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538;p45">
                <a:extLst>
                  <a:ext uri="{FF2B5EF4-FFF2-40B4-BE49-F238E27FC236}">
                    <a16:creationId xmlns:a16="http://schemas.microsoft.com/office/drawing/2014/main" id="{20E77703-8076-2EB6-5C97-82BF2C1F1F9E}"/>
                  </a:ext>
                </a:extLst>
              </p:cNvPr>
              <p:cNvSpPr/>
              <p:nvPr/>
            </p:nvSpPr>
            <p:spPr>
              <a:xfrm>
                <a:off x="-5021237" y="2940100"/>
                <a:ext cx="11811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81100" h="95250" extrusionOk="0">
                    <a:moveTo>
                      <a:pt x="1147286" y="97461"/>
                    </a:moveTo>
                    <a:lnTo>
                      <a:pt x="38385" y="97461"/>
                    </a:lnTo>
                    <a:cubicBezTo>
                      <a:pt x="21145" y="97461"/>
                      <a:pt x="5810" y="86412"/>
                      <a:pt x="381" y="70029"/>
                    </a:cubicBezTo>
                    <a:cubicBezTo>
                      <a:pt x="95" y="69267"/>
                      <a:pt x="0" y="68410"/>
                      <a:pt x="0" y="67648"/>
                    </a:cubicBezTo>
                    <a:lnTo>
                      <a:pt x="0" y="7545"/>
                    </a:lnTo>
                    <a:cubicBezTo>
                      <a:pt x="0" y="3830"/>
                      <a:pt x="2667" y="687"/>
                      <a:pt x="6382" y="116"/>
                    </a:cubicBezTo>
                    <a:cubicBezTo>
                      <a:pt x="10001" y="-551"/>
                      <a:pt x="13621" y="1735"/>
                      <a:pt x="14764" y="5259"/>
                    </a:cubicBezTo>
                    <a:cubicBezTo>
                      <a:pt x="18098" y="15546"/>
                      <a:pt x="27623" y="22404"/>
                      <a:pt x="38385" y="22404"/>
                    </a:cubicBezTo>
                    <a:lnTo>
                      <a:pt x="1147286" y="22404"/>
                    </a:lnTo>
                    <a:cubicBezTo>
                      <a:pt x="1158240" y="22404"/>
                      <a:pt x="1167575" y="15641"/>
                      <a:pt x="1171004" y="5259"/>
                    </a:cubicBezTo>
                    <a:cubicBezTo>
                      <a:pt x="1172147" y="1735"/>
                      <a:pt x="1175766" y="-361"/>
                      <a:pt x="1179386" y="211"/>
                    </a:cubicBezTo>
                    <a:cubicBezTo>
                      <a:pt x="1183005" y="782"/>
                      <a:pt x="1185767" y="3925"/>
                      <a:pt x="1185767" y="7640"/>
                    </a:cubicBezTo>
                    <a:lnTo>
                      <a:pt x="1185767" y="67743"/>
                    </a:lnTo>
                    <a:cubicBezTo>
                      <a:pt x="1185767" y="68600"/>
                      <a:pt x="1185672" y="69362"/>
                      <a:pt x="1185386" y="70124"/>
                    </a:cubicBezTo>
                    <a:cubicBezTo>
                      <a:pt x="1179862" y="86507"/>
                      <a:pt x="1164622" y="97556"/>
                      <a:pt x="1147286" y="97556"/>
                    </a:cubicBezTo>
                    <a:close/>
                    <a:moveTo>
                      <a:pt x="15050" y="66314"/>
                    </a:moveTo>
                    <a:cubicBezTo>
                      <a:pt x="18764" y="76125"/>
                      <a:pt x="27813" y="82411"/>
                      <a:pt x="38291" y="82411"/>
                    </a:cubicBezTo>
                    <a:lnTo>
                      <a:pt x="1147191" y="82411"/>
                    </a:lnTo>
                    <a:cubicBezTo>
                      <a:pt x="1157764" y="82411"/>
                      <a:pt x="1166813" y="76220"/>
                      <a:pt x="1170527" y="66409"/>
                    </a:cubicBezTo>
                    <a:lnTo>
                      <a:pt x="1170527" y="30024"/>
                    </a:lnTo>
                    <a:cubicBezTo>
                      <a:pt x="1163860" y="34786"/>
                      <a:pt x="1155763" y="37549"/>
                      <a:pt x="1147191" y="37549"/>
                    </a:cubicBezTo>
                    <a:lnTo>
                      <a:pt x="38291" y="37549"/>
                    </a:lnTo>
                    <a:cubicBezTo>
                      <a:pt x="29718" y="37549"/>
                      <a:pt x="21622" y="34786"/>
                      <a:pt x="15050" y="30119"/>
                    </a:cubicBezTo>
                    <a:lnTo>
                      <a:pt x="15050" y="664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539;p45">
                <a:extLst>
                  <a:ext uri="{FF2B5EF4-FFF2-40B4-BE49-F238E27FC236}">
                    <a16:creationId xmlns:a16="http://schemas.microsoft.com/office/drawing/2014/main" id="{7EE028F1-050A-A818-7931-9F93559ABE62}"/>
                  </a:ext>
                </a:extLst>
              </p:cNvPr>
              <p:cNvSpPr/>
              <p:nvPr/>
            </p:nvSpPr>
            <p:spPr>
              <a:xfrm>
                <a:off x="-4883315" y="3022606"/>
                <a:ext cx="933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33450" h="66675" extrusionOk="0">
                    <a:moveTo>
                      <a:pt x="900208" y="73628"/>
                    </a:moveTo>
                    <a:lnTo>
                      <a:pt x="41529" y="73628"/>
                    </a:lnTo>
                    <a:cubicBezTo>
                      <a:pt x="37338" y="73628"/>
                      <a:pt x="34004" y="70199"/>
                      <a:pt x="34004" y="66104"/>
                    </a:cubicBezTo>
                    <a:lnTo>
                      <a:pt x="34004" y="52673"/>
                    </a:lnTo>
                    <a:cubicBezTo>
                      <a:pt x="34004" y="45720"/>
                      <a:pt x="31242" y="39053"/>
                      <a:pt x="26194" y="34004"/>
                    </a:cubicBezTo>
                    <a:cubicBezTo>
                      <a:pt x="21241" y="29051"/>
                      <a:pt x="14574" y="26289"/>
                      <a:pt x="7525" y="26289"/>
                    </a:cubicBezTo>
                    <a:cubicBezTo>
                      <a:pt x="3334" y="26289"/>
                      <a:pt x="0" y="22860"/>
                      <a:pt x="0" y="18764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934308" y="0"/>
                    </a:lnTo>
                    <a:cubicBezTo>
                      <a:pt x="938499" y="0"/>
                      <a:pt x="941832" y="3429"/>
                      <a:pt x="941832" y="7525"/>
                    </a:cubicBezTo>
                    <a:lnTo>
                      <a:pt x="941832" y="18764"/>
                    </a:lnTo>
                    <a:cubicBezTo>
                      <a:pt x="941832" y="22955"/>
                      <a:pt x="938403" y="26289"/>
                      <a:pt x="934308" y="26289"/>
                    </a:cubicBezTo>
                    <a:cubicBezTo>
                      <a:pt x="919734" y="26289"/>
                      <a:pt x="907828" y="38100"/>
                      <a:pt x="907828" y="52769"/>
                    </a:cubicBezTo>
                    <a:lnTo>
                      <a:pt x="907828" y="66199"/>
                    </a:lnTo>
                    <a:cubicBezTo>
                      <a:pt x="907828" y="70390"/>
                      <a:pt x="904399" y="73723"/>
                      <a:pt x="900303" y="73723"/>
                    </a:cubicBezTo>
                    <a:close/>
                    <a:moveTo>
                      <a:pt x="49054" y="58484"/>
                    </a:moveTo>
                    <a:lnTo>
                      <a:pt x="892683" y="58484"/>
                    </a:lnTo>
                    <a:lnTo>
                      <a:pt x="892683" y="52673"/>
                    </a:lnTo>
                    <a:cubicBezTo>
                      <a:pt x="892683" y="36004"/>
                      <a:pt x="902589" y="21527"/>
                      <a:pt x="916877" y="14954"/>
                    </a:cubicBezTo>
                    <a:lnTo>
                      <a:pt x="24955" y="14954"/>
                    </a:lnTo>
                    <a:cubicBezTo>
                      <a:pt x="29337" y="16954"/>
                      <a:pt x="33338" y="19812"/>
                      <a:pt x="36862" y="23336"/>
                    </a:cubicBezTo>
                    <a:cubicBezTo>
                      <a:pt x="44768" y="31242"/>
                      <a:pt x="49054" y="41720"/>
                      <a:pt x="49054" y="52673"/>
                    </a:cubicBezTo>
                    <a:lnTo>
                      <a:pt x="49054" y="584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540;p45">
                <a:extLst>
                  <a:ext uri="{FF2B5EF4-FFF2-40B4-BE49-F238E27FC236}">
                    <a16:creationId xmlns:a16="http://schemas.microsoft.com/office/drawing/2014/main" id="{00592660-E76A-AAE3-A262-FB5A56D8A184}"/>
                  </a:ext>
                </a:extLst>
              </p:cNvPr>
              <p:cNvSpPr/>
              <p:nvPr/>
            </p:nvSpPr>
            <p:spPr>
              <a:xfrm>
                <a:off x="-4307910" y="3140335"/>
                <a:ext cx="1047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47625" extrusionOk="0">
                    <a:moveTo>
                      <a:pt x="106585" y="48197"/>
                    </a:moveTo>
                    <a:lnTo>
                      <a:pt x="7525" y="48197"/>
                    </a:lnTo>
                    <a:cubicBezTo>
                      <a:pt x="3334" y="48197"/>
                      <a:pt x="0" y="44768"/>
                      <a:pt x="0" y="4067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06585" y="0"/>
                    </a:lnTo>
                    <a:cubicBezTo>
                      <a:pt x="110776" y="0"/>
                      <a:pt x="114109" y="3429"/>
                      <a:pt x="114109" y="7525"/>
                    </a:cubicBezTo>
                    <a:lnTo>
                      <a:pt x="114109" y="40672"/>
                    </a:lnTo>
                    <a:cubicBezTo>
                      <a:pt x="114109" y="44863"/>
                      <a:pt x="110680" y="48197"/>
                      <a:pt x="106585" y="48197"/>
                    </a:cubicBezTo>
                    <a:close/>
                    <a:moveTo>
                      <a:pt x="15049" y="33052"/>
                    </a:moveTo>
                    <a:lnTo>
                      <a:pt x="99060" y="33052"/>
                    </a:lnTo>
                    <a:lnTo>
                      <a:pt x="99060" y="15050"/>
                    </a:lnTo>
                    <a:lnTo>
                      <a:pt x="15049" y="15050"/>
                    </a:lnTo>
                    <a:lnTo>
                      <a:pt x="15049" y="330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541;p45">
                <a:extLst>
                  <a:ext uri="{FF2B5EF4-FFF2-40B4-BE49-F238E27FC236}">
                    <a16:creationId xmlns:a16="http://schemas.microsoft.com/office/drawing/2014/main" id="{809210E1-4295-11CA-6FBE-D6C84533A225}"/>
                  </a:ext>
                </a:extLst>
              </p:cNvPr>
              <p:cNvSpPr/>
              <p:nvPr/>
            </p:nvSpPr>
            <p:spPr>
              <a:xfrm>
                <a:off x="-4283128" y="3173578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 extrusionOk="0">
                    <a:moveTo>
                      <a:pt x="20938" y="88868"/>
                    </a:moveTo>
                    <a:cubicBezTo>
                      <a:pt x="17985" y="88868"/>
                      <a:pt x="15222" y="87154"/>
                      <a:pt x="13985" y="84391"/>
                    </a:cubicBezTo>
                    <a:lnTo>
                      <a:pt x="649" y="54197"/>
                    </a:lnTo>
                    <a:cubicBezTo>
                      <a:pt x="-303" y="52006"/>
                      <a:pt x="-208" y="49530"/>
                      <a:pt x="935" y="47530"/>
                    </a:cubicBezTo>
                    <a:cubicBezTo>
                      <a:pt x="2078" y="45434"/>
                      <a:pt x="4078" y="44005"/>
                      <a:pt x="6460" y="43720"/>
                    </a:cubicBezTo>
                    <a:lnTo>
                      <a:pt x="11508" y="42958"/>
                    </a:lnTo>
                    <a:lnTo>
                      <a:pt x="11508" y="7525"/>
                    </a:lnTo>
                    <a:cubicBezTo>
                      <a:pt x="11508" y="3334"/>
                      <a:pt x="14937" y="0"/>
                      <a:pt x="19033" y="0"/>
                    </a:cubicBezTo>
                    <a:lnTo>
                      <a:pt x="52275" y="0"/>
                    </a:lnTo>
                    <a:cubicBezTo>
                      <a:pt x="56466" y="0"/>
                      <a:pt x="59800" y="3429"/>
                      <a:pt x="59800" y="7525"/>
                    </a:cubicBezTo>
                    <a:lnTo>
                      <a:pt x="59800" y="75724"/>
                    </a:lnTo>
                    <a:cubicBezTo>
                      <a:pt x="59800" y="79343"/>
                      <a:pt x="57228" y="82487"/>
                      <a:pt x="53608" y="83153"/>
                    </a:cubicBezTo>
                    <a:lnTo>
                      <a:pt x="22271" y="88963"/>
                    </a:lnTo>
                    <a:cubicBezTo>
                      <a:pt x="22271" y="88963"/>
                      <a:pt x="21319" y="89059"/>
                      <a:pt x="20938" y="89059"/>
                    </a:cubicBezTo>
                    <a:close/>
                    <a:moveTo>
                      <a:pt x="18461" y="57055"/>
                    </a:moveTo>
                    <a:lnTo>
                      <a:pt x="25414" y="72771"/>
                    </a:lnTo>
                    <a:lnTo>
                      <a:pt x="44750" y="69247"/>
                    </a:lnTo>
                    <a:lnTo>
                      <a:pt x="44750" y="14954"/>
                    </a:lnTo>
                    <a:lnTo>
                      <a:pt x="26557" y="14954"/>
                    </a:lnTo>
                    <a:lnTo>
                      <a:pt x="26557" y="49339"/>
                    </a:lnTo>
                    <a:cubicBezTo>
                      <a:pt x="26557" y="53054"/>
                      <a:pt x="23795" y="56293"/>
                      <a:pt x="20080" y="56769"/>
                    </a:cubicBezTo>
                    <a:lnTo>
                      <a:pt x="18366" y="570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542;p45">
                <a:extLst>
                  <a:ext uri="{FF2B5EF4-FFF2-40B4-BE49-F238E27FC236}">
                    <a16:creationId xmlns:a16="http://schemas.microsoft.com/office/drawing/2014/main" id="{E86804BB-53DA-8644-466D-98F20E514FCE}"/>
                  </a:ext>
                </a:extLst>
              </p:cNvPr>
              <p:cNvSpPr/>
              <p:nvPr/>
            </p:nvSpPr>
            <p:spPr>
              <a:xfrm>
                <a:off x="-4608043" y="3196889"/>
                <a:ext cx="3524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352425" h="104775" extrusionOk="0">
                    <a:moveTo>
                      <a:pt x="179642" y="112801"/>
                    </a:moveTo>
                    <a:cubicBezTo>
                      <a:pt x="121635" y="112801"/>
                      <a:pt x="63627" y="101276"/>
                      <a:pt x="4763" y="78225"/>
                    </a:cubicBezTo>
                    <a:cubicBezTo>
                      <a:pt x="2858" y="77463"/>
                      <a:pt x="1334" y="75939"/>
                      <a:pt x="572" y="74034"/>
                    </a:cubicBezTo>
                    <a:cubicBezTo>
                      <a:pt x="-191" y="72129"/>
                      <a:pt x="-191" y="69939"/>
                      <a:pt x="572" y="68129"/>
                    </a:cubicBezTo>
                    <a:lnTo>
                      <a:pt x="28861" y="4502"/>
                    </a:lnTo>
                    <a:cubicBezTo>
                      <a:pt x="30480" y="787"/>
                      <a:pt x="34671" y="-927"/>
                      <a:pt x="38481" y="501"/>
                    </a:cubicBezTo>
                    <a:cubicBezTo>
                      <a:pt x="134779" y="37268"/>
                      <a:pt x="224504" y="37268"/>
                      <a:pt x="320802" y="501"/>
                    </a:cubicBezTo>
                    <a:cubicBezTo>
                      <a:pt x="324517" y="-927"/>
                      <a:pt x="328803" y="787"/>
                      <a:pt x="330422" y="4502"/>
                    </a:cubicBezTo>
                    <a:lnTo>
                      <a:pt x="353568" y="56699"/>
                    </a:lnTo>
                    <a:cubicBezTo>
                      <a:pt x="355187" y="60223"/>
                      <a:pt x="356902" y="64033"/>
                      <a:pt x="358711" y="68224"/>
                    </a:cubicBezTo>
                    <a:cubicBezTo>
                      <a:pt x="359569" y="70129"/>
                      <a:pt x="359569" y="72225"/>
                      <a:pt x="358711" y="74129"/>
                    </a:cubicBezTo>
                    <a:cubicBezTo>
                      <a:pt x="357950" y="76035"/>
                      <a:pt x="356425" y="77559"/>
                      <a:pt x="354520" y="78320"/>
                    </a:cubicBezTo>
                    <a:cubicBezTo>
                      <a:pt x="295656" y="101371"/>
                      <a:pt x="237649" y="112896"/>
                      <a:pt x="179642" y="112896"/>
                    </a:cubicBezTo>
                    <a:close/>
                    <a:moveTo>
                      <a:pt x="17621" y="66986"/>
                    </a:moveTo>
                    <a:cubicBezTo>
                      <a:pt x="127921" y="108515"/>
                      <a:pt x="231362" y="108515"/>
                      <a:pt x="341662" y="66986"/>
                    </a:cubicBezTo>
                    <a:cubicBezTo>
                      <a:pt x="340995" y="65557"/>
                      <a:pt x="340424" y="64224"/>
                      <a:pt x="339852" y="62890"/>
                    </a:cubicBezTo>
                    <a:lnTo>
                      <a:pt x="319564" y="17075"/>
                    </a:lnTo>
                    <a:cubicBezTo>
                      <a:pt x="224314" y="51936"/>
                      <a:pt x="135065" y="51841"/>
                      <a:pt x="39910" y="17075"/>
                    </a:cubicBezTo>
                    <a:lnTo>
                      <a:pt x="17717" y="669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543;p45">
                <a:extLst>
                  <a:ext uri="{FF2B5EF4-FFF2-40B4-BE49-F238E27FC236}">
                    <a16:creationId xmlns:a16="http://schemas.microsoft.com/office/drawing/2014/main" id="{260F9020-8789-112B-04C6-7984FE49D90A}"/>
                  </a:ext>
                </a:extLst>
              </p:cNvPr>
              <p:cNvSpPr/>
              <p:nvPr/>
            </p:nvSpPr>
            <p:spPr>
              <a:xfrm>
                <a:off x="-4671098" y="3140335"/>
                <a:ext cx="1047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47625" extrusionOk="0">
                    <a:moveTo>
                      <a:pt x="106585" y="48197"/>
                    </a:moveTo>
                    <a:lnTo>
                      <a:pt x="7525" y="48197"/>
                    </a:lnTo>
                    <a:cubicBezTo>
                      <a:pt x="3334" y="48197"/>
                      <a:pt x="0" y="44768"/>
                      <a:pt x="0" y="4067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06585" y="0"/>
                    </a:lnTo>
                    <a:cubicBezTo>
                      <a:pt x="110776" y="0"/>
                      <a:pt x="114109" y="3429"/>
                      <a:pt x="114109" y="7525"/>
                    </a:cubicBezTo>
                    <a:lnTo>
                      <a:pt x="114109" y="40672"/>
                    </a:lnTo>
                    <a:cubicBezTo>
                      <a:pt x="114109" y="44863"/>
                      <a:pt x="110680" y="48197"/>
                      <a:pt x="106585" y="48197"/>
                    </a:cubicBezTo>
                    <a:close/>
                    <a:moveTo>
                      <a:pt x="15049" y="33052"/>
                    </a:moveTo>
                    <a:lnTo>
                      <a:pt x="99060" y="33052"/>
                    </a:lnTo>
                    <a:lnTo>
                      <a:pt x="99060" y="15050"/>
                    </a:lnTo>
                    <a:lnTo>
                      <a:pt x="15049" y="15050"/>
                    </a:lnTo>
                    <a:lnTo>
                      <a:pt x="15049" y="330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544;p45">
                <a:extLst>
                  <a:ext uri="{FF2B5EF4-FFF2-40B4-BE49-F238E27FC236}">
                    <a16:creationId xmlns:a16="http://schemas.microsoft.com/office/drawing/2014/main" id="{9377537D-A644-AFF8-E1B4-A6CE5384979B}"/>
                  </a:ext>
                </a:extLst>
              </p:cNvPr>
              <p:cNvSpPr/>
              <p:nvPr/>
            </p:nvSpPr>
            <p:spPr>
              <a:xfrm>
                <a:off x="-4638427" y="3173387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 extrusionOk="0">
                    <a:moveTo>
                      <a:pt x="43529" y="89535"/>
                    </a:moveTo>
                    <a:cubicBezTo>
                      <a:pt x="43529" y="89535"/>
                      <a:pt x="42576" y="89535"/>
                      <a:pt x="42196" y="89440"/>
                    </a:cubicBezTo>
                    <a:lnTo>
                      <a:pt x="6191" y="82772"/>
                    </a:lnTo>
                    <a:cubicBezTo>
                      <a:pt x="2572" y="82106"/>
                      <a:pt x="0" y="78962"/>
                      <a:pt x="0" y="75343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40767" y="0"/>
                    </a:lnTo>
                    <a:cubicBezTo>
                      <a:pt x="44958" y="0"/>
                      <a:pt x="48292" y="3429"/>
                      <a:pt x="48292" y="7525"/>
                    </a:cubicBezTo>
                    <a:lnTo>
                      <a:pt x="48292" y="42672"/>
                    </a:lnTo>
                    <a:lnTo>
                      <a:pt x="58198" y="44101"/>
                    </a:lnTo>
                    <a:cubicBezTo>
                      <a:pt x="60579" y="44482"/>
                      <a:pt x="62579" y="45911"/>
                      <a:pt x="63722" y="47911"/>
                    </a:cubicBezTo>
                    <a:cubicBezTo>
                      <a:pt x="64865" y="50006"/>
                      <a:pt x="64961" y="52483"/>
                      <a:pt x="64008" y="54674"/>
                    </a:cubicBezTo>
                    <a:lnTo>
                      <a:pt x="50482" y="84963"/>
                    </a:lnTo>
                    <a:cubicBezTo>
                      <a:pt x="49244" y="87725"/>
                      <a:pt x="46482" y="89440"/>
                      <a:pt x="43625" y="89440"/>
                    </a:cubicBezTo>
                    <a:close/>
                    <a:moveTo>
                      <a:pt x="15050" y="69056"/>
                    </a:moveTo>
                    <a:lnTo>
                      <a:pt x="39052" y="73438"/>
                    </a:lnTo>
                    <a:lnTo>
                      <a:pt x="46101" y="57626"/>
                    </a:lnTo>
                    <a:lnTo>
                      <a:pt x="39624" y="56674"/>
                    </a:lnTo>
                    <a:cubicBezTo>
                      <a:pt x="35909" y="56102"/>
                      <a:pt x="33147" y="52959"/>
                      <a:pt x="33147" y="49244"/>
                    </a:cubicBezTo>
                    <a:lnTo>
                      <a:pt x="33147" y="15145"/>
                    </a:lnTo>
                    <a:lnTo>
                      <a:pt x="15050" y="15145"/>
                    </a:lnTo>
                    <a:lnTo>
                      <a:pt x="15050" y="690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545;p45">
                <a:extLst>
                  <a:ext uri="{FF2B5EF4-FFF2-40B4-BE49-F238E27FC236}">
                    <a16:creationId xmlns:a16="http://schemas.microsoft.com/office/drawing/2014/main" id="{4B61162E-7198-87E8-5484-4E4CFD3CBBA8}"/>
                  </a:ext>
                </a:extLst>
              </p:cNvPr>
              <p:cNvSpPr/>
              <p:nvPr/>
            </p:nvSpPr>
            <p:spPr>
              <a:xfrm>
                <a:off x="-5021333" y="3000199"/>
                <a:ext cx="1524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0" extrusionOk="0">
                    <a:moveTo>
                      <a:pt x="111443" y="96036"/>
                    </a:moveTo>
                    <a:lnTo>
                      <a:pt x="38386" y="96036"/>
                    </a:lnTo>
                    <a:cubicBezTo>
                      <a:pt x="21146" y="96036"/>
                      <a:pt x="5905" y="84987"/>
                      <a:pt x="381" y="68604"/>
                    </a:cubicBezTo>
                    <a:cubicBezTo>
                      <a:pt x="95" y="67842"/>
                      <a:pt x="0" y="66985"/>
                      <a:pt x="0" y="66223"/>
                    </a:cubicBezTo>
                    <a:lnTo>
                      <a:pt x="0" y="7549"/>
                    </a:lnTo>
                    <a:cubicBezTo>
                      <a:pt x="0" y="3834"/>
                      <a:pt x="2667" y="691"/>
                      <a:pt x="6382" y="119"/>
                    </a:cubicBezTo>
                    <a:cubicBezTo>
                      <a:pt x="10096" y="-548"/>
                      <a:pt x="13621" y="1643"/>
                      <a:pt x="14764" y="5167"/>
                    </a:cubicBezTo>
                    <a:cubicBezTo>
                      <a:pt x="18193" y="15550"/>
                      <a:pt x="27527" y="22312"/>
                      <a:pt x="38481" y="22312"/>
                    </a:cubicBezTo>
                    <a:lnTo>
                      <a:pt x="145637" y="22312"/>
                    </a:lnTo>
                    <a:cubicBezTo>
                      <a:pt x="149828" y="22312"/>
                      <a:pt x="153162" y="25742"/>
                      <a:pt x="153162" y="29837"/>
                    </a:cubicBezTo>
                    <a:lnTo>
                      <a:pt x="153162" y="41077"/>
                    </a:lnTo>
                    <a:cubicBezTo>
                      <a:pt x="153162" y="45268"/>
                      <a:pt x="149733" y="48601"/>
                      <a:pt x="145637" y="48601"/>
                    </a:cubicBezTo>
                    <a:cubicBezTo>
                      <a:pt x="130969" y="48601"/>
                      <a:pt x="119063" y="60412"/>
                      <a:pt x="119063" y="75081"/>
                    </a:cubicBezTo>
                    <a:lnTo>
                      <a:pt x="119063" y="88511"/>
                    </a:lnTo>
                    <a:cubicBezTo>
                      <a:pt x="119063" y="92702"/>
                      <a:pt x="115634" y="96036"/>
                      <a:pt x="111538" y="96036"/>
                    </a:cubicBezTo>
                    <a:close/>
                    <a:moveTo>
                      <a:pt x="15145" y="64889"/>
                    </a:moveTo>
                    <a:cubicBezTo>
                      <a:pt x="18859" y="74700"/>
                      <a:pt x="27908" y="80986"/>
                      <a:pt x="38386" y="80986"/>
                    </a:cubicBezTo>
                    <a:lnTo>
                      <a:pt x="103823" y="80986"/>
                    </a:lnTo>
                    <a:lnTo>
                      <a:pt x="103823" y="75176"/>
                    </a:lnTo>
                    <a:cubicBezTo>
                      <a:pt x="103823" y="58508"/>
                      <a:pt x="113729" y="44029"/>
                      <a:pt x="128016" y="37457"/>
                    </a:cubicBezTo>
                    <a:lnTo>
                      <a:pt x="38291" y="37457"/>
                    </a:lnTo>
                    <a:cubicBezTo>
                      <a:pt x="29718" y="37457"/>
                      <a:pt x="21622" y="34695"/>
                      <a:pt x="15050" y="30028"/>
                    </a:cubicBezTo>
                    <a:lnTo>
                      <a:pt x="15050" y="649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546;p45">
                <a:extLst>
                  <a:ext uri="{FF2B5EF4-FFF2-40B4-BE49-F238E27FC236}">
                    <a16:creationId xmlns:a16="http://schemas.microsoft.com/office/drawing/2014/main" id="{23BE68B6-0288-8AA3-0DCB-A9314B7ACA45}"/>
                  </a:ext>
                </a:extLst>
              </p:cNvPr>
              <p:cNvSpPr/>
              <p:nvPr/>
            </p:nvSpPr>
            <p:spPr>
              <a:xfrm>
                <a:off x="-4263809" y="3312643"/>
                <a:ext cx="314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9525" extrusionOk="0">
                    <a:moveTo>
                      <a:pt x="307181" y="15049"/>
                    </a:moveTo>
                    <a:lnTo>
                      <a:pt x="7525" y="15049"/>
                    </a:lnTo>
                    <a:cubicBezTo>
                      <a:pt x="3334" y="15049"/>
                      <a:pt x="0" y="11621"/>
                      <a:pt x="0" y="7525"/>
                    </a:cubicBezTo>
                    <a:cubicBezTo>
                      <a:pt x="0" y="3429"/>
                      <a:pt x="3429" y="0"/>
                      <a:pt x="7525" y="0"/>
                    </a:cubicBezTo>
                    <a:lnTo>
                      <a:pt x="307181" y="0"/>
                    </a:lnTo>
                    <a:cubicBezTo>
                      <a:pt x="311372" y="0"/>
                      <a:pt x="314706" y="3429"/>
                      <a:pt x="314706" y="7525"/>
                    </a:cubicBezTo>
                    <a:cubicBezTo>
                      <a:pt x="314706" y="11621"/>
                      <a:pt x="311277" y="15049"/>
                      <a:pt x="307181" y="150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547;p45">
                <a:extLst>
                  <a:ext uri="{FF2B5EF4-FFF2-40B4-BE49-F238E27FC236}">
                    <a16:creationId xmlns:a16="http://schemas.microsoft.com/office/drawing/2014/main" id="{F97529C7-E77A-A9A1-009F-AA187FB8D08E}"/>
                  </a:ext>
                </a:extLst>
              </p:cNvPr>
              <p:cNvSpPr/>
              <p:nvPr/>
            </p:nvSpPr>
            <p:spPr>
              <a:xfrm>
                <a:off x="-4944847" y="3317596"/>
                <a:ext cx="34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9525" extrusionOk="0">
                    <a:moveTo>
                      <a:pt x="338709" y="15049"/>
                    </a:moveTo>
                    <a:lnTo>
                      <a:pt x="7525" y="15049"/>
                    </a:lnTo>
                    <a:cubicBezTo>
                      <a:pt x="3334" y="15049"/>
                      <a:pt x="0" y="11621"/>
                      <a:pt x="0" y="7525"/>
                    </a:cubicBezTo>
                    <a:cubicBezTo>
                      <a:pt x="0" y="3429"/>
                      <a:pt x="3429" y="0"/>
                      <a:pt x="7525" y="0"/>
                    </a:cubicBezTo>
                    <a:lnTo>
                      <a:pt x="338709" y="0"/>
                    </a:lnTo>
                    <a:cubicBezTo>
                      <a:pt x="342900" y="0"/>
                      <a:pt x="346234" y="3429"/>
                      <a:pt x="346234" y="7525"/>
                    </a:cubicBezTo>
                    <a:cubicBezTo>
                      <a:pt x="346234" y="11621"/>
                      <a:pt x="342805" y="15049"/>
                      <a:pt x="338709" y="150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548;p45">
                <a:extLst>
                  <a:ext uri="{FF2B5EF4-FFF2-40B4-BE49-F238E27FC236}">
                    <a16:creationId xmlns:a16="http://schemas.microsoft.com/office/drawing/2014/main" id="{C6F321EF-5671-E6EB-A2DE-14B8FB1E66D2}"/>
                  </a:ext>
                </a:extLst>
              </p:cNvPr>
              <p:cNvSpPr/>
              <p:nvPr/>
            </p:nvSpPr>
            <p:spPr>
              <a:xfrm>
                <a:off x="-4487552" y="310214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 extrusionOk="0">
                    <a:moveTo>
                      <a:pt x="29719" y="59341"/>
                    </a:moveTo>
                    <a:cubicBezTo>
                      <a:pt x="13335" y="59341"/>
                      <a:pt x="0" y="46006"/>
                      <a:pt x="0" y="29718"/>
                    </a:cubicBezTo>
                    <a:cubicBezTo>
                      <a:pt x="0" y="13430"/>
                      <a:pt x="13335" y="0"/>
                      <a:pt x="29719" y="0"/>
                    </a:cubicBezTo>
                    <a:cubicBezTo>
                      <a:pt x="46101" y="0"/>
                      <a:pt x="59436" y="13335"/>
                      <a:pt x="59436" y="29718"/>
                    </a:cubicBezTo>
                    <a:cubicBezTo>
                      <a:pt x="59436" y="46101"/>
                      <a:pt x="46101" y="59341"/>
                      <a:pt x="29719" y="59341"/>
                    </a:cubicBezTo>
                    <a:close/>
                    <a:moveTo>
                      <a:pt x="29719" y="15145"/>
                    </a:moveTo>
                    <a:cubicBezTo>
                      <a:pt x="21717" y="15145"/>
                      <a:pt x="15145" y="21717"/>
                      <a:pt x="15145" y="29718"/>
                    </a:cubicBezTo>
                    <a:cubicBezTo>
                      <a:pt x="15145" y="37719"/>
                      <a:pt x="21717" y="44291"/>
                      <a:pt x="29719" y="44291"/>
                    </a:cubicBezTo>
                    <a:cubicBezTo>
                      <a:pt x="37719" y="44291"/>
                      <a:pt x="44291" y="37719"/>
                      <a:pt x="44291" y="29718"/>
                    </a:cubicBezTo>
                    <a:cubicBezTo>
                      <a:pt x="44291" y="21717"/>
                      <a:pt x="37719" y="15145"/>
                      <a:pt x="29719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549;p45">
                <a:extLst>
                  <a:ext uri="{FF2B5EF4-FFF2-40B4-BE49-F238E27FC236}">
                    <a16:creationId xmlns:a16="http://schemas.microsoft.com/office/drawing/2014/main" id="{556FA96B-CF1A-A2CA-6FCB-D4B29847434B}"/>
                  </a:ext>
                </a:extLst>
              </p:cNvPr>
              <p:cNvSpPr/>
              <p:nvPr/>
            </p:nvSpPr>
            <p:spPr>
              <a:xfrm>
                <a:off x="-4409065" y="3099473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 extrusionOk="0">
                    <a:moveTo>
                      <a:pt x="7525" y="59246"/>
                    </a:moveTo>
                    <a:cubicBezTo>
                      <a:pt x="3334" y="59246"/>
                      <a:pt x="0" y="55816"/>
                      <a:pt x="0" y="51721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cubicBezTo>
                      <a:pt x="11620" y="0"/>
                      <a:pt x="15049" y="3429"/>
                      <a:pt x="15049" y="7525"/>
                    </a:cubicBezTo>
                    <a:lnTo>
                      <a:pt x="15049" y="51721"/>
                    </a:lnTo>
                    <a:cubicBezTo>
                      <a:pt x="15049" y="55912"/>
                      <a:pt x="11620" y="59246"/>
                      <a:pt x="7525" y="592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550;p45">
                <a:extLst>
                  <a:ext uri="{FF2B5EF4-FFF2-40B4-BE49-F238E27FC236}">
                    <a16:creationId xmlns:a16="http://schemas.microsoft.com/office/drawing/2014/main" id="{629D1E4D-9796-CB6F-05B4-AD14DFA88A54}"/>
                  </a:ext>
                </a:extLst>
              </p:cNvPr>
              <p:cNvSpPr/>
              <p:nvPr/>
            </p:nvSpPr>
            <p:spPr>
              <a:xfrm>
                <a:off x="-4896352" y="3108050"/>
                <a:ext cx="34885" cy="3488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 extrusionOk="0">
                    <a:moveTo>
                      <a:pt x="26861" y="53721"/>
                    </a:moveTo>
                    <a:cubicBezTo>
                      <a:pt x="12097" y="53721"/>
                      <a:pt x="0" y="41624"/>
                      <a:pt x="0" y="26861"/>
                    </a:cubicBezTo>
                    <a:cubicBezTo>
                      <a:pt x="0" y="12097"/>
                      <a:pt x="12002" y="0"/>
                      <a:pt x="26861" y="0"/>
                    </a:cubicBezTo>
                    <a:cubicBezTo>
                      <a:pt x="41720" y="0"/>
                      <a:pt x="53721" y="12097"/>
                      <a:pt x="53721" y="26861"/>
                    </a:cubicBezTo>
                    <a:cubicBezTo>
                      <a:pt x="53721" y="41624"/>
                      <a:pt x="41624" y="53721"/>
                      <a:pt x="26861" y="53721"/>
                    </a:cubicBezTo>
                    <a:close/>
                    <a:moveTo>
                      <a:pt x="26861" y="15145"/>
                    </a:moveTo>
                    <a:cubicBezTo>
                      <a:pt x="20384" y="15145"/>
                      <a:pt x="15144" y="20384"/>
                      <a:pt x="15144" y="26861"/>
                    </a:cubicBezTo>
                    <a:cubicBezTo>
                      <a:pt x="15144" y="33338"/>
                      <a:pt x="20384" y="38576"/>
                      <a:pt x="26861" y="38576"/>
                    </a:cubicBezTo>
                    <a:cubicBezTo>
                      <a:pt x="33338" y="38576"/>
                      <a:pt x="38576" y="33338"/>
                      <a:pt x="38576" y="26861"/>
                    </a:cubicBezTo>
                    <a:cubicBezTo>
                      <a:pt x="38576" y="20384"/>
                      <a:pt x="33338" y="15145"/>
                      <a:pt x="26861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551;p45">
                <a:extLst>
                  <a:ext uri="{FF2B5EF4-FFF2-40B4-BE49-F238E27FC236}">
                    <a16:creationId xmlns:a16="http://schemas.microsoft.com/office/drawing/2014/main" id="{CDD5958C-F6F8-1D3E-E687-61A6B1C67083}"/>
                  </a:ext>
                </a:extLst>
              </p:cNvPr>
              <p:cNvSpPr/>
              <p:nvPr/>
            </p:nvSpPr>
            <p:spPr>
              <a:xfrm>
                <a:off x="-3967327" y="3108050"/>
                <a:ext cx="34885" cy="3488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 extrusionOk="0">
                    <a:moveTo>
                      <a:pt x="26861" y="53721"/>
                    </a:moveTo>
                    <a:cubicBezTo>
                      <a:pt x="12097" y="53721"/>
                      <a:pt x="0" y="41624"/>
                      <a:pt x="0" y="26861"/>
                    </a:cubicBezTo>
                    <a:cubicBezTo>
                      <a:pt x="0" y="12097"/>
                      <a:pt x="12002" y="0"/>
                      <a:pt x="26861" y="0"/>
                    </a:cubicBezTo>
                    <a:cubicBezTo>
                      <a:pt x="41720" y="0"/>
                      <a:pt x="53721" y="12097"/>
                      <a:pt x="53721" y="26861"/>
                    </a:cubicBezTo>
                    <a:cubicBezTo>
                      <a:pt x="53721" y="41624"/>
                      <a:pt x="41624" y="53721"/>
                      <a:pt x="26861" y="53721"/>
                    </a:cubicBezTo>
                    <a:close/>
                    <a:moveTo>
                      <a:pt x="26861" y="15145"/>
                    </a:moveTo>
                    <a:cubicBezTo>
                      <a:pt x="20384" y="15145"/>
                      <a:pt x="15144" y="20384"/>
                      <a:pt x="15144" y="26861"/>
                    </a:cubicBezTo>
                    <a:cubicBezTo>
                      <a:pt x="15144" y="33338"/>
                      <a:pt x="20384" y="38576"/>
                      <a:pt x="26861" y="38576"/>
                    </a:cubicBezTo>
                    <a:cubicBezTo>
                      <a:pt x="33338" y="38576"/>
                      <a:pt x="38576" y="33338"/>
                      <a:pt x="38576" y="26861"/>
                    </a:cubicBezTo>
                    <a:cubicBezTo>
                      <a:pt x="38576" y="20384"/>
                      <a:pt x="33338" y="15145"/>
                      <a:pt x="26861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552;p45">
              <a:extLst>
                <a:ext uri="{FF2B5EF4-FFF2-40B4-BE49-F238E27FC236}">
                  <a16:creationId xmlns:a16="http://schemas.microsoft.com/office/drawing/2014/main" id="{20F826B4-6F56-A594-9459-37F7A8806DC1}"/>
                </a:ext>
              </a:extLst>
            </p:cNvPr>
            <p:cNvGrpSpPr/>
            <p:nvPr/>
          </p:nvGrpSpPr>
          <p:grpSpPr>
            <a:xfrm flipH="1">
              <a:off x="643911" y="2193047"/>
              <a:ext cx="3220959" cy="1965028"/>
              <a:chOff x="12028123" y="-6596290"/>
              <a:chExt cx="1690260" cy="1031186"/>
            </a:xfrm>
          </p:grpSpPr>
          <p:sp>
            <p:nvSpPr>
              <p:cNvPr id="14" name="Google Shape;1553;p45">
                <a:extLst>
                  <a:ext uri="{FF2B5EF4-FFF2-40B4-BE49-F238E27FC236}">
                    <a16:creationId xmlns:a16="http://schemas.microsoft.com/office/drawing/2014/main" id="{7156AB29-4EBC-88D5-70B7-6085DDC77428}"/>
                  </a:ext>
                </a:extLst>
              </p:cNvPr>
              <p:cNvSpPr/>
              <p:nvPr/>
            </p:nvSpPr>
            <p:spPr>
              <a:xfrm>
                <a:off x="12141188" y="-6005957"/>
                <a:ext cx="1482290" cy="269507"/>
              </a:xfrm>
              <a:custGeom>
                <a:avLst/>
                <a:gdLst/>
                <a:ahLst/>
                <a:cxnLst/>
                <a:rect l="l" t="t" r="r" b="b"/>
                <a:pathLst>
                  <a:path w="1482290" h="269507" extrusionOk="0">
                    <a:moveTo>
                      <a:pt x="256" y="274015"/>
                    </a:moveTo>
                    <a:lnTo>
                      <a:pt x="1479595" y="272347"/>
                    </a:lnTo>
                    <a:cubicBezTo>
                      <a:pt x="1479595" y="272347"/>
                      <a:pt x="1532855" y="58666"/>
                      <a:pt x="1333869" y="27480"/>
                    </a:cubicBezTo>
                    <a:cubicBezTo>
                      <a:pt x="1169726" y="1749"/>
                      <a:pt x="237166" y="-30720"/>
                      <a:pt x="87012" y="59436"/>
                    </a:cubicBezTo>
                    <a:cubicBezTo>
                      <a:pt x="37795" y="88954"/>
                      <a:pt x="-3658" y="264711"/>
                      <a:pt x="256" y="274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54;p45">
                <a:extLst>
                  <a:ext uri="{FF2B5EF4-FFF2-40B4-BE49-F238E27FC236}">
                    <a16:creationId xmlns:a16="http://schemas.microsoft.com/office/drawing/2014/main" id="{05125937-33EB-680B-C6A7-35F7E186631B}"/>
                  </a:ext>
                </a:extLst>
              </p:cNvPr>
              <p:cNvSpPr/>
              <p:nvPr/>
            </p:nvSpPr>
            <p:spPr>
              <a:xfrm>
                <a:off x="12067779" y="-6480274"/>
                <a:ext cx="1642711" cy="744353"/>
              </a:xfrm>
              <a:custGeom>
                <a:avLst/>
                <a:gdLst/>
                <a:ahLst/>
                <a:cxnLst/>
                <a:rect l="l" t="t" r="r" b="b"/>
                <a:pathLst>
                  <a:path w="1642711" h="744353" extrusionOk="0">
                    <a:moveTo>
                      <a:pt x="1497691" y="64"/>
                    </a:moveTo>
                    <a:lnTo>
                      <a:pt x="736654" y="64"/>
                    </a:lnTo>
                    <a:cubicBezTo>
                      <a:pt x="714644" y="64"/>
                      <a:pt x="693469" y="8406"/>
                      <a:pt x="677362" y="23421"/>
                    </a:cubicBezTo>
                    <a:lnTo>
                      <a:pt x="453350" y="318468"/>
                    </a:lnTo>
                    <a:lnTo>
                      <a:pt x="116081" y="355557"/>
                    </a:lnTo>
                    <a:cubicBezTo>
                      <a:pt x="25604" y="370508"/>
                      <a:pt x="2760" y="411320"/>
                      <a:pt x="2760" y="482226"/>
                    </a:cubicBezTo>
                    <a:cubicBezTo>
                      <a:pt x="2760" y="531507"/>
                      <a:pt x="0" y="679223"/>
                      <a:pt x="0" y="679223"/>
                    </a:cubicBezTo>
                    <a:lnTo>
                      <a:pt x="73730" y="748268"/>
                    </a:lnTo>
                    <a:lnTo>
                      <a:pt x="95162" y="748268"/>
                    </a:lnTo>
                    <a:cubicBezTo>
                      <a:pt x="95162" y="747690"/>
                      <a:pt x="95162" y="747113"/>
                      <a:pt x="95162" y="746599"/>
                    </a:cubicBezTo>
                    <a:cubicBezTo>
                      <a:pt x="95162" y="641427"/>
                      <a:pt x="180442" y="556083"/>
                      <a:pt x="285678" y="556083"/>
                    </a:cubicBezTo>
                    <a:cubicBezTo>
                      <a:pt x="390914" y="556083"/>
                      <a:pt x="476194" y="641363"/>
                      <a:pt x="476194" y="746599"/>
                    </a:cubicBezTo>
                    <a:cubicBezTo>
                      <a:pt x="476194" y="747177"/>
                      <a:pt x="476194" y="747754"/>
                      <a:pt x="476194" y="748268"/>
                    </a:cubicBezTo>
                    <a:lnTo>
                      <a:pt x="1172293" y="748268"/>
                    </a:lnTo>
                    <a:cubicBezTo>
                      <a:pt x="1172293" y="747690"/>
                      <a:pt x="1172293" y="747113"/>
                      <a:pt x="1172293" y="746599"/>
                    </a:cubicBezTo>
                    <a:cubicBezTo>
                      <a:pt x="1172293" y="641427"/>
                      <a:pt x="1257573" y="556083"/>
                      <a:pt x="1362809" y="556083"/>
                    </a:cubicBezTo>
                    <a:cubicBezTo>
                      <a:pt x="1468045" y="556083"/>
                      <a:pt x="1553325" y="641363"/>
                      <a:pt x="1553325" y="746599"/>
                    </a:cubicBezTo>
                    <a:cubicBezTo>
                      <a:pt x="1553325" y="746856"/>
                      <a:pt x="1553325" y="747113"/>
                      <a:pt x="1553325" y="747369"/>
                    </a:cubicBezTo>
                    <a:lnTo>
                      <a:pt x="1642712" y="719328"/>
                    </a:lnTo>
                    <a:lnTo>
                      <a:pt x="1642712" y="269122"/>
                    </a:lnTo>
                    <a:lnTo>
                      <a:pt x="1578159" y="53324"/>
                    </a:lnTo>
                    <a:cubicBezTo>
                      <a:pt x="1564619" y="21047"/>
                      <a:pt x="1532984" y="0"/>
                      <a:pt x="14979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555;p45">
                <a:extLst>
                  <a:ext uri="{FF2B5EF4-FFF2-40B4-BE49-F238E27FC236}">
                    <a16:creationId xmlns:a16="http://schemas.microsoft.com/office/drawing/2014/main" id="{8E5BEB2B-244B-BE64-455D-C914901C1593}"/>
                  </a:ext>
                </a:extLst>
              </p:cNvPr>
              <p:cNvSpPr/>
              <p:nvPr/>
            </p:nvSpPr>
            <p:spPr>
              <a:xfrm>
                <a:off x="12150441" y="-5956286"/>
                <a:ext cx="404261" cy="224589"/>
              </a:xfrm>
              <a:custGeom>
                <a:avLst/>
                <a:gdLst/>
                <a:ahLst/>
                <a:cxnLst/>
                <a:rect l="l" t="t" r="r" b="b"/>
                <a:pathLst>
                  <a:path w="404261" h="224589" extrusionOk="0">
                    <a:moveTo>
                      <a:pt x="1848" y="222997"/>
                    </a:moveTo>
                    <a:cubicBezTo>
                      <a:pt x="1848" y="-66210"/>
                      <a:pt x="403863" y="-76862"/>
                      <a:pt x="403863" y="22120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1556;p45">
                <a:extLst>
                  <a:ext uri="{FF2B5EF4-FFF2-40B4-BE49-F238E27FC236}">
                    <a16:creationId xmlns:a16="http://schemas.microsoft.com/office/drawing/2014/main" id="{53F7CFEF-B052-0D2A-3B54-CDB8FEE4B90B}"/>
                  </a:ext>
                </a:extLst>
              </p:cNvPr>
              <p:cNvSpPr/>
              <p:nvPr/>
            </p:nvSpPr>
            <p:spPr>
              <a:xfrm>
                <a:off x="13227443" y="-5957353"/>
                <a:ext cx="404261" cy="224589"/>
              </a:xfrm>
              <a:custGeom>
                <a:avLst/>
                <a:gdLst/>
                <a:ahLst/>
                <a:cxnLst/>
                <a:rect l="l" t="t" r="r" b="b"/>
                <a:pathLst>
                  <a:path w="404261" h="224589" extrusionOk="0">
                    <a:moveTo>
                      <a:pt x="1848" y="222973"/>
                    </a:moveTo>
                    <a:cubicBezTo>
                      <a:pt x="1848" y="-62961"/>
                      <a:pt x="394880" y="-76565"/>
                      <a:pt x="403735" y="21123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1557;p45">
                <a:extLst>
                  <a:ext uri="{FF2B5EF4-FFF2-40B4-BE49-F238E27FC236}">
                    <a16:creationId xmlns:a16="http://schemas.microsoft.com/office/drawing/2014/main" id="{77AAF6D8-2072-FD7D-C335-6332CA70F758}"/>
                  </a:ext>
                </a:extLst>
              </p:cNvPr>
              <p:cNvSpPr/>
              <p:nvPr/>
            </p:nvSpPr>
            <p:spPr>
              <a:xfrm>
                <a:off x="13234618" y="-6091092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0" y="0"/>
                    </a:moveTo>
                    <a:lnTo>
                      <a:pt x="99525" y="0"/>
                    </a:lnTo>
                    <a:cubicBezTo>
                      <a:pt x="99525" y="12320"/>
                      <a:pt x="89579" y="22266"/>
                      <a:pt x="77258" y="22266"/>
                    </a:cubicBezTo>
                    <a:lnTo>
                      <a:pt x="22330" y="22266"/>
                    </a:lnTo>
                    <a:cubicBezTo>
                      <a:pt x="10010" y="22266"/>
                      <a:pt x="64" y="12320"/>
                      <a:pt x="64" y="0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1558;p45">
                <a:extLst>
                  <a:ext uri="{FF2B5EF4-FFF2-40B4-BE49-F238E27FC236}">
                    <a16:creationId xmlns:a16="http://schemas.microsoft.com/office/drawing/2014/main" id="{EA23DC87-FA69-40F4-6F9A-61F7089C7A0B}"/>
                  </a:ext>
                </a:extLst>
              </p:cNvPr>
              <p:cNvSpPr/>
              <p:nvPr/>
            </p:nvSpPr>
            <p:spPr>
              <a:xfrm>
                <a:off x="12854227" y="-6091092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0" y="0"/>
                    </a:moveTo>
                    <a:lnTo>
                      <a:pt x="99525" y="0"/>
                    </a:lnTo>
                    <a:cubicBezTo>
                      <a:pt x="99525" y="12320"/>
                      <a:pt x="89579" y="22266"/>
                      <a:pt x="77259" y="22266"/>
                    </a:cubicBezTo>
                    <a:lnTo>
                      <a:pt x="22330" y="22266"/>
                    </a:lnTo>
                    <a:cubicBezTo>
                      <a:pt x="10010" y="22266"/>
                      <a:pt x="64" y="12320"/>
                      <a:pt x="64" y="0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1559;p45">
                <a:extLst>
                  <a:ext uri="{FF2B5EF4-FFF2-40B4-BE49-F238E27FC236}">
                    <a16:creationId xmlns:a16="http://schemas.microsoft.com/office/drawing/2014/main" id="{DC7CC3E6-90A2-E950-E3C8-4301BFAE903D}"/>
                  </a:ext>
                </a:extLst>
              </p:cNvPr>
              <p:cNvSpPr/>
              <p:nvPr/>
            </p:nvSpPr>
            <p:spPr>
              <a:xfrm>
                <a:off x="12854227" y="-6113038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99525" y="22266"/>
                    </a:moveTo>
                    <a:lnTo>
                      <a:pt x="0" y="22266"/>
                    </a:lnTo>
                    <a:cubicBezTo>
                      <a:pt x="0" y="9946"/>
                      <a:pt x="9946" y="0"/>
                      <a:pt x="22266" y="0"/>
                    </a:cubicBezTo>
                    <a:lnTo>
                      <a:pt x="77195" y="0"/>
                    </a:lnTo>
                    <a:cubicBezTo>
                      <a:pt x="89515" y="0"/>
                      <a:pt x="99461" y="9946"/>
                      <a:pt x="99461" y="22266"/>
                    </a:cubicBezTo>
                    <a:lnTo>
                      <a:pt x="99461" y="2226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1560;p45">
                <a:extLst>
                  <a:ext uri="{FF2B5EF4-FFF2-40B4-BE49-F238E27FC236}">
                    <a16:creationId xmlns:a16="http://schemas.microsoft.com/office/drawing/2014/main" id="{E925503E-27D3-2E47-9491-FEC5475F452B}"/>
                  </a:ext>
                </a:extLst>
              </p:cNvPr>
              <p:cNvSpPr/>
              <p:nvPr/>
            </p:nvSpPr>
            <p:spPr>
              <a:xfrm>
                <a:off x="12552456" y="-6448690"/>
                <a:ext cx="1065195" cy="673768"/>
              </a:xfrm>
              <a:custGeom>
                <a:avLst/>
                <a:gdLst/>
                <a:ahLst/>
                <a:cxnLst/>
                <a:rect l="l" t="t" r="r" b="b"/>
                <a:pathLst>
                  <a:path w="1065195" h="673768" extrusionOk="0">
                    <a:moveTo>
                      <a:pt x="496138" y="674397"/>
                    </a:moveTo>
                    <a:lnTo>
                      <a:pt x="626784" y="667659"/>
                    </a:lnTo>
                    <a:cubicBezTo>
                      <a:pt x="640581" y="667082"/>
                      <a:pt x="652772" y="657713"/>
                      <a:pt x="657008" y="644366"/>
                    </a:cubicBezTo>
                    <a:cubicBezTo>
                      <a:pt x="664836" y="619726"/>
                      <a:pt x="679659" y="585588"/>
                      <a:pt x="708471" y="552349"/>
                    </a:cubicBezTo>
                    <a:cubicBezTo>
                      <a:pt x="732855" y="524243"/>
                      <a:pt x="759035" y="506276"/>
                      <a:pt x="779184" y="495111"/>
                    </a:cubicBezTo>
                    <a:cubicBezTo>
                      <a:pt x="789836" y="489207"/>
                      <a:pt x="796574" y="478042"/>
                      <a:pt x="796574" y="466107"/>
                    </a:cubicBezTo>
                    <a:lnTo>
                      <a:pt x="796574" y="33676"/>
                    </a:lnTo>
                    <a:cubicBezTo>
                      <a:pt x="796574" y="16158"/>
                      <a:pt x="782329" y="1912"/>
                      <a:pt x="764811" y="1912"/>
                    </a:cubicBezTo>
                    <a:lnTo>
                      <a:pt x="496138" y="1912"/>
                    </a:lnTo>
                    <a:cubicBezTo>
                      <a:pt x="478619" y="1912"/>
                      <a:pt x="464374" y="16158"/>
                      <a:pt x="464374" y="33676"/>
                    </a:cubicBezTo>
                    <a:lnTo>
                      <a:pt x="464374" y="642698"/>
                    </a:lnTo>
                    <a:cubicBezTo>
                      <a:pt x="464374" y="660216"/>
                      <a:pt x="478619" y="674461"/>
                      <a:pt x="496138" y="674461"/>
                    </a:cubicBezTo>
                    <a:close/>
                    <a:moveTo>
                      <a:pt x="982278" y="1848"/>
                    </a:moveTo>
                    <a:lnTo>
                      <a:pt x="861705" y="1848"/>
                    </a:lnTo>
                    <a:cubicBezTo>
                      <a:pt x="844187" y="1848"/>
                      <a:pt x="829941" y="16093"/>
                      <a:pt x="829941" y="33611"/>
                    </a:cubicBezTo>
                    <a:lnTo>
                      <a:pt x="829941" y="263719"/>
                    </a:lnTo>
                    <a:cubicBezTo>
                      <a:pt x="829941" y="281237"/>
                      <a:pt x="844187" y="295483"/>
                      <a:pt x="861705" y="295483"/>
                    </a:cubicBezTo>
                    <a:lnTo>
                      <a:pt x="1035152" y="295483"/>
                    </a:lnTo>
                    <a:cubicBezTo>
                      <a:pt x="1056584" y="295483"/>
                      <a:pt x="1071857" y="274692"/>
                      <a:pt x="1065440" y="254222"/>
                    </a:cubicBezTo>
                    <a:lnTo>
                      <a:pt x="1012629" y="24114"/>
                    </a:lnTo>
                    <a:cubicBezTo>
                      <a:pt x="1008458" y="10896"/>
                      <a:pt x="996202" y="1848"/>
                      <a:pt x="982341" y="1848"/>
                    </a:cubicBezTo>
                    <a:close/>
                    <a:moveTo>
                      <a:pt x="1848" y="306456"/>
                    </a:moveTo>
                    <a:lnTo>
                      <a:pt x="1848" y="674333"/>
                    </a:lnTo>
                    <a:lnTo>
                      <a:pt x="399179" y="674333"/>
                    </a:lnTo>
                    <a:cubicBezTo>
                      <a:pt x="416697" y="674333"/>
                      <a:pt x="430942" y="660088"/>
                      <a:pt x="430942" y="642570"/>
                    </a:cubicBezTo>
                    <a:lnTo>
                      <a:pt x="430942" y="33676"/>
                    </a:lnTo>
                    <a:cubicBezTo>
                      <a:pt x="430942" y="16158"/>
                      <a:pt x="416697" y="1912"/>
                      <a:pt x="399179" y="1912"/>
                    </a:cubicBezTo>
                    <a:lnTo>
                      <a:pt x="218801" y="1912"/>
                    </a:lnTo>
                    <a:cubicBezTo>
                      <a:pt x="210074" y="1912"/>
                      <a:pt x="201733" y="5506"/>
                      <a:pt x="195765" y="11794"/>
                    </a:cubicBezTo>
                    <a:lnTo>
                      <a:pt x="1848" y="30652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1561;p45">
                <a:extLst>
                  <a:ext uri="{FF2B5EF4-FFF2-40B4-BE49-F238E27FC236}">
                    <a16:creationId xmlns:a16="http://schemas.microsoft.com/office/drawing/2014/main" id="{00860629-77E7-46BA-0908-5CA41B1C479B}"/>
                  </a:ext>
                </a:extLst>
              </p:cNvPr>
              <p:cNvSpPr/>
              <p:nvPr/>
            </p:nvSpPr>
            <p:spPr>
              <a:xfrm>
                <a:off x="12067663" y="-6144018"/>
                <a:ext cx="1642711" cy="173254"/>
              </a:xfrm>
              <a:custGeom>
                <a:avLst/>
                <a:gdLst/>
                <a:ahLst/>
                <a:cxnLst/>
                <a:rect l="l" t="t" r="r" b="b"/>
                <a:pathLst>
                  <a:path w="1642711" h="173254" extrusionOk="0">
                    <a:moveTo>
                      <a:pt x="1848" y="176194"/>
                    </a:moveTo>
                    <a:lnTo>
                      <a:pt x="51514" y="176194"/>
                    </a:lnTo>
                    <a:lnTo>
                      <a:pt x="51514" y="89245"/>
                    </a:lnTo>
                    <a:lnTo>
                      <a:pt x="486705" y="1848"/>
                    </a:lnTo>
                    <a:lnTo>
                      <a:pt x="1642507" y="1848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1562;p45">
                <a:extLst>
                  <a:ext uri="{FF2B5EF4-FFF2-40B4-BE49-F238E27FC236}">
                    <a16:creationId xmlns:a16="http://schemas.microsoft.com/office/drawing/2014/main" id="{A628BABE-D88F-6724-D5A6-4AB8B78A2DF9}"/>
                  </a:ext>
                </a:extLst>
              </p:cNvPr>
              <p:cNvSpPr/>
              <p:nvPr/>
            </p:nvSpPr>
            <p:spPr>
              <a:xfrm>
                <a:off x="13234618" y="-6113038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99525" y="22266"/>
                    </a:moveTo>
                    <a:lnTo>
                      <a:pt x="0" y="22266"/>
                    </a:lnTo>
                    <a:cubicBezTo>
                      <a:pt x="0" y="9946"/>
                      <a:pt x="9946" y="0"/>
                      <a:pt x="22266" y="0"/>
                    </a:cubicBezTo>
                    <a:lnTo>
                      <a:pt x="77194" y="0"/>
                    </a:lnTo>
                    <a:cubicBezTo>
                      <a:pt x="89515" y="0"/>
                      <a:pt x="99461" y="9946"/>
                      <a:pt x="99461" y="22266"/>
                    </a:cubicBezTo>
                    <a:lnTo>
                      <a:pt x="99461" y="2226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1563;p45">
                <a:extLst>
                  <a:ext uri="{FF2B5EF4-FFF2-40B4-BE49-F238E27FC236}">
                    <a16:creationId xmlns:a16="http://schemas.microsoft.com/office/drawing/2014/main" id="{E56064CE-6676-3AE8-A1BF-28BFFD9EFA15}"/>
                  </a:ext>
                </a:extLst>
              </p:cNvPr>
              <p:cNvSpPr/>
              <p:nvPr/>
            </p:nvSpPr>
            <p:spPr>
              <a:xfrm>
                <a:off x="12619154" y="-6427399"/>
                <a:ext cx="975359" cy="250256"/>
              </a:xfrm>
              <a:custGeom>
                <a:avLst/>
                <a:gdLst/>
                <a:ahLst/>
                <a:cxnLst/>
                <a:rect l="l" t="t" r="r" b="b"/>
                <a:pathLst>
                  <a:path w="975359" h="250256" extrusionOk="0">
                    <a:moveTo>
                      <a:pt x="800782" y="254877"/>
                    </a:moveTo>
                    <a:cubicBezTo>
                      <a:pt x="790836" y="254877"/>
                      <a:pt x="782686" y="246792"/>
                      <a:pt x="782686" y="236781"/>
                    </a:cubicBezTo>
                    <a:lnTo>
                      <a:pt x="782686" y="18095"/>
                    </a:lnTo>
                    <a:cubicBezTo>
                      <a:pt x="782686" y="8149"/>
                      <a:pt x="790771" y="0"/>
                      <a:pt x="800782" y="0"/>
                    </a:cubicBezTo>
                    <a:lnTo>
                      <a:pt x="911473" y="0"/>
                    </a:lnTo>
                    <a:cubicBezTo>
                      <a:pt x="919429" y="0"/>
                      <a:pt x="926359" y="5069"/>
                      <a:pt x="928734" y="12641"/>
                    </a:cubicBezTo>
                    <a:lnTo>
                      <a:pt x="977951" y="231327"/>
                    </a:lnTo>
                    <a:cubicBezTo>
                      <a:pt x="979684" y="236910"/>
                      <a:pt x="978721" y="242749"/>
                      <a:pt x="975256" y="247433"/>
                    </a:cubicBezTo>
                    <a:cubicBezTo>
                      <a:pt x="971790" y="252118"/>
                      <a:pt x="966465" y="254813"/>
                      <a:pt x="960689" y="254813"/>
                    </a:cubicBezTo>
                    <a:lnTo>
                      <a:pt x="800782" y="254813"/>
                    </a:lnTo>
                    <a:close/>
                    <a:moveTo>
                      <a:pt x="435214" y="254877"/>
                    </a:moveTo>
                    <a:cubicBezTo>
                      <a:pt x="425268" y="254877"/>
                      <a:pt x="417119" y="246792"/>
                      <a:pt x="417119" y="236781"/>
                    </a:cubicBezTo>
                    <a:lnTo>
                      <a:pt x="417119" y="18095"/>
                    </a:lnTo>
                    <a:cubicBezTo>
                      <a:pt x="417119" y="8149"/>
                      <a:pt x="425204" y="0"/>
                      <a:pt x="435214" y="0"/>
                    </a:cubicBezTo>
                    <a:lnTo>
                      <a:pt x="692402" y="0"/>
                    </a:lnTo>
                    <a:cubicBezTo>
                      <a:pt x="702347" y="0"/>
                      <a:pt x="710497" y="8085"/>
                      <a:pt x="710497" y="18095"/>
                    </a:cubicBezTo>
                    <a:lnTo>
                      <a:pt x="710497" y="236781"/>
                    </a:lnTo>
                    <a:cubicBezTo>
                      <a:pt x="710497" y="246728"/>
                      <a:pt x="702411" y="254877"/>
                      <a:pt x="692402" y="254877"/>
                    </a:cubicBezTo>
                    <a:lnTo>
                      <a:pt x="435214" y="254877"/>
                    </a:lnTo>
                    <a:close/>
                    <a:moveTo>
                      <a:pt x="18119" y="254877"/>
                    </a:moveTo>
                    <a:cubicBezTo>
                      <a:pt x="9264" y="254877"/>
                      <a:pt x="3681" y="249166"/>
                      <a:pt x="1436" y="243840"/>
                    </a:cubicBezTo>
                    <a:cubicBezTo>
                      <a:pt x="-810" y="238514"/>
                      <a:pt x="-1003" y="230493"/>
                      <a:pt x="5158" y="224204"/>
                    </a:cubicBezTo>
                    <a:lnTo>
                      <a:pt x="141387" y="5518"/>
                    </a:lnTo>
                    <a:cubicBezTo>
                      <a:pt x="144788" y="2053"/>
                      <a:pt x="149473" y="64"/>
                      <a:pt x="154349" y="64"/>
                    </a:cubicBezTo>
                    <a:lnTo>
                      <a:pt x="326834" y="64"/>
                    </a:lnTo>
                    <a:cubicBezTo>
                      <a:pt x="336780" y="64"/>
                      <a:pt x="344929" y="8149"/>
                      <a:pt x="344929" y="18160"/>
                    </a:cubicBezTo>
                    <a:lnTo>
                      <a:pt x="344929" y="236846"/>
                    </a:lnTo>
                    <a:cubicBezTo>
                      <a:pt x="344929" y="246792"/>
                      <a:pt x="336844" y="254941"/>
                      <a:pt x="326834" y="254941"/>
                    </a:cubicBezTo>
                    <a:lnTo>
                      <a:pt x="18119" y="25494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1564;p45">
                <a:extLst>
                  <a:ext uri="{FF2B5EF4-FFF2-40B4-BE49-F238E27FC236}">
                    <a16:creationId xmlns:a16="http://schemas.microsoft.com/office/drawing/2014/main" id="{28EE873D-464A-570B-A501-24A124DBE083}"/>
                  </a:ext>
                </a:extLst>
              </p:cNvPr>
              <p:cNvSpPr/>
              <p:nvPr/>
            </p:nvSpPr>
            <p:spPr>
              <a:xfrm>
                <a:off x="12036272" y="-5813371"/>
                <a:ext cx="1668378" cy="77002"/>
              </a:xfrm>
              <a:custGeom>
                <a:avLst/>
                <a:gdLst/>
                <a:ahLst/>
                <a:cxnLst/>
                <a:rect l="l" t="t" r="r" b="b"/>
                <a:pathLst>
                  <a:path w="1668378" h="77002" extrusionOk="0">
                    <a:moveTo>
                      <a:pt x="2887" y="0"/>
                    </a:moveTo>
                    <a:lnTo>
                      <a:pt x="0" y="12384"/>
                    </a:lnTo>
                    <a:lnTo>
                      <a:pt x="105172" y="81430"/>
                    </a:lnTo>
                    <a:lnTo>
                      <a:pt x="126604" y="81430"/>
                    </a:lnTo>
                    <a:cubicBezTo>
                      <a:pt x="126604" y="80852"/>
                      <a:pt x="126604" y="80275"/>
                      <a:pt x="126604" y="79761"/>
                    </a:cubicBezTo>
                    <a:cubicBezTo>
                      <a:pt x="126604" y="51270"/>
                      <a:pt x="132893" y="24256"/>
                      <a:pt x="144058" y="0"/>
                    </a:cubicBezTo>
                    <a:lnTo>
                      <a:pt x="2951" y="0"/>
                    </a:lnTo>
                    <a:close/>
                    <a:moveTo>
                      <a:pt x="1567057" y="0"/>
                    </a:moveTo>
                    <a:cubicBezTo>
                      <a:pt x="1578286" y="24256"/>
                      <a:pt x="1584510" y="51270"/>
                      <a:pt x="1584510" y="79761"/>
                    </a:cubicBezTo>
                    <a:cubicBezTo>
                      <a:pt x="1584510" y="80018"/>
                      <a:pt x="1584510" y="80275"/>
                      <a:pt x="1584510" y="80531"/>
                    </a:cubicBezTo>
                    <a:lnTo>
                      <a:pt x="1673897" y="52490"/>
                    </a:lnTo>
                    <a:lnTo>
                      <a:pt x="1673897" y="0"/>
                    </a:lnTo>
                    <a:lnTo>
                      <a:pt x="1567121" y="0"/>
                    </a:lnTo>
                    <a:close/>
                    <a:moveTo>
                      <a:pt x="490054" y="0"/>
                    </a:moveTo>
                    <a:cubicBezTo>
                      <a:pt x="501284" y="24256"/>
                      <a:pt x="507508" y="51270"/>
                      <a:pt x="507508" y="79761"/>
                    </a:cubicBezTo>
                    <a:cubicBezTo>
                      <a:pt x="507508" y="80339"/>
                      <a:pt x="507508" y="80916"/>
                      <a:pt x="507508" y="81430"/>
                    </a:cubicBezTo>
                    <a:lnTo>
                      <a:pt x="1203607" y="81430"/>
                    </a:lnTo>
                    <a:cubicBezTo>
                      <a:pt x="1203607" y="80852"/>
                      <a:pt x="1203607" y="80275"/>
                      <a:pt x="1203607" y="79761"/>
                    </a:cubicBezTo>
                    <a:cubicBezTo>
                      <a:pt x="1203607" y="51270"/>
                      <a:pt x="1209895" y="24256"/>
                      <a:pt x="1221060" y="0"/>
                    </a:cubicBezTo>
                    <a:lnTo>
                      <a:pt x="4901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1565;p45">
                <a:extLst>
                  <a:ext uri="{FF2B5EF4-FFF2-40B4-BE49-F238E27FC236}">
                    <a16:creationId xmlns:a16="http://schemas.microsoft.com/office/drawing/2014/main" id="{9666C5C5-E78B-5272-0BF3-3BE0AEFC5106}"/>
                  </a:ext>
                </a:extLst>
              </p:cNvPr>
              <p:cNvSpPr/>
              <p:nvPr/>
            </p:nvSpPr>
            <p:spPr>
              <a:xfrm>
                <a:off x="12575159" y="-6131133"/>
                <a:ext cx="19250" cy="57751"/>
              </a:xfrm>
              <a:custGeom>
                <a:avLst/>
                <a:gdLst/>
                <a:ahLst/>
                <a:cxnLst/>
                <a:rect l="l" t="t" r="r" b="b"/>
                <a:pathLst>
                  <a:path w="19250" h="57751" extrusionOk="0">
                    <a:moveTo>
                      <a:pt x="10908" y="62179"/>
                    </a:moveTo>
                    <a:lnTo>
                      <a:pt x="10908" y="62179"/>
                    </a:lnTo>
                    <a:cubicBezTo>
                      <a:pt x="4877" y="62179"/>
                      <a:pt x="0" y="57302"/>
                      <a:pt x="0" y="51271"/>
                    </a:cubicBezTo>
                    <a:lnTo>
                      <a:pt x="0" y="10909"/>
                    </a:lnTo>
                    <a:cubicBezTo>
                      <a:pt x="0" y="4877"/>
                      <a:pt x="4877" y="0"/>
                      <a:pt x="10908" y="0"/>
                    </a:cubicBezTo>
                    <a:lnTo>
                      <a:pt x="10908" y="0"/>
                    </a:lnTo>
                    <a:cubicBezTo>
                      <a:pt x="16941" y="0"/>
                      <a:pt x="21817" y="4877"/>
                      <a:pt x="21817" y="10909"/>
                    </a:cubicBezTo>
                    <a:lnTo>
                      <a:pt x="21817" y="51271"/>
                    </a:lnTo>
                    <a:cubicBezTo>
                      <a:pt x="21817" y="57302"/>
                      <a:pt x="16941" y="62179"/>
                      <a:pt x="10908" y="6217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1566;p45">
                <a:extLst>
                  <a:ext uri="{FF2B5EF4-FFF2-40B4-BE49-F238E27FC236}">
                    <a16:creationId xmlns:a16="http://schemas.microsoft.com/office/drawing/2014/main" id="{B23942A1-68A3-D3F4-9B93-010401FDCEA6}"/>
                  </a:ext>
                </a:extLst>
              </p:cNvPr>
              <p:cNvSpPr/>
              <p:nvPr/>
            </p:nvSpPr>
            <p:spPr>
              <a:xfrm>
                <a:off x="12586003" y="-6148395"/>
                <a:ext cx="32084" cy="57751"/>
              </a:xfrm>
              <a:custGeom>
                <a:avLst/>
                <a:gdLst/>
                <a:ahLst/>
                <a:cxnLst/>
                <a:rect l="l" t="t" r="r" b="b"/>
                <a:pathLst>
                  <a:path w="32084" h="57751" extrusionOk="0">
                    <a:moveTo>
                      <a:pt x="37860" y="8599"/>
                    </a:moveTo>
                    <a:lnTo>
                      <a:pt x="8406" y="59292"/>
                    </a:lnTo>
                    <a:cubicBezTo>
                      <a:pt x="5647" y="62757"/>
                      <a:pt x="0" y="60832"/>
                      <a:pt x="0" y="56340"/>
                    </a:cubicBezTo>
                    <a:lnTo>
                      <a:pt x="0" y="33175"/>
                    </a:lnTo>
                    <a:cubicBezTo>
                      <a:pt x="0" y="31892"/>
                      <a:pt x="514" y="30608"/>
                      <a:pt x="1477" y="29710"/>
                    </a:cubicBezTo>
                    <a:lnTo>
                      <a:pt x="33111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1567;p45">
                <a:extLst>
                  <a:ext uri="{FF2B5EF4-FFF2-40B4-BE49-F238E27FC236}">
                    <a16:creationId xmlns:a16="http://schemas.microsoft.com/office/drawing/2014/main" id="{A5ABC83C-B2CA-3803-CD89-BBEC33CDA52C}"/>
                  </a:ext>
                </a:extLst>
              </p:cNvPr>
              <p:cNvSpPr/>
              <p:nvPr/>
            </p:nvSpPr>
            <p:spPr>
              <a:xfrm>
                <a:off x="12619114" y="-6230530"/>
                <a:ext cx="19250" cy="115503"/>
              </a:xfrm>
              <a:custGeom>
                <a:avLst/>
                <a:gdLst/>
                <a:ahLst/>
                <a:cxnLst/>
                <a:rect l="l" t="t" r="r" b="b"/>
                <a:pathLst>
                  <a:path w="19250" h="115503" extrusionOk="0">
                    <a:moveTo>
                      <a:pt x="16555" y="64"/>
                    </a:moveTo>
                    <a:lnTo>
                      <a:pt x="23357" y="64"/>
                    </a:lnTo>
                    <a:lnTo>
                      <a:pt x="23357" y="115888"/>
                    </a:lnTo>
                    <a:lnTo>
                      <a:pt x="16555" y="115888"/>
                    </a:lnTo>
                    <a:cubicBezTo>
                      <a:pt x="7444" y="115888"/>
                      <a:pt x="0" y="108509"/>
                      <a:pt x="0" y="99333"/>
                    </a:cubicBezTo>
                    <a:lnTo>
                      <a:pt x="0" y="16555"/>
                    </a:lnTo>
                    <a:cubicBezTo>
                      <a:pt x="0" y="7444"/>
                      <a:pt x="7380" y="0"/>
                      <a:pt x="165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1568;p45">
                <a:extLst>
                  <a:ext uri="{FF2B5EF4-FFF2-40B4-BE49-F238E27FC236}">
                    <a16:creationId xmlns:a16="http://schemas.microsoft.com/office/drawing/2014/main" id="{C81FD602-6FFD-6CA1-042B-38E312697FC1}"/>
                  </a:ext>
                </a:extLst>
              </p:cNvPr>
              <p:cNvSpPr/>
              <p:nvPr/>
            </p:nvSpPr>
            <p:spPr>
              <a:xfrm>
                <a:off x="12638381" y="-6232314"/>
                <a:ext cx="6300" cy="1155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15503" extrusionOk="0">
                    <a:moveTo>
                      <a:pt x="34558" y="1848"/>
                    </a:moveTo>
                    <a:lnTo>
                      <a:pt x="34558" y="117672"/>
                    </a:ln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1569;p45">
                <a:extLst>
                  <a:ext uri="{FF2B5EF4-FFF2-40B4-BE49-F238E27FC236}">
                    <a16:creationId xmlns:a16="http://schemas.microsoft.com/office/drawing/2014/main" id="{3432287C-524E-13DB-515E-133C8FD53F58}"/>
                  </a:ext>
                </a:extLst>
              </p:cNvPr>
              <p:cNvSpPr/>
              <p:nvPr/>
            </p:nvSpPr>
            <p:spPr>
              <a:xfrm>
                <a:off x="12181742" y="-5905196"/>
                <a:ext cx="340092" cy="340092"/>
              </a:xfrm>
              <a:custGeom>
                <a:avLst/>
                <a:gdLst/>
                <a:ahLst/>
                <a:cxnLst/>
                <a:rect l="l" t="t" r="r" b="b"/>
                <a:pathLst>
                  <a:path w="340092" h="340092" extrusionOk="0">
                    <a:moveTo>
                      <a:pt x="171586" y="343173"/>
                    </a:moveTo>
                    <a:cubicBezTo>
                      <a:pt x="77002" y="343173"/>
                      <a:pt x="0" y="266171"/>
                      <a:pt x="0" y="171586"/>
                    </a:cubicBezTo>
                    <a:cubicBezTo>
                      <a:pt x="0" y="77002"/>
                      <a:pt x="77002" y="0"/>
                      <a:pt x="171586" y="0"/>
                    </a:cubicBezTo>
                    <a:cubicBezTo>
                      <a:pt x="266171" y="0"/>
                      <a:pt x="343173" y="77002"/>
                      <a:pt x="343173" y="171586"/>
                    </a:cubicBezTo>
                    <a:cubicBezTo>
                      <a:pt x="343173" y="266171"/>
                      <a:pt x="266171" y="343173"/>
                      <a:pt x="171586" y="3431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1570;p45">
                <a:extLst>
                  <a:ext uri="{FF2B5EF4-FFF2-40B4-BE49-F238E27FC236}">
                    <a16:creationId xmlns:a16="http://schemas.microsoft.com/office/drawing/2014/main" id="{E6F01005-37C7-B1E9-6B0B-46CC1C4D1708}"/>
                  </a:ext>
                </a:extLst>
              </p:cNvPr>
              <p:cNvSpPr/>
              <p:nvPr/>
            </p:nvSpPr>
            <p:spPr>
              <a:xfrm>
                <a:off x="12205561" y="-5881377"/>
                <a:ext cx="295174" cy="295174"/>
              </a:xfrm>
              <a:custGeom>
                <a:avLst/>
                <a:gdLst/>
                <a:ahLst/>
                <a:cxnLst/>
                <a:rect l="l" t="t" r="r" b="b"/>
                <a:pathLst>
                  <a:path w="295174" h="295174" extrusionOk="0">
                    <a:moveTo>
                      <a:pt x="293686" y="147767"/>
                    </a:moveTo>
                    <a:cubicBezTo>
                      <a:pt x="293686" y="228356"/>
                      <a:pt x="228356" y="293686"/>
                      <a:pt x="147767" y="293686"/>
                    </a:cubicBezTo>
                    <a:cubicBezTo>
                      <a:pt x="67179" y="293686"/>
                      <a:pt x="1849" y="228356"/>
                      <a:pt x="1849" y="147767"/>
                    </a:cubicBezTo>
                    <a:cubicBezTo>
                      <a:pt x="1849" y="67178"/>
                      <a:pt x="67179" y="1848"/>
                      <a:pt x="147767" y="1848"/>
                    </a:cubicBezTo>
                    <a:cubicBezTo>
                      <a:pt x="228356" y="1848"/>
                      <a:pt x="293686" y="67178"/>
                      <a:pt x="293686" y="14776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1571;p45">
                <a:extLst>
                  <a:ext uri="{FF2B5EF4-FFF2-40B4-BE49-F238E27FC236}">
                    <a16:creationId xmlns:a16="http://schemas.microsoft.com/office/drawing/2014/main" id="{061A7BEE-EC47-2BFB-7DA3-40EF8632E8B9}"/>
                  </a:ext>
                </a:extLst>
              </p:cNvPr>
              <p:cNvSpPr/>
              <p:nvPr/>
            </p:nvSpPr>
            <p:spPr>
              <a:xfrm>
                <a:off x="12238386" y="-5848618"/>
                <a:ext cx="224589" cy="224589"/>
              </a:xfrm>
              <a:custGeom>
                <a:avLst/>
                <a:gdLst/>
                <a:ahLst/>
                <a:cxnLst/>
                <a:rect l="l" t="t" r="r" b="b"/>
                <a:pathLst>
                  <a:path w="224589" h="224589" extrusionOk="0">
                    <a:moveTo>
                      <a:pt x="172466" y="57489"/>
                    </a:moveTo>
                    <a:cubicBezTo>
                      <a:pt x="204216" y="89239"/>
                      <a:pt x="204216" y="140716"/>
                      <a:pt x="172466" y="172466"/>
                    </a:cubicBezTo>
                    <a:cubicBezTo>
                      <a:pt x="140716" y="204217"/>
                      <a:pt x="89238" y="204217"/>
                      <a:pt x="57488" y="172467"/>
                    </a:cubicBezTo>
                    <a:cubicBezTo>
                      <a:pt x="25738" y="140717"/>
                      <a:pt x="25738" y="89239"/>
                      <a:pt x="57489" y="57489"/>
                    </a:cubicBezTo>
                    <a:cubicBezTo>
                      <a:pt x="89239" y="25739"/>
                      <a:pt x="140716" y="25739"/>
                      <a:pt x="172466" y="574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1572;p45">
                <a:extLst>
                  <a:ext uri="{FF2B5EF4-FFF2-40B4-BE49-F238E27FC236}">
                    <a16:creationId xmlns:a16="http://schemas.microsoft.com/office/drawing/2014/main" id="{A6B3F496-9D33-2145-02D2-3AE931C82780}"/>
                  </a:ext>
                </a:extLst>
              </p:cNvPr>
              <p:cNvSpPr/>
              <p:nvPr/>
            </p:nvSpPr>
            <p:spPr>
              <a:xfrm>
                <a:off x="13258745" y="-5905196"/>
                <a:ext cx="340092" cy="340092"/>
              </a:xfrm>
              <a:custGeom>
                <a:avLst/>
                <a:gdLst/>
                <a:ahLst/>
                <a:cxnLst/>
                <a:rect l="l" t="t" r="r" b="b"/>
                <a:pathLst>
                  <a:path w="340092" h="340092" extrusionOk="0">
                    <a:moveTo>
                      <a:pt x="171586" y="343173"/>
                    </a:moveTo>
                    <a:cubicBezTo>
                      <a:pt x="77002" y="343173"/>
                      <a:pt x="0" y="266171"/>
                      <a:pt x="0" y="171586"/>
                    </a:cubicBezTo>
                    <a:cubicBezTo>
                      <a:pt x="0" y="77002"/>
                      <a:pt x="77002" y="0"/>
                      <a:pt x="171586" y="0"/>
                    </a:cubicBezTo>
                    <a:cubicBezTo>
                      <a:pt x="266171" y="0"/>
                      <a:pt x="343173" y="77002"/>
                      <a:pt x="343173" y="171586"/>
                    </a:cubicBezTo>
                    <a:cubicBezTo>
                      <a:pt x="343173" y="266171"/>
                      <a:pt x="266171" y="343173"/>
                      <a:pt x="171586" y="3431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1573;p45">
                <a:extLst>
                  <a:ext uri="{FF2B5EF4-FFF2-40B4-BE49-F238E27FC236}">
                    <a16:creationId xmlns:a16="http://schemas.microsoft.com/office/drawing/2014/main" id="{27A0A354-A865-EE57-586B-F9275B2AE683}"/>
                  </a:ext>
                </a:extLst>
              </p:cNvPr>
              <p:cNvSpPr/>
              <p:nvPr/>
            </p:nvSpPr>
            <p:spPr>
              <a:xfrm>
                <a:off x="13282564" y="-5881377"/>
                <a:ext cx="295174" cy="295174"/>
              </a:xfrm>
              <a:custGeom>
                <a:avLst/>
                <a:gdLst/>
                <a:ahLst/>
                <a:cxnLst/>
                <a:rect l="l" t="t" r="r" b="b"/>
                <a:pathLst>
                  <a:path w="295174" h="295174" extrusionOk="0">
                    <a:moveTo>
                      <a:pt x="293686" y="147767"/>
                    </a:moveTo>
                    <a:cubicBezTo>
                      <a:pt x="293686" y="228356"/>
                      <a:pt x="228356" y="293686"/>
                      <a:pt x="147767" y="293686"/>
                    </a:cubicBezTo>
                    <a:cubicBezTo>
                      <a:pt x="67178" y="293686"/>
                      <a:pt x="1848" y="228356"/>
                      <a:pt x="1848" y="147767"/>
                    </a:cubicBezTo>
                    <a:cubicBezTo>
                      <a:pt x="1848" y="67178"/>
                      <a:pt x="67178" y="1848"/>
                      <a:pt x="147767" y="1848"/>
                    </a:cubicBezTo>
                    <a:cubicBezTo>
                      <a:pt x="228356" y="1848"/>
                      <a:pt x="293686" y="67178"/>
                      <a:pt x="293686" y="14776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1574;p45">
                <a:extLst>
                  <a:ext uri="{FF2B5EF4-FFF2-40B4-BE49-F238E27FC236}">
                    <a16:creationId xmlns:a16="http://schemas.microsoft.com/office/drawing/2014/main" id="{B3F0B616-BECB-5CA7-766A-24BEA0543DEB}"/>
                  </a:ext>
                </a:extLst>
              </p:cNvPr>
              <p:cNvSpPr/>
              <p:nvPr/>
            </p:nvSpPr>
            <p:spPr>
              <a:xfrm>
                <a:off x="13332779" y="-5831849"/>
                <a:ext cx="192505" cy="192505"/>
              </a:xfrm>
              <a:custGeom>
                <a:avLst/>
                <a:gdLst/>
                <a:ahLst/>
                <a:cxnLst/>
                <a:rect l="l" t="t" r="r" b="b"/>
                <a:pathLst>
                  <a:path w="192505" h="192505" extrusionOk="0">
                    <a:moveTo>
                      <a:pt x="118175" y="19641"/>
                    </a:moveTo>
                    <a:cubicBezTo>
                      <a:pt x="161747" y="30489"/>
                      <a:pt x="188275" y="74604"/>
                      <a:pt x="177427" y="118176"/>
                    </a:cubicBezTo>
                    <a:cubicBezTo>
                      <a:pt x="166580" y="161747"/>
                      <a:pt x="122465" y="188276"/>
                      <a:pt x="78893" y="177428"/>
                    </a:cubicBezTo>
                    <a:cubicBezTo>
                      <a:pt x="35321" y="166581"/>
                      <a:pt x="8793" y="122465"/>
                      <a:pt x="19641" y="78894"/>
                    </a:cubicBezTo>
                    <a:cubicBezTo>
                      <a:pt x="30488" y="35322"/>
                      <a:pt x="74604" y="8794"/>
                      <a:pt x="118175" y="1964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1575;p45">
                <a:extLst>
                  <a:ext uri="{FF2B5EF4-FFF2-40B4-BE49-F238E27FC236}">
                    <a16:creationId xmlns:a16="http://schemas.microsoft.com/office/drawing/2014/main" id="{528924E2-D13C-5738-F5E0-FA11453EFA52}"/>
                  </a:ext>
                </a:extLst>
              </p:cNvPr>
              <p:cNvSpPr/>
              <p:nvPr/>
            </p:nvSpPr>
            <p:spPr>
              <a:xfrm>
                <a:off x="12995333" y="-6534881"/>
                <a:ext cx="32084" cy="77002"/>
              </a:xfrm>
              <a:custGeom>
                <a:avLst/>
                <a:gdLst/>
                <a:ahLst/>
                <a:cxnLst/>
                <a:rect l="l" t="t" r="r" b="b"/>
                <a:pathLst>
                  <a:path w="32084" h="77002" extrusionOk="0">
                    <a:moveTo>
                      <a:pt x="0" y="0"/>
                    </a:moveTo>
                    <a:lnTo>
                      <a:pt x="35678" y="0"/>
                    </a:lnTo>
                    <a:lnTo>
                      <a:pt x="35678" y="78029"/>
                    </a:lnTo>
                    <a:lnTo>
                      <a:pt x="0" y="7802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1576;p45">
                <a:extLst>
                  <a:ext uri="{FF2B5EF4-FFF2-40B4-BE49-F238E27FC236}">
                    <a16:creationId xmlns:a16="http://schemas.microsoft.com/office/drawing/2014/main" id="{FCA4BBF7-F9C3-089F-C2F8-6B9485FE983F}"/>
                  </a:ext>
                </a:extLst>
              </p:cNvPr>
              <p:cNvSpPr/>
              <p:nvPr/>
            </p:nvSpPr>
            <p:spPr>
              <a:xfrm>
                <a:off x="13360965" y="-6534881"/>
                <a:ext cx="32084" cy="77002"/>
              </a:xfrm>
              <a:custGeom>
                <a:avLst/>
                <a:gdLst/>
                <a:ahLst/>
                <a:cxnLst/>
                <a:rect l="l" t="t" r="r" b="b"/>
                <a:pathLst>
                  <a:path w="32084" h="77002" extrusionOk="0">
                    <a:moveTo>
                      <a:pt x="0" y="0"/>
                    </a:moveTo>
                    <a:lnTo>
                      <a:pt x="35678" y="0"/>
                    </a:lnTo>
                    <a:lnTo>
                      <a:pt x="35678" y="78029"/>
                    </a:lnTo>
                    <a:lnTo>
                      <a:pt x="0" y="7802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1577;p45">
                <a:extLst>
                  <a:ext uri="{FF2B5EF4-FFF2-40B4-BE49-F238E27FC236}">
                    <a16:creationId xmlns:a16="http://schemas.microsoft.com/office/drawing/2014/main" id="{7D06C683-2571-A53F-4047-76C2FC8BB700}"/>
                  </a:ext>
                </a:extLst>
              </p:cNvPr>
              <p:cNvSpPr/>
              <p:nvPr/>
            </p:nvSpPr>
            <p:spPr>
              <a:xfrm>
                <a:off x="12850826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1578;p45">
                <a:extLst>
                  <a:ext uri="{FF2B5EF4-FFF2-40B4-BE49-F238E27FC236}">
                    <a16:creationId xmlns:a16="http://schemas.microsoft.com/office/drawing/2014/main" id="{1E4C5226-7095-F4C3-E79A-BD7F47CF5922}"/>
                  </a:ext>
                </a:extLst>
              </p:cNvPr>
              <p:cNvSpPr/>
              <p:nvPr/>
            </p:nvSpPr>
            <p:spPr>
              <a:xfrm>
                <a:off x="13085811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1579;p45">
                <a:extLst>
                  <a:ext uri="{FF2B5EF4-FFF2-40B4-BE49-F238E27FC236}">
                    <a16:creationId xmlns:a16="http://schemas.microsoft.com/office/drawing/2014/main" id="{C3909227-10EB-C1D7-58FF-742BB9AF1859}"/>
                  </a:ext>
                </a:extLst>
              </p:cNvPr>
              <p:cNvSpPr/>
              <p:nvPr/>
            </p:nvSpPr>
            <p:spPr>
              <a:xfrm>
                <a:off x="13293267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1580;p45">
                <a:extLst>
                  <a:ext uri="{FF2B5EF4-FFF2-40B4-BE49-F238E27FC236}">
                    <a16:creationId xmlns:a16="http://schemas.microsoft.com/office/drawing/2014/main" id="{6D2D4F12-7DEF-9271-B922-FFA6654FA2E6}"/>
                  </a:ext>
                </a:extLst>
              </p:cNvPr>
              <p:cNvSpPr/>
              <p:nvPr/>
            </p:nvSpPr>
            <p:spPr>
              <a:xfrm>
                <a:off x="13500788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1581;p45">
                <a:extLst>
                  <a:ext uri="{FF2B5EF4-FFF2-40B4-BE49-F238E27FC236}">
                    <a16:creationId xmlns:a16="http://schemas.microsoft.com/office/drawing/2014/main" id="{7A61823B-9468-5CEA-EDCF-2FD31CF534DB}"/>
                  </a:ext>
                </a:extLst>
              </p:cNvPr>
              <p:cNvSpPr/>
              <p:nvPr/>
            </p:nvSpPr>
            <p:spPr>
              <a:xfrm>
                <a:off x="12826507" y="-6542838"/>
                <a:ext cx="705852" cy="12833"/>
              </a:xfrm>
              <a:custGeom>
                <a:avLst/>
                <a:gdLst/>
                <a:ahLst/>
                <a:cxnLst/>
                <a:rect l="l" t="t" r="r" b="b"/>
                <a:pathLst>
                  <a:path w="705852" h="12833" extrusionOk="0">
                    <a:moveTo>
                      <a:pt x="702516" y="17839"/>
                    </a:moveTo>
                    <a:lnTo>
                      <a:pt x="8919" y="17839"/>
                    </a:lnTo>
                    <a:cubicBezTo>
                      <a:pt x="3978" y="17839"/>
                      <a:pt x="0" y="13860"/>
                      <a:pt x="0" y="8919"/>
                    </a:cubicBezTo>
                    <a:lnTo>
                      <a:pt x="0" y="8919"/>
                    </a:lnTo>
                    <a:cubicBezTo>
                      <a:pt x="0" y="3978"/>
                      <a:pt x="3978" y="0"/>
                      <a:pt x="8919" y="0"/>
                    </a:cubicBezTo>
                    <a:lnTo>
                      <a:pt x="702516" y="0"/>
                    </a:lnTo>
                    <a:cubicBezTo>
                      <a:pt x="707457" y="0"/>
                      <a:pt x="711435" y="3978"/>
                      <a:pt x="711435" y="8919"/>
                    </a:cubicBezTo>
                    <a:lnTo>
                      <a:pt x="711435" y="8919"/>
                    </a:lnTo>
                    <a:cubicBezTo>
                      <a:pt x="711435" y="13860"/>
                      <a:pt x="707457" y="17839"/>
                      <a:pt x="702516" y="178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1582;p45">
                <a:extLst>
                  <a:ext uri="{FF2B5EF4-FFF2-40B4-BE49-F238E27FC236}">
                    <a16:creationId xmlns:a16="http://schemas.microsoft.com/office/drawing/2014/main" id="{F61AFFFE-49EE-46AE-BB2F-9A3E6299EA73}"/>
                  </a:ext>
                </a:extLst>
              </p:cNvPr>
              <p:cNvSpPr/>
              <p:nvPr/>
            </p:nvSpPr>
            <p:spPr>
              <a:xfrm>
                <a:off x="12826507" y="-6596290"/>
                <a:ext cx="705852" cy="12833"/>
              </a:xfrm>
              <a:custGeom>
                <a:avLst/>
                <a:gdLst/>
                <a:ahLst/>
                <a:cxnLst/>
                <a:rect l="l" t="t" r="r" b="b"/>
                <a:pathLst>
                  <a:path w="705852" h="12833" extrusionOk="0">
                    <a:moveTo>
                      <a:pt x="702516" y="17839"/>
                    </a:moveTo>
                    <a:lnTo>
                      <a:pt x="8919" y="17839"/>
                    </a:lnTo>
                    <a:cubicBezTo>
                      <a:pt x="3978" y="17839"/>
                      <a:pt x="0" y="13860"/>
                      <a:pt x="0" y="8919"/>
                    </a:cubicBezTo>
                    <a:lnTo>
                      <a:pt x="0" y="8919"/>
                    </a:lnTo>
                    <a:cubicBezTo>
                      <a:pt x="0" y="3978"/>
                      <a:pt x="3978" y="0"/>
                      <a:pt x="8919" y="0"/>
                    </a:cubicBezTo>
                    <a:lnTo>
                      <a:pt x="702516" y="0"/>
                    </a:lnTo>
                    <a:cubicBezTo>
                      <a:pt x="707457" y="0"/>
                      <a:pt x="711435" y="3978"/>
                      <a:pt x="711435" y="8919"/>
                    </a:cubicBezTo>
                    <a:lnTo>
                      <a:pt x="711435" y="8919"/>
                    </a:lnTo>
                    <a:cubicBezTo>
                      <a:pt x="711435" y="13860"/>
                      <a:pt x="707457" y="17839"/>
                      <a:pt x="702516" y="178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1583;p45">
                <a:extLst>
                  <a:ext uri="{FF2B5EF4-FFF2-40B4-BE49-F238E27FC236}">
                    <a16:creationId xmlns:a16="http://schemas.microsoft.com/office/drawing/2014/main" id="{885DCF25-03AB-E3B5-D894-A010A53B59D4}"/>
                  </a:ext>
                </a:extLst>
              </p:cNvPr>
              <p:cNvSpPr/>
              <p:nvPr/>
            </p:nvSpPr>
            <p:spPr>
              <a:xfrm>
                <a:off x="12093318" y="-6060676"/>
                <a:ext cx="64168" cy="160421"/>
              </a:xfrm>
              <a:custGeom>
                <a:avLst/>
                <a:gdLst/>
                <a:ahLst/>
                <a:cxnLst/>
                <a:rect l="l" t="t" r="r" b="b"/>
                <a:pathLst>
                  <a:path w="64168" h="160421" extrusionOk="0">
                    <a:moveTo>
                      <a:pt x="17132" y="64"/>
                    </a:moveTo>
                    <a:lnTo>
                      <a:pt x="36190" y="64"/>
                    </a:lnTo>
                    <a:cubicBezTo>
                      <a:pt x="53388" y="64"/>
                      <a:pt x="67377" y="14053"/>
                      <a:pt x="67377" y="31250"/>
                    </a:cubicBezTo>
                    <a:lnTo>
                      <a:pt x="67377" y="129428"/>
                    </a:lnTo>
                    <a:cubicBezTo>
                      <a:pt x="67377" y="146625"/>
                      <a:pt x="53388" y="160613"/>
                      <a:pt x="36190" y="160613"/>
                    </a:cubicBezTo>
                    <a:lnTo>
                      <a:pt x="17132" y="160613"/>
                    </a:lnTo>
                    <a:cubicBezTo>
                      <a:pt x="7700" y="160613"/>
                      <a:pt x="0" y="152978"/>
                      <a:pt x="0" y="143481"/>
                    </a:cubicBezTo>
                    <a:lnTo>
                      <a:pt x="0" y="17133"/>
                    </a:lnTo>
                    <a:cubicBezTo>
                      <a:pt x="0" y="7700"/>
                      <a:pt x="7636" y="0"/>
                      <a:pt x="17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1584;p45">
                <a:extLst>
                  <a:ext uri="{FF2B5EF4-FFF2-40B4-BE49-F238E27FC236}">
                    <a16:creationId xmlns:a16="http://schemas.microsoft.com/office/drawing/2014/main" id="{BD5A28B9-5788-1657-1527-19F010D7DA90}"/>
                  </a:ext>
                </a:extLst>
              </p:cNvPr>
              <p:cNvSpPr/>
              <p:nvPr/>
            </p:nvSpPr>
            <p:spPr>
              <a:xfrm>
                <a:off x="12093382" y="-6044763"/>
                <a:ext cx="44917" cy="128336"/>
              </a:xfrm>
              <a:custGeom>
                <a:avLst/>
                <a:gdLst/>
                <a:ahLst/>
                <a:cxnLst/>
                <a:rect l="l" t="t" r="r" b="b"/>
                <a:pathLst>
                  <a:path w="44917" h="128336" extrusionOk="0">
                    <a:moveTo>
                      <a:pt x="0" y="0"/>
                    </a:moveTo>
                    <a:lnTo>
                      <a:pt x="36511" y="0"/>
                    </a:lnTo>
                    <a:cubicBezTo>
                      <a:pt x="44340" y="0"/>
                      <a:pt x="50628" y="6353"/>
                      <a:pt x="50628" y="14117"/>
                    </a:cubicBezTo>
                    <a:lnTo>
                      <a:pt x="50628" y="114733"/>
                    </a:lnTo>
                    <a:cubicBezTo>
                      <a:pt x="50628" y="122562"/>
                      <a:pt x="44276" y="128850"/>
                      <a:pt x="36511" y="128850"/>
                    </a:cubicBezTo>
                    <a:lnTo>
                      <a:pt x="0" y="12885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1585;p45">
                <a:extLst>
                  <a:ext uri="{FF2B5EF4-FFF2-40B4-BE49-F238E27FC236}">
                    <a16:creationId xmlns:a16="http://schemas.microsoft.com/office/drawing/2014/main" id="{0C791FDF-561F-FC89-01F8-8D0F9C1288AA}"/>
                  </a:ext>
                </a:extLst>
              </p:cNvPr>
              <p:cNvSpPr/>
              <p:nvPr/>
            </p:nvSpPr>
            <p:spPr>
              <a:xfrm>
                <a:off x="12124760" y="-6044763"/>
                <a:ext cx="12833" cy="128336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128336" extrusionOk="0">
                    <a:moveTo>
                      <a:pt x="0" y="0"/>
                    </a:moveTo>
                    <a:lnTo>
                      <a:pt x="5070" y="0"/>
                    </a:lnTo>
                    <a:cubicBezTo>
                      <a:pt x="12898" y="0"/>
                      <a:pt x="19186" y="6353"/>
                      <a:pt x="19186" y="14117"/>
                    </a:cubicBezTo>
                    <a:lnTo>
                      <a:pt x="19186" y="114733"/>
                    </a:lnTo>
                    <a:cubicBezTo>
                      <a:pt x="19186" y="122562"/>
                      <a:pt x="12834" y="128850"/>
                      <a:pt x="5070" y="128850"/>
                    </a:cubicBezTo>
                    <a:lnTo>
                      <a:pt x="0" y="12885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1586;p45">
                <a:extLst>
                  <a:ext uri="{FF2B5EF4-FFF2-40B4-BE49-F238E27FC236}">
                    <a16:creationId xmlns:a16="http://schemas.microsoft.com/office/drawing/2014/main" id="{B8EA7636-3FFC-378B-86D3-06E20DAA6674}"/>
                  </a:ext>
                </a:extLst>
              </p:cNvPr>
              <p:cNvSpPr/>
              <p:nvPr/>
            </p:nvSpPr>
            <p:spPr>
              <a:xfrm>
                <a:off x="12054625" y="-5959162"/>
                <a:ext cx="25667" cy="109086"/>
              </a:xfrm>
              <a:custGeom>
                <a:avLst/>
                <a:gdLst/>
                <a:ahLst/>
                <a:cxnLst/>
                <a:rect l="l" t="t" r="r" b="b"/>
                <a:pathLst>
                  <a:path w="25667" h="109086" extrusionOk="0">
                    <a:moveTo>
                      <a:pt x="26245" y="113578"/>
                    </a:moveTo>
                    <a:lnTo>
                      <a:pt x="0" y="113578"/>
                    </a:lnTo>
                    <a:lnTo>
                      <a:pt x="9176" y="0"/>
                    </a:lnTo>
                    <a:lnTo>
                      <a:pt x="26245" y="0"/>
                    </a:lnTo>
                    <a:lnTo>
                      <a:pt x="26245" y="1135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1587;p45">
                <a:extLst>
                  <a:ext uri="{FF2B5EF4-FFF2-40B4-BE49-F238E27FC236}">
                    <a16:creationId xmlns:a16="http://schemas.microsoft.com/office/drawing/2014/main" id="{C5A42EF1-D781-B883-A6F5-81435BC33485}"/>
                  </a:ext>
                </a:extLst>
              </p:cNvPr>
              <p:cNvSpPr/>
              <p:nvPr/>
            </p:nvSpPr>
            <p:spPr>
              <a:xfrm>
                <a:off x="12028123" y="-5851552"/>
                <a:ext cx="115503" cy="89835"/>
              </a:xfrm>
              <a:custGeom>
                <a:avLst/>
                <a:gdLst/>
                <a:ahLst/>
                <a:cxnLst/>
                <a:rect l="l" t="t" r="r" b="b"/>
                <a:pathLst>
                  <a:path w="115503" h="89835" extrusionOk="0">
                    <a:moveTo>
                      <a:pt x="17582" y="64"/>
                    </a:moveTo>
                    <a:lnTo>
                      <a:pt x="115888" y="64"/>
                    </a:lnTo>
                    <a:lnTo>
                      <a:pt x="115888" y="92146"/>
                    </a:lnTo>
                    <a:lnTo>
                      <a:pt x="17582" y="92146"/>
                    </a:lnTo>
                    <a:cubicBezTo>
                      <a:pt x="7893" y="92146"/>
                      <a:pt x="0" y="84253"/>
                      <a:pt x="0" y="74564"/>
                    </a:cubicBezTo>
                    <a:lnTo>
                      <a:pt x="0" y="17582"/>
                    </a:lnTo>
                    <a:cubicBezTo>
                      <a:pt x="0" y="7893"/>
                      <a:pt x="7893" y="0"/>
                      <a:pt x="175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1588;p45">
                <a:extLst>
                  <a:ext uri="{FF2B5EF4-FFF2-40B4-BE49-F238E27FC236}">
                    <a16:creationId xmlns:a16="http://schemas.microsoft.com/office/drawing/2014/main" id="{686B28A6-0A87-EAE8-FF90-77A50E8770E0}"/>
                  </a:ext>
                </a:extLst>
              </p:cNvPr>
              <p:cNvSpPr/>
              <p:nvPr/>
            </p:nvSpPr>
            <p:spPr>
              <a:xfrm>
                <a:off x="13641381" y="-5851487"/>
                <a:ext cx="77002" cy="89835"/>
              </a:xfrm>
              <a:custGeom>
                <a:avLst/>
                <a:gdLst/>
                <a:ahLst/>
                <a:cxnLst/>
                <a:rect l="l" t="t" r="r" b="b"/>
                <a:pathLst>
                  <a:path w="77002" h="89835" extrusionOk="0">
                    <a:moveTo>
                      <a:pt x="65323" y="92082"/>
                    </a:moveTo>
                    <a:lnTo>
                      <a:pt x="0" y="92082"/>
                    </a:lnTo>
                    <a:lnTo>
                      <a:pt x="0" y="0"/>
                    </a:lnTo>
                    <a:lnTo>
                      <a:pt x="65323" y="0"/>
                    </a:lnTo>
                    <a:cubicBezTo>
                      <a:pt x="75013" y="0"/>
                      <a:pt x="82905" y="7893"/>
                      <a:pt x="82905" y="17582"/>
                    </a:cubicBezTo>
                    <a:lnTo>
                      <a:pt x="82905" y="74564"/>
                    </a:lnTo>
                    <a:cubicBezTo>
                      <a:pt x="82905" y="84253"/>
                      <a:pt x="75013" y="92146"/>
                      <a:pt x="65323" y="9214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4203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23C0EB-55C8-60DA-ABFF-A12E9BC23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F14063-84FD-09DF-A545-B3B4F5831F90}"/>
              </a:ext>
            </a:extLst>
          </p:cNvPr>
          <p:cNvSpPr txBox="1"/>
          <p:nvPr/>
        </p:nvSpPr>
        <p:spPr>
          <a:xfrm>
            <a:off x="1136332" y="1920150"/>
            <a:ext cx="991933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8300" i="1" dirty="0">
                <a:latin typeface="Bahnschrift SemiBold SemiConden" panose="020B0502040204020203" pitchFamily="34" charset="0"/>
              </a:rPr>
              <a:t>„Съвършенството не се постига от първия път“</a:t>
            </a:r>
            <a:endParaRPr lang="en-US" sz="8300" i="1" dirty="0">
              <a:latin typeface="Bahnschrift SemiBold SemiConden" panose="020B0502040204020203" pitchFamily="34" charset="0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E6161BA-8B51-803D-44C8-E99AC9042675}"/>
              </a:ext>
            </a:extLst>
          </p:cNvPr>
          <p:cNvGrpSpPr/>
          <p:nvPr/>
        </p:nvGrpSpPr>
        <p:grpSpPr>
          <a:xfrm>
            <a:off x="12778740" y="5014049"/>
            <a:ext cx="2389328" cy="1551999"/>
            <a:chOff x="643911" y="1528411"/>
            <a:chExt cx="3220959" cy="2629664"/>
          </a:xfrm>
        </p:grpSpPr>
        <p:grpSp>
          <p:nvGrpSpPr>
            <p:cNvPr id="126" name="Google Shape;1470;p45">
              <a:extLst>
                <a:ext uri="{FF2B5EF4-FFF2-40B4-BE49-F238E27FC236}">
                  <a16:creationId xmlns:a16="http://schemas.microsoft.com/office/drawing/2014/main" id="{6B5FDCD8-BB7D-1BC1-D129-E603B666A0FA}"/>
                </a:ext>
              </a:extLst>
            </p:cNvPr>
            <p:cNvGrpSpPr/>
            <p:nvPr/>
          </p:nvGrpSpPr>
          <p:grpSpPr>
            <a:xfrm>
              <a:off x="1190633" y="1528411"/>
              <a:ext cx="971633" cy="682171"/>
              <a:chOff x="-5157941" y="2849728"/>
              <a:chExt cx="1453235" cy="1020297"/>
            </a:xfrm>
          </p:grpSpPr>
          <p:sp>
            <p:nvSpPr>
              <p:cNvPr id="164" name="Google Shape;1471;p45">
                <a:extLst>
                  <a:ext uri="{FF2B5EF4-FFF2-40B4-BE49-F238E27FC236}">
                    <a16:creationId xmlns:a16="http://schemas.microsoft.com/office/drawing/2014/main" id="{A3085C22-1DCB-63EA-50E4-2F31C50266CE}"/>
                  </a:ext>
                </a:extLst>
              </p:cNvPr>
              <p:cNvSpPr/>
              <p:nvPr/>
            </p:nvSpPr>
            <p:spPr>
              <a:xfrm>
                <a:off x="-3989013" y="3586677"/>
                <a:ext cx="1047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3350" extrusionOk="0">
                    <a:moveTo>
                      <a:pt x="108204" y="54102"/>
                    </a:moveTo>
                    <a:lnTo>
                      <a:pt x="108204" y="88773"/>
                    </a:lnTo>
                    <a:cubicBezTo>
                      <a:pt x="108204" y="105728"/>
                      <a:pt x="100393" y="120777"/>
                      <a:pt x="88202" y="130683"/>
                    </a:cubicBezTo>
                    <a:cubicBezTo>
                      <a:pt x="78867" y="138303"/>
                      <a:pt x="66961" y="142780"/>
                      <a:pt x="54102" y="142780"/>
                    </a:cubicBezTo>
                    <a:cubicBezTo>
                      <a:pt x="41243" y="142780"/>
                      <a:pt x="29337" y="138208"/>
                      <a:pt x="20002" y="130683"/>
                    </a:cubicBezTo>
                    <a:cubicBezTo>
                      <a:pt x="7906" y="120777"/>
                      <a:pt x="0" y="105632"/>
                      <a:pt x="0" y="88773"/>
                    </a:cubicBezTo>
                    <a:lnTo>
                      <a:pt x="0" y="54102"/>
                    </a:lnTo>
                    <a:cubicBezTo>
                      <a:pt x="0" y="37147"/>
                      <a:pt x="7811" y="22098"/>
                      <a:pt x="20002" y="12097"/>
                    </a:cubicBezTo>
                    <a:cubicBezTo>
                      <a:pt x="29337" y="4477"/>
                      <a:pt x="41243" y="0"/>
                      <a:pt x="54102" y="0"/>
                    </a:cubicBezTo>
                    <a:cubicBezTo>
                      <a:pt x="66961" y="0"/>
                      <a:pt x="78486" y="4286"/>
                      <a:pt x="88202" y="12192"/>
                    </a:cubicBezTo>
                    <a:cubicBezTo>
                      <a:pt x="89535" y="13335"/>
                      <a:pt x="91059" y="14573"/>
                      <a:pt x="92297" y="15907"/>
                    </a:cubicBezTo>
                    <a:cubicBezTo>
                      <a:pt x="102489" y="26098"/>
                      <a:pt x="108204" y="39719"/>
                      <a:pt x="108204" y="54102"/>
                    </a:cubicBezTo>
                    <a:close/>
                    <a:moveTo>
                      <a:pt x="86296" y="88773"/>
                    </a:moveTo>
                    <a:lnTo>
                      <a:pt x="86296" y="54102"/>
                    </a:lnTo>
                    <a:cubicBezTo>
                      <a:pt x="86296" y="45529"/>
                      <a:pt x="82963" y="37433"/>
                      <a:pt x="76867" y="31337"/>
                    </a:cubicBezTo>
                    <a:cubicBezTo>
                      <a:pt x="73438" y="27908"/>
                      <a:pt x="69437" y="25432"/>
                      <a:pt x="65056" y="23813"/>
                    </a:cubicBezTo>
                    <a:lnTo>
                      <a:pt x="65056" y="11430"/>
                    </a:lnTo>
                    <a:cubicBezTo>
                      <a:pt x="65056" y="6382"/>
                      <a:pt x="60198" y="2477"/>
                      <a:pt x="54102" y="2477"/>
                    </a:cubicBezTo>
                    <a:cubicBezTo>
                      <a:pt x="48006" y="2477"/>
                      <a:pt x="43149" y="6477"/>
                      <a:pt x="43149" y="11430"/>
                    </a:cubicBezTo>
                    <a:lnTo>
                      <a:pt x="43149" y="23813"/>
                    </a:lnTo>
                    <a:cubicBezTo>
                      <a:pt x="30766" y="28289"/>
                      <a:pt x="21907" y="40196"/>
                      <a:pt x="21907" y="54102"/>
                    </a:cubicBezTo>
                    <a:lnTo>
                      <a:pt x="21907" y="88773"/>
                    </a:lnTo>
                    <a:cubicBezTo>
                      <a:pt x="21907" y="106489"/>
                      <a:pt x="36290" y="120968"/>
                      <a:pt x="54007" y="120968"/>
                    </a:cubicBezTo>
                    <a:cubicBezTo>
                      <a:pt x="71724" y="120968"/>
                      <a:pt x="86106" y="106489"/>
                      <a:pt x="86106" y="887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472;p45">
                <a:extLst>
                  <a:ext uri="{FF2B5EF4-FFF2-40B4-BE49-F238E27FC236}">
                    <a16:creationId xmlns:a16="http://schemas.microsoft.com/office/drawing/2014/main" id="{227108F0-F4B0-884A-EFEF-F679B0DE6B45}"/>
                  </a:ext>
                </a:extLst>
              </p:cNvPr>
              <p:cNvSpPr/>
              <p:nvPr/>
            </p:nvSpPr>
            <p:spPr>
              <a:xfrm>
                <a:off x="-3945864" y="3589248"/>
                <a:ext cx="190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76200" extrusionOk="0">
                    <a:moveTo>
                      <a:pt x="21907" y="21336"/>
                    </a:moveTo>
                    <a:lnTo>
                      <a:pt x="21907" y="73819"/>
                    </a:lnTo>
                    <a:cubicBezTo>
                      <a:pt x="21907" y="78772"/>
                      <a:pt x="17050" y="82677"/>
                      <a:pt x="10953" y="82677"/>
                    </a:cubicBezTo>
                    <a:cubicBezTo>
                      <a:pt x="4857" y="82677"/>
                      <a:pt x="0" y="78677"/>
                      <a:pt x="0" y="73819"/>
                    </a:cubicBezTo>
                    <a:lnTo>
                      <a:pt x="0" y="8954"/>
                    </a:lnTo>
                    <a:cubicBezTo>
                      <a:pt x="0" y="3905"/>
                      <a:pt x="4857" y="0"/>
                      <a:pt x="10953" y="0"/>
                    </a:cubicBezTo>
                    <a:cubicBezTo>
                      <a:pt x="17050" y="0"/>
                      <a:pt x="21907" y="4001"/>
                      <a:pt x="21907" y="8954"/>
                    </a:cubicBezTo>
                    <a:lnTo>
                      <a:pt x="21907" y="213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473;p45">
                <a:extLst>
                  <a:ext uri="{FF2B5EF4-FFF2-40B4-BE49-F238E27FC236}">
                    <a16:creationId xmlns:a16="http://schemas.microsoft.com/office/drawing/2014/main" id="{3A8A7615-E535-D30A-7FEB-99F7857DF1E6}"/>
                  </a:ext>
                </a:extLst>
              </p:cNvPr>
              <p:cNvSpPr/>
              <p:nvPr/>
            </p:nvSpPr>
            <p:spPr>
              <a:xfrm>
                <a:off x="-4977327" y="3585438"/>
                <a:ext cx="1047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3350" extrusionOk="0">
                    <a:moveTo>
                      <a:pt x="108204" y="54102"/>
                    </a:moveTo>
                    <a:lnTo>
                      <a:pt x="108204" y="88773"/>
                    </a:lnTo>
                    <a:cubicBezTo>
                      <a:pt x="108204" y="105728"/>
                      <a:pt x="100394" y="120777"/>
                      <a:pt x="88202" y="130683"/>
                    </a:cubicBezTo>
                    <a:cubicBezTo>
                      <a:pt x="78867" y="138303"/>
                      <a:pt x="66961" y="142780"/>
                      <a:pt x="54102" y="142780"/>
                    </a:cubicBezTo>
                    <a:cubicBezTo>
                      <a:pt x="41243" y="142780"/>
                      <a:pt x="29337" y="138208"/>
                      <a:pt x="20003" y="130683"/>
                    </a:cubicBezTo>
                    <a:cubicBezTo>
                      <a:pt x="7906" y="120777"/>
                      <a:pt x="0" y="105632"/>
                      <a:pt x="0" y="88773"/>
                    </a:cubicBezTo>
                    <a:lnTo>
                      <a:pt x="0" y="54102"/>
                    </a:lnTo>
                    <a:cubicBezTo>
                      <a:pt x="0" y="37147"/>
                      <a:pt x="7811" y="22098"/>
                      <a:pt x="20003" y="12097"/>
                    </a:cubicBezTo>
                    <a:cubicBezTo>
                      <a:pt x="29337" y="4477"/>
                      <a:pt x="41243" y="0"/>
                      <a:pt x="54102" y="0"/>
                    </a:cubicBezTo>
                    <a:cubicBezTo>
                      <a:pt x="66961" y="0"/>
                      <a:pt x="78486" y="4286"/>
                      <a:pt x="88202" y="12192"/>
                    </a:cubicBezTo>
                    <a:cubicBezTo>
                      <a:pt x="89535" y="13335"/>
                      <a:pt x="91059" y="14573"/>
                      <a:pt x="92297" y="15907"/>
                    </a:cubicBezTo>
                    <a:cubicBezTo>
                      <a:pt x="102489" y="26098"/>
                      <a:pt x="108204" y="39719"/>
                      <a:pt x="108204" y="54102"/>
                    </a:cubicBezTo>
                    <a:close/>
                    <a:moveTo>
                      <a:pt x="86296" y="88773"/>
                    </a:moveTo>
                    <a:lnTo>
                      <a:pt x="86296" y="54102"/>
                    </a:lnTo>
                    <a:cubicBezTo>
                      <a:pt x="86296" y="45529"/>
                      <a:pt x="82963" y="37433"/>
                      <a:pt x="76867" y="31337"/>
                    </a:cubicBezTo>
                    <a:cubicBezTo>
                      <a:pt x="73438" y="27908"/>
                      <a:pt x="69438" y="25337"/>
                      <a:pt x="65056" y="23813"/>
                    </a:cubicBezTo>
                    <a:lnTo>
                      <a:pt x="65056" y="11335"/>
                    </a:lnTo>
                    <a:cubicBezTo>
                      <a:pt x="65056" y="6382"/>
                      <a:pt x="60198" y="2477"/>
                      <a:pt x="54102" y="2477"/>
                    </a:cubicBezTo>
                    <a:cubicBezTo>
                      <a:pt x="48006" y="2477"/>
                      <a:pt x="43149" y="6477"/>
                      <a:pt x="43149" y="11335"/>
                    </a:cubicBezTo>
                    <a:lnTo>
                      <a:pt x="43149" y="23813"/>
                    </a:lnTo>
                    <a:cubicBezTo>
                      <a:pt x="30766" y="28289"/>
                      <a:pt x="21907" y="40196"/>
                      <a:pt x="21907" y="54102"/>
                    </a:cubicBezTo>
                    <a:lnTo>
                      <a:pt x="21907" y="88773"/>
                    </a:lnTo>
                    <a:cubicBezTo>
                      <a:pt x="21907" y="106489"/>
                      <a:pt x="36290" y="120968"/>
                      <a:pt x="54007" y="120968"/>
                    </a:cubicBezTo>
                    <a:cubicBezTo>
                      <a:pt x="71724" y="120968"/>
                      <a:pt x="86106" y="106489"/>
                      <a:pt x="86106" y="887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474;p45">
                <a:extLst>
                  <a:ext uri="{FF2B5EF4-FFF2-40B4-BE49-F238E27FC236}">
                    <a16:creationId xmlns:a16="http://schemas.microsoft.com/office/drawing/2014/main" id="{A6CD6FDE-8320-9001-0555-F723F179288A}"/>
                  </a:ext>
                </a:extLst>
              </p:cNvPr>
              <p:cNvSpPr/>
              <p:nvPr/>
            </p:nvSpPr>
            <p:spPr>
              <a:xfrm>
                <a:off x="-4934179" y="3588010"/>
                <a:ext cx="190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76200" extrusionOk="0">
                    <a:moveTo>
                      <a:pt x="21907" y="21241"/>
                    </a:moveTo>
                    <a:lnTo>
                      <a:pt x="21907" y="73724"/>
                    </a:lnTo>
                    <a:cubicBezTo>
                      <a:pt x="21907" y="78677"/>
                      <a:pt x="17050" y="82582"/>
                      <a:pt x="10953" y="82582"/>
                    </a:cubicBezTo>
                    <a:cubicBezTo>
                      <a:pt x="4858" y="82582"/>
                      <a:pt x="0" y="78581"/>
                      <a:pt x="0" y="73724"/>
                    </a:cubicBezTo>
                    <a:lnTo>
                      <a:pt x="0" y="8858"/>
                    </a:lnTo>
                    <a:cubicBezTo>
                      <a:pt x="0" y="3905"/>
                      <a:pt x="4858" y="0"/>
                      <a:pt x="10953" y="0"/>
                    </a:cubicBezTo>
                    <a:cubicBezTo>
                      <a:pt x="17050" y="0"/>
                      <a:pt x="21907" y="4001"/>
                      <a:pt x="21907" y="8858"/>
                    </a:cubicBezTo>
                    <a:lnTo>
                      <a:pt x="21907" y="213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475;p45">
                <a:extLst>
                  <a:ext uri="{FF2B5EF4-FFF2-40B4-BE49-F238E27FC236}">
                    <a16:creationId xmlns:a16="http://schemas.microsoft.com/office/drawing/2014/main" id="{E43C5888-64D2-ED02-8C28-03DC18BEF0E3}"/>
                  </a:ext>
                </a:extLst>
              </p:cNvPr>
              <p:cNvSpPr/>
              <p:nvPr/>
            </p:nvSpPr>
            <p:spPr>
              <a:xfrm>
                <a:off x="-5152506" y="3246729"/>
                <a:ext cx="14478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47800" h="142875" extrusionOk="0">
                    <a:moveTo>
                      <a:pt x="2110" y="120777"/>
                    </a:moveTo>
                    <a:cubicBezTo>
                      <a:pt x="-1129" y="111157"/>
                      <a:pt x="-843" y="100203"/>
                      <a:pt x="4396" y="90011"/>
                    </a:cubicBezTo>
                    <a:lnTo>
                      <a:pt x="38781" y="21907"/>
                    </a:lnTo>
                    <a:cubicBezTo>
                      <a:pt x="45544" y="8477"/>
                      <a:pt x="59545" y="0"/>
                      <a:pt x="74595" y="0"/>
                    </a:cubicBezTo>
                    <a:lnTo>
                      <a:pt x="1373615" y="0"/>
                    </a:lnTo>
                    <a:cubicBezTo>
                      <a:pt x="1388664" y="0"/>
                      <a:pt x="1402476" y="8477"/>
                      <a:pt x="1409333" y="21907"/>
                    </a:cubicBezTo>
                    <a:lnTo>
                      <a:pt x="1443814" y="90011"/>
                    </a:lnTo>
                    <a:cubicBezTo>
                      <a:pt x="1448957" y="100203"/>
                      <a:pt x="1449338" y="111157"/>
                      <a:pt x="1446100" y="120682"/>
                    </a:cubicBezTo>
                    <a:cubicBezTo>
                      <a:pt x="1440956" y="136207"/>
                      <a:pt x="1426478" y="148209"/>
                      <a:pt x="1408000" y="148209"/>
                    </a:cubicBezTo>
                    <a:lnTo>
                      <a:pt x="40305" y="148209"/>
                    </a:lnTo>
                    <a:cubicBezTo>
                      <a:pt x="21827" y="148209"/>
                      <a:pt x="7444" y="136207"/>
                      <a:pt x="2301" y="1207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476;p45">
                <a:extLst>
                  <a:ext uri="{FF2B5EF4-FFF2-40B4-BE49-F238E27FC236}">
                    <a16:creationId xmlns:a16="http://schemas.microsoft.com/office/drawing/2014/main" id="{D2E1D410-AD54-3D2C-5881-F5D34684AD5E}"/>
                  </a:ext>
                </a:extLst>
              </p:cNvPr>
              <p:cNvSpPr/>
              <p:nvPr/>
            </p:nvSpPr>
            <p:spPr>
              <a:xfrm>
                <a:off x="-3900811" y="3513810"/>
                <a:ext cx="190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342900" extrusionOk="0">
                    <a:moveTo>
                      <a:pt x="194310" y="0"/>
                    </a:moveTo>
                    <a:lnTo>
                      <a:pt x="194310" y="267748"/>
                    </a:lnTo>
                    <a:cubicBezTo>
                      <a:pt x="194310" y="312991"/>
                      <a:pt x="157639" y="349758"/>
                      <a:pt x="112395" y="349758"/>
                    </a:cubicBezTo>
                    <a:lnTo>
                      <a:pt x="0" y="349758"/>
                    </a:lnTo>
                    <a:lnTo>
                      <a:pt x="0" y="203549"/>
                    </a:lnTo>
                    <a:cubicBezTo>
                      <a:pt x="12097" y="193643"/>
                      <a:pt x="20002" y="178498"/>
                      <a:pt x="20002" y="161639"/>
                    </a:cubicBezTo>
                    <a:lnTo>
                      <a:pt x="20002" y="126968"/>
                    </a:lnTo>
                    <a:cubicBezTo>
                      <a:pt x="20002" y="112586"/>
                      <a:pt x="14383" y="98965"/>
                      <a:pt x="4096" y="88773"/>
                    </a:cubicBezTo>
                    <a:cubicBezTo>
                      <a:pt x="2762" y="87439"/>
                      <a:pt x="1334" y="86201"/>
                      <a:pt x="0" y="85058"/>
                    </a:cubicBezTo>
                    <a:lnTo>
                      <a:pt x="0" y="27622"/>
                    </a:lnTo>
                    <a:lnTo>
                      <a:pt x="156210" y="27622"/>
                    </a:lnTo>
                    <a:cubicBezTo>
                      <a:pt x="174784" y="27622"/>
                      <a:pt x="189166" y="15526"/>
                      <a:pt x="1943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477;p45">
                <a:extLst>
                  <a:ext uri="{FF2B5EF4-FFF2-40B4-BE49-F238E27FC236}">
                    <a16:creationId xmlns:a16="http://schemas.microsoft.com/office/drawing/2014/main" id="{D3781226-FAC2-6EC1-9D4E-0A7C58F0E253}"/>
                  </a:ext>
                </a:extLst>
              </p:cNvPr>
              <p:cNvSpPr/>
              <p:nvPr/>
            </p:nvSpPr>
            <p:spPr>
              <a:xfrm>
                <a:off x="-3900811" y="3441421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 extrusionOk="0">
                    <a:moveTo>
                      <a:pt x="194310" y="47244"/>
                    </a:moveTo>
                    <a:lnTo>
                      <a:pt x="194310" y="72390"/>
                    </a:lnTo>
                    <a:cubicBezTo>
                      <a:pt x="189166" y="87916"/>
                      <a:pt x="174688" y="100013"/>
                      <a:pt x="156210" y="100013"/>
                    </a:cubicBezTo>
                    <a:lnTo>
                      <a:pt x="0" y="100013"/>
                    </a:lnTo>
                    <a:lnTo>
                      <a:pt x="0" y="27622"/>
                    </a:lnTo>
                    <a:lnTo>
                      <a:pt x="156210" y="27622"/>
                    </a:lnTo>
                    <a:cubicBezTo>
                      <a:pt x="174784" y="27622"/>
                      <a:pt x="189166" y="15526"/>
                      <a:pt x="194310" y="0"/>
                    </a:cubicBezTo>
                    <a:lnTo>
                      <a:pt x="194310" y="471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478;p45">
                <a:extLst>
                  <a:ext uri="{FF2B5EF4-FFF2-40B4-BE49-F238E27FC236}">
                    <a16:creationId xmlns:a16="http://schemas.microsoft.com/office/drawing/2014/main" id="{557633F4-5949-4052-1644-A4A3E133EDAF}"/>
                  </a:ext>
                </a:extLst>
              </p:cNvPr>
              <p:cNvSpPr/>
              <p:nvPr/>
            </p:nvSpPr>
            <p:spPr>
              <a:xfrm>
                <a:off x="-3900811" y="3367410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 extrusionOk="0">
                    <a:moveTo>
                      <a:pt x="194310" y="48863"/>
                    </a:moveTo>
                    <a:lnTo>
                      <a:pt x="194310" y="74009"/>
                    </a:lnTo>
                    <a:cubicBezTo>
                      <a:pt x="189166" y="89535"/>
                      <a:pt x="174688" y="101632"/>
                      <a:pt x="156210" y="101632"/>
                    </a:cubicBezTo>
                    <a:lnTo>
                      <a:pt x="0" y="101632"/>
                    </a:lnTo>
                    <a:lnTo>
                      <a:pt x="0" y="27527"/>
                    </a:lnTo>
                    <a:lnTo>
                      <a:pt x="156210" y="27527"/>
                    </a:lnTo>
                    <a:cubicBezTo>
                      <a:pt x="174688" y="27527"/>
                      <a:pt x="189166" y="15526"/>
                      <a:pt x="194310" y="0"/>
                    </a:cubicBezTo>
                    <a:lnTo>
                      <a:pt x="194310" y="4886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479;p45">
                <a:extLst>
                  <a:ext uri="{FF2B5EF4-FFF2-40B4-BE49-F238E27FC236}">
                    <a16:creationId xmlns:a16="http://schemas.microsoft.com/office/drawing/2014/main" id="{3ACED717-E4CE-07EC-A133-40198AF40646}"/>
                  </a:ext>
                </a:extLst>
              </p:cNvPr>
              <p:cNvSpPr/>
              <p:nvPr/>
            </p:nvSpPr>
            <p:spPr>
              <a:xfrm>
                <a:off x="-3968915" y="379317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68104" y="0"/>
                    </a:moveTo>
                    <a:lnTo>
                      <a:pt x="68104" y="70295"/>
                    </a:lnTo>
                    <a:lnTo>
                      <a:pt x="0" y="70295"/>
                    </a:lnTo>
                    <a:lnTo>
                      <a:pt x="0" y="0"/>
                    </a:lnTo>
                    <a:cubicBezTo>
                      <a:pt x="0" y="0"/>
                      <a:pt x="6763" y="36195"/>
                      <a:pt x="34100" y="36195"/>
                    </a:cubicBezTo>
                    <a:cubicBezTo>
                      <a:pt x="61436" y="36195"/>
                      <a:pt x="68199" y="0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480;p45">
                <a:extLst>
                  <a:ext uri="{FF2B5EF4-FFF2-40B4-BE49-F238E27FC236}">
                    <a16:creationId xmlns:a16="http://schemas.microsoft.com/office/drawing/2014/main" id="{E02F4A49-474E-EC6D-EF24-8683C288B597}"/>
                  </a:ext>
                </a:extLst>
              </p:cNvPr>
              <p:cNvSpPr/>
              <p:nvPr/>
            </p:nvSpPr>
            <p:spPr>
              <a:xfrm>
                <a:off x="-3969011" y="3717360"/>
                <a:ext cx="666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4775" extrusionOk="0">
                    <a:moveTo>
                      <a:pt x="68199" y="0"/>
                    </a:moveTo>
                    <a:lnTo>
                      <a:pt x="68199" y="75819"/>
                    </a:lnTo>
                    <a:cubicBezTo>
                      <a:pt x="68199" y="75819"/>
                      <a:pt x="61532" y="112014"/>
                      <a:pt x="34100" y="112014"/>
                    </a:cubicBezTo>
                    <a:cubicBezTo>
                      <a:pt x="6668" y="112014"/>
                      <a:pt x="0" y="75819"/>
                      <a:pt x="0" y="75819"/>
                    </a:cubicBezTo>
                    <a:lnTo>
                      <a:pt x="0" y="0"/>
                    </a:lnTo>
                    <a:cubicBezTo>
                      <a:pt x="9335" y="7620"/>
                      <a:pt x="21241" y="12097"/>
                      <a:pt x="34100" y="12097"/>
                    </a:cubicBezTo>
                    <a:cubicBezTo>
                      <a:pt x="46959" y="12097"/>
                      <a:pt x="58865" y="7525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481;p45">
                <a:extLst>
                  <a:ext uri="{FF2B5EF4-FFF2-40B4-BE49-F238E27FC236}">
                    <a16:creationId xmlns:a16="http://schemas.microsoft.com/office/drawing/2014/main" id="{D525FF7A-BB8E-8B38-CCEA-6329EEF34EB3}"/>
                  </a:ext>
                </a:extLst>
              </p:cNvPr>
              <p:cNvSpPr/>
              <p:nvPr/>
            </p:nvSpPr>
            <p:spPr>
              <a:xfrm>
                <a:off x="-3969011" y="3541432"/>
                <a:ext cx="666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57150" extrusionOk="0">
                    <a:moveTo>
                      <a:pt x="68199" y="0"/>
                    </a:moveTo>
                    <a:lnTo>
                      <a:pt x="68199" y="57436"/>
                    </a:lnTo>
                    <a:cubicBezTo>
                      <a:pt x="58484" y="49530"/>
                      <a:pt x="46673" y="45244"/>
                      <a:pt x="34100" y="45244"/>
                    </a:cubicBezTo>
                    <a:cubicBezTo>
                      <a:pt x="21527" y="45244"/>
                      <a:pt x="9335" y="49816"/>
                      <a:pt x="0" y="57340"/>
                    </a:cubicBezTo>
                    <a:lnTo>
                      <a:pt x="0" y="0"/>
                    </a:lnTo>
                    <a:lnTo>
                      <a:pt x="681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482;p45">
                <a:extLst>
                  <a:ext uri="{FF2B5EF4-FFF2-40B4-BE49-F238E27FC236}">
                    <a16:creationId xmlns:a16="http://schemas.microsoft.com/office/drawing/2014/main" id="{F36EC228-7059-FE34-2DAD-11E6FE5E386F}"/>
                  </a:ext>
                </a:extLst>
              </p:cNvPr>
              <p:cNvSpPr/>
              <p:nvPr/>
            </p:nvSpPr>
            <p:spPr>
              <a:xfrm>
                <a:off x="-3968915" y="346904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2390"/>
                    </a:lnTo>
                    <a:lnTo>
                      <a:pt x="0" y="7239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483;p45">
                <a:extLst>
                  <a:ext uri="{FF2B5EF4-FFF2-40B4-BE49-F238E27FC236}">
                    <a16:creationId xmlns:a16="http://schemas.microsoft.com/office/drawing/2014/main" id="{1F483171-F36A-A226-5D03-C9FAB4D25007}"/>
                  </a:ext>
                </a:extLst>
              </p:cNvPr>
              <p:cNvSpPr/>
              <p:nvPr/>
            </p:nvSpPr>
            <p:spPr>
              <a:xfrm>
                <a:off x="-3968915" y="3397987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1056"/>
                    </a:lnTo>
                    <a:lnTo>
                      <a:pt x="0" y="710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484;p45">
                <a:extLst>
                  <a:ext uri="{FF2B5EF4-FFF2-40B4-BE49-F238E27FC236}">
                    <a16:creationId xmlns:a16="http://schemas.microsoft.com/office/drawing/2014/main" id="{9F45B900-88DB-F989-9575-C095EC05F3AE}"/>
                  </a:ext>
                </a:extLst>
              </p:cNvPr>
              <p:cNvSpPr/>
              <p:nvPr/>
            </p:nvSpPr>
            <p:spPr>
              <a:xfrm>
                <a:off x="-4889125" y="3394938"/>
                <a:ext cx="9810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81075" h="66675" extrusionOk="0">
                    <a:moveTo>
                      <a:pt x="988314" y="0"/>
                    </a:moveTo>
                    <a:lnTo>
                      <a:pt x="988314" y="3048"/>
                    </a:lnTo>
                    <a:lnTo>
                      <a:pt x="920210" y="3048"/>
                    </a:lnTo>
                    <a:lnTo>
                      <a:pt x="920210" y="74104"/>
                    </a:lnTo>
                    <a:lnTo>
                      <a:pt x="0" y="74104"/>
                    </a:lnTo>
                    <a:lnTo>
                      <a:pt x="0" y="1810"/>
                    </a:lnTo>
                    <a:lnTo>
                      <a:pt x="0" y="0"/>
                    </a:lnTo>
                    <a:lnTo>
                      <a:pt x="9883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485;p45">
                <a:extLst>
                  <a:ext uri="{FF2B5EF4-FFF2-40B4-BE49-F238E27FC236}">
                    <a16:creationId xmlns:a16="http://schemas.microsoft.com/office/drawing/2014/main" id="{D7FCB12B-DB44-0EE2-B901-B79177A53CC3}"/>
                  </a:ext>
                </a:extLst>
              </p:cNvPr>
              <p:cNvSpPr/>
              <p:nvPr/>
            </p:nvSpPr>
            <p:spPr>
              <a:xfrm>
                <a:off x="-3966915" y="3610488"/>
                <a:ext cx="571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0" extrusionOk="0">
                    <a:moveTo>
                      <a:pt x="64198" y="30289"/>
                    </a:moveTo>
                    <a:lnTo>
                      <a:pt x="64198" y="64961"/>
                    </a:lnTo>
                    <a:cubicBezTo>
                      <a:pt x="64198" y="82677"/>
                      <a:pt x="49816" y="97155"/>
                      <a:pt x="32099" y="97155"/>
                    </a:cubicBezTo>
                    <a:cubicBezTo>
                      <a:pt x="14383" y="97155"/>
                      <a:pt x="0" y="82677"/>
                      <a:pt x="0" y="64961"/>
                    </a:cubicBezTo>
                    <a:lnTo>
                      <a:pt x="0" y="30289"/>
                    </a:lnTo>
                    <a:cubicBezTo>
                      <a:pt x="0" y="16383"/>
                      <a:pt x="8858" y="4477"/>
                      <a:pt x="21241" y="0"/>
                    </a:cubicBezTo>
                    <a:lnTo>
                      <a:pt x="21241" y="52483"/>
                    </a:lnTo>
                    <a:cubicBezTo>
                      <a:pt x="21241" y="57436"/>
                      <a:pt x="26098" y="61341"/>
                      <a:pt x="32195" y="61341"/>
                    </a:cubicBezTo>
                    <a:cubicBezTo>
                      <a:pt x="38291" y="61341"/>
                      <a:pt x="43148" y="57340"/>
                      <a:pt x="43148" y="52483"/>
                    </a:cubicBezTo>
                    <a:lnTo>
                      <a:pt x="43148" y="0"/>
                    </a:lnTo>
                    <a:cubicBezTo>
                      <a:pt x="47530" y="1619"/>
                      <a:pt x="51530" y="4096"/>
                      <a:pt x="54959" y="7525"/>
                    </a:cubicBezTo>
                    <a:cubicBezTo>
                      <a:pt x="61055" y="13621"/>
                      <a:pt x="64389" y="21717"/>
                      <a:pt x="64389" y="302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486;p45">
                <a:extLst>
                  <a:ext uri="{FF2B5EF4-FFF2-40B4-BE49-F238E27FC236}">
                    <a16:creationId xmlns:a16="http://schemas.microsoft.com/office/drawing/2014/main" id="{11F3F9FF-0C2B-D0D6-B8F6-3BA2045B86D8}"/>
                  </a:ext>
                </a:extLst>
              </p:cNvPr>
              <p:cNvSpPr/>
              <p:nvPr/>
            </p:nvSpPr>
            <p:spPr>
              <a:xfrm>
                <a:off x="-4889125" y="3541338"/>
                <a:ext cx="91440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314325" extrusionOk="0">
                    <a:moveTo>
                      <a:pt x="920210" y="251841"/>
                    </a:moveTo>
                    <a:lnTo>
                      <a:pt x="920210" y="322136"/>
                    </a:lnTo>
                    <a:lnTo>
                      <a:pt x="0" y="322136"/>
                    </a:lnTo>
                    <a:lnTo>
                      <a:pt x="0" y="174688"/>
                    </a:lnTo>
                    <a:cubicBezTo>
                      <a:pt x="12097" y="164783"/>
                      <a:pt x="20002" y="149638"/>
                      <a:pt x="20002" y="132779"/>
                    </a:cubicBezTo>
                    <a:lnTo>
                      <a:pt x="20002" y="98108"/>
                    </a:lnTo>
                    <a:cubicBezTo>
                      <a:pt x="20002" y="83725"/>
                      <a:pt x="14383" y="70104"/>
                      <a:pt x="4096" y="59912"/>
                    </a:cubicBezTo>
                    <a:cubicBezTo>
                      <a:pt x="2762" y="58579"/>
                      <a:pt x="1334" y="57341"/>
                      <a:pt x="0" y="56197"/>
                    </a:cubicBezTo>
                    <a:lnTo>
                      <a:pt x="0" y="0"/>
                    </a:lnTo>
                    <a:lnTo>
                      <a:pt x="369189" y="0"/>
                    </a:lnTo>
                    <a:lnTo>
                      <a:pt x="369189" y="100203"/>
                    </a:lnTo>
                    <a:lnTo>
                      <a:pt x="552164" y="100203"/>
                    </a:lnTo>
                    <a:lnTo>
                      <a:pt x="552164" y="0"/>
                    </a:lnTo>
                    <a:lnTo>
                      <a:pt x="920115" y="0"/>
                    </a:lnTo>
                    <a:lnTo>
                      <a:pt x="920115" y="57341"/>
                    </a:lnTo>
                    <a:cubicBezTo>
                      <a:pt x="908018" y="67342"/>
                      <a:pt x="900113" y="82391"/>
                      <a:pt x="900113" y="99346"/>
                    </a:cubicBezTo>
                    <a:lnTo>
                      <a:pt x="900113" y="134017"/>
                    </a:lnTo>
                    <a:cubicBezTo>
                      <a:pt x="900113" y="150971"/>
                      <a:pt x="907923" y="166021"/>
                      <a:pt x="920115" y="175927"/>
                    </a:cubicBezTo>
                    <a:lnTo>
                      <a:pt x="920115" y="251746"/>
                    </a:lnTo>
                    <a:close/>
                    <a:moveTo>
                      <a:pt x="722376" y="180499"/>
                    </a:moveTo>
                    <a:cubicBezTo>
                      <a:pt x="722376" y="144304"/>
                      <a:pt x="691896" y="132874"/>
                      <a:pt x="670846" y="129540"/>
                    </a:cubicBezTo>
                    <a:cubicBezTo>
                      <a:pt x="660559" y="127730"/>
                      <a:pt x="651224" y="135636"/>
                      <a:pt x="651224" y="146018"/>
                    </a:cubicBezTo>
                    <a:lnTo>
                      <a:pt x="651224" y="153353"/>
                    </a:lnTo>
                    <a:cubicBezTo>
                      <a:pt x="651224" y="153353"/>
                      <a:pt x="546449" y="186309"/>
                      <a:pt x="440817" y="186309"/>
                    </a:cubicBezTo>
                    <a:cubicBezTo>
                      <a:pt x="335185" y="186309"/>
                      <a:pt x="270415" y="153353"/>
                      <a:pt x="270415" y="153353"/>
                    </a:cubicBezTo>
                    <a:lnTo>
                      <a:pt x="270415" y="146018"/>
                    </a:lnTo>
                    <a:cubicBezTo>
                      <a:pt x="270415" y="135636"/>
                      <a:pt x="261271" y="127921"/>
                      <a:pt x="251079" y="129445"/>
                    </a:cubicBezTo>
                    <a:cubicBezTo>
                      <a:pt x="229934" y="132397"/>
                      <a:pt x="199168" y="143161"/>
                      <a:pt x="199168" y="179546"/>
                    </a:cubicBezTo>
                    <a:cubicBezTo>
                      <a:pt x="199168" y="215932"/>
                      <a:pt x="229648" y="227076"/>
                      <a:pt x="250698" y="230600"/>
                    </a:cubicBezTo>
                    <a:cubicBezTo>
                      <a:pt x="260985" y="232315"/>
                      <a:pt x="270320" y="224409"/>
                      <a:pt x="270320" y="213932"/>
                    </a:cubicBezTo>
                    <a:cubicBezTo>
                      <a:pt x="270320" y="213932"/>
                      <a:pt x="302228" y="257461"/>
                      <a:pt x="443389" y="257461"/>
                    </a:cubicBezTo>
                    <a:cubicBezTo>
                      <a:pt x="601980" y="257461"/>
                      <a:pt x="651129" y="213932"/>
                      <a:pt x="651129" y="213932"/>
                    </a:cubicBezTo>
                    <a:cubicBezTo>
                      <a:pt x="651129" y="224314"/>
                      <a:pt x="660273" y="232124"/>
                      <a:pt x="670465" y="230600"/>
                    </a:cubicBezTo>
                    <a:cubicBezTo>
                      <a:pt x="691610" y="227552"/>
                      <a:pt x="722376" y="216884"/>
                      <a:pt x="722376" y="1804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487;p45">
                <a:extLst>
                  <a:ext uri="{FF2B5EF4-FFF2-40B4-BE49-F238E27FC236}">
                    <a16:creationId xmlns:a16="http://schemas.microsoft.com/office/drawing/2014/main" id="{70291A59-D547-09FE-A6F5-CAA3F29C56A9}"/>
                  </a:ext>
                </a:extLst>
              </p:cNvPr>
              <p:cNvSpPr/>
              <p:nvPr/>
            </p:nvSpPr>
            <p:spPr>
              <a:xfrm>
                <a:off x="-4889125" y="3469043"/>
                <a:ext cx="9144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66675" extrusionOk="0">
                    <a:moveTo>
                      <a:pt x="920210" y="0"/>
                    </a:moveTo>
                    <a:lnTo>
                      <a:pt x="920210" y="72390"/>
                    </a:lnTo>
                    <a:lnTo>
                      <a:pt x="552164" y="72390"/>
                    </a:lnTo>
                    <a:lnTo>
                      <a:pt x="369189" y="72390"/>
                    </a:lnTo>
                    <a:lnTo>
                      <a:pt x="0" y="72390"/>
                    </a:lnTo>
                    <a:lnTo>
                      <a:pt x="0" y="0"/>
                    </a:lnTo>
                    <a:lnTo>
                      <a:pt x="9202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488;p45">
                <a:extLst>
                  <a:ext uri="{FF2B5EF4-FFF2-40B4-BE49-F238E27FC236}">
                    <a16:creationId xmlns:a16="http://schemas.microsoft.com/office/drawing/2014/main" id="{77C62F38-03C4-CC53-61EB-B3BF508460B4}"/>
                  </a:ext>
                </a:extLst>
              </p:cNvPr>
              <p:cNvSpPr/>
              <p:nvPr/>
            </p:nvSpPr>
            <p:spPr>
              <a:xfrm>
                <a:off x="-4238092" y="3670616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 extrusionOk="0">
                    <a:moveTo>
                      <a:pt x="19717" y="261"/>
                    </a:moveTo>
                    <a:cubicBezTo>
                      <a:pt x="40767" y="3691"/>
                      <a:pt x="71247" y="15025"/>
                      <a:pt x="71247" y="51220"/>
                    </a:cubicBezTo>
                    <a:cubicBezTo>
                      <a:pt x="71247" y="87415"/>
                      <a:pt x="40481" y="98274"/>
                      <a:pt x="19336" y="101322"/>
                    </a:cubicBezTo>
                    <a:cubicBezTo>
                      <a:pt x="9144" y="102846"/>
                      <a:pt x="0" y="95035"/>
                      <a:pt x="0" y="84653"/>
                    </a:cubicBezTo>
                    <a:lnTo>
                      <a:pt x="0" y="16740"/>
                    </a:lnTo>
                    <a:cubicBezTo>
                      <a:pt x="0" y="6262"/>
                      <a:pt x="9430" y="-1548"/>
                      <a:pt x="19621" y="26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489;p45">
                <a:extLst>
                  <a:ext uri="{FF2B5EF4-FFF2-40B4-BE49-F238E27FC236}">
                    <a16:creationId xmlns:a16="http://schemas.microsoft.com/office/drawing/2014/main" id="{A15CC85D-E70A-E9D9-4364-571315B51E62}"/>
                  </a:ext>
                </a:extLst>
              </p:cNvPr>
              <p:cNvSpPr/>
              <p:nvPr/>
            </p:nvSpPr>
            <p:spPr>
              <a:xfrm>
                <a:off x="-4618806" y="3694785"/>
                <a:ext cx="3714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95250" extrusionOk="0">
                    <a:moveTo>
                      <a:pt x="380809" y="0"/>
                    </a:moveTo>
                    <a:lnTo>
                      <a:pt x="380809" y="60579"/>
                    </a:lnTo>
                    <a:cubicBezTo>
                      <a:pt x="380809" y="60579"/>
                      <a:pt x="331565" y="104108"/>
                      <a:pt x="173069" y="104108"/>
                    </a:cubicBezTo>
                    <a:cubicBezTo>
                      <a:pt x="31909" y="104108"/>
                      <a:pt x="0" y="60579"/>
                      <a:pt x="0" y="60579"/>
                    </a:cubicBezTo>
                    <a:lnTo>
                      <a:pt x="0" y="0"/>
                    </a:lnTo>
                    <a:cubicBezTo>
                      <a:pt x="0" y="0"/>
                      <a:pt x="64675" y="32956"/>
                      <a:pt x="170402" y="32956"/>
                    </a:cubicBezTo>
                    <a:cubicBezTo>
                      <a:pt x="276130" y="32956"/>
                      <a:pt x="380809" y="0"/>
                      <a:pt x="3808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490;p45">
                <a:extLst>
                  <a:ext uri="{FF2B5EF4-FFF2-40B4-BE49-F238E27FC236}">
                    <a16:creationId xmlns:a16="http://schemas.microsoft.com/office/drawing/2014/main" id="{98ED79A4-6DB3-0F10-8EAC-B4E6E06104E0}"/>
                  </a:ext>
                </a:extLst>
              </p:cNvPr>
              <p:cNvSpPr/>
              <p:nvPr/>
            </p:nvSpPr>
            <p:spPr>
              <a:xfrm>
                <a:off x="-4519936" y="3541432"/>
                <a:ext cx="1809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0" extrusionOk="0">
                    <a:moveTo>
                      <a:pt x="0" y="0"/>
                    </a:moveTo>
                    <a:lnTo>
                      <a:pt x="182976" y="0"/>
                    </a:lnTo>
                    <a:lnTo>
                      <a:pt x="182976" y="100203"/>
                    </a:lnTo>
                    <a:lnTo>
                      <a:pt x="0" y="1002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491;p45">
                <a:extLst>
                  <a:ext uri="{FF2B5EF4-FFF2-40B4-BE49-F238E27FC236}">
                    <a16:creationId xmlns:a16="http://schemas.microsoft.com/office/drawing/2014/main" id="{8C3C4E83-3E58-527D-C0BD-27BC94D961F9}"/>
                  </a:ext>
                </a:extLst>
              </p:cNvPr>
              <p:cNvSpPr/>
              <p:nvPr/>
            </p:nvSpPr>
            <p:spPr>
              <a:xfrm>
                <a:off x="-4689958" y="3670685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 extrusionOk="0">
                    <a:moveTo>
                      <a:pt x="71152" y="24100"/>
                    </a:moveTo>
                    <a:lnTo>
                      <a:pt x="71152" y="84679"/>
                    </a:lnTo>
                    <a:cubicBezTo>
                      <a:pt x="71152" y="95157"/>
                      <a:pt x="61722" y="103062"/>
                      <a:pt x="51531" y="101348"/>
                    </a:cubicBezTo>
                    <a:cubicBezTo>
                      <a:pt x="30480" y="97824"/>
                      <a:pt x="0" y="86394"/>
                      <a:pt x="0" y="50294"/>
                    </a:cubicBezTo>
                    <a:cubicBezTo>
                      <a:pt x="0" y="14194"/>
                      <a:pt x="30766" y="3145"/>
                      <a:pt x="51911" y="192"/>
                    </a:cubicBezTo>
                    <a:cubicBezTo>
                      <a:pt x="62103" y="-1332"/>
                      <a:pt x="71247" y="6384"/>
                      <a:pt x="71247" y="16766"/>
                    </a:cubicBezTo>
                    <a:lnTo>
                      <a:pt x="71247" y="241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492;p45">
                <a:extLst>
                  <a:ext uri="{FF2B5EF4-FFF2-40B4-BE49-F238E27FC236}">
                    <a16:creationId xmlns:a16="http://schemas.microsoft.com/office/drawing/2014/main" id="{39443BE3-3FE0-0FAA-F188-92881A22ED56}"/>
                  </a:ext>
                </a:extLst>
              </p:cNvPr>
              <p:cNvSpPr/>
              <p:nvPr/>
            </p:nvSpPr>
            <p:spPr>
              <a:xfrm>
                <a:off x="-4957229" y="379194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68104" y="0"/>
                    </a:moveTo>
                    <a:lnTo>
                      <a:pt x="68104" y="71628"/>
                    </a:lnTo>
                    <a:lnTo>
                      <a:pt x="0" y="71628"/>
                    </a:lnTo>
                    <a:lnTo>
                      <a:pt x="0" y="0"/>
                    </a:lnTo>
                    <a:cubicBezTo>
                      <a:pt x="0" y="0"/>
                      <a:pt x="6763" y="36195"/>
                      <a:pt x="34100" y="36195"/>
                    </a:cubicBezTo>
                    <a:cubicBezTo>
                      <a:pt x="61436" y="36195"/>
                      <a:pt x="68199" y="0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493;p45">
                <a:extLst>
                  <a:ext uri="{FF2B5EF4-FFF2-40B4-BE49-F238E27FC236}">
                    <a16:creationId xmlns:a16="http://schemas.microsoft.com/office/drawing/2014/main" id="{8109B29C-856A-64B0-D7EA-049AEC1A7E0E}"/>
                  </a:ext>
                </a:extLst>
              </p:cNvPr>
              <p:cNvSpPr/>
              <p:nvPr/>
            </p:nvSpPr>
            <p:spPr>
              <a:xfrm>
                <a:off x="-4957324" y="3716121"/>
                <a:ext cx="666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4775" extrusionOk="0">
                    <a:moveTo>
                      <a:pt x="68199" y="0"/>
                    </a:moveTo>
                    <a:lnTo>
                      <a:pt x="68199" y="75819"/>
                    </a:lnTo>
                    <a:cubicBezTo>
                      <a:pt x="68199" y="75819"/>
                      <a:pt x="61436" y="112014"/>
                      <a:pt x="34099" y="112014"/>
                    </a:cubicBezTo>
                    <a:cubicBezTo>
                      <a:pt x="6762" y="112014"/>
                      <a:pt x="0" y="75819"/>
                      <a:pt x="0" y="75819"/>
                    </a:cubicBezTo>
                    <a:lnTo>
                      <a:pt x="0" y="0"/>
                    </a:lnTo>
                    <a:cubicBezTo>
                      <a:pt x="9334" y="7620"/>
                      <a:pt x="21241" y="12097"/>
                      <a:pt x="34099" y="12097"/>
                    </a:cubicBezTo>
                    <a:cubicBezTo>
                      <a:pt x="46958" y="12097"/>
                      <a:pt x="58864" y="7525"/>
                      <a:pt x="681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494;p45">
                <a:extLst>
                  <a:ext uri="{FF2B5EF4-FFF2-40B4-BE49-F238E27FC236}">
                    <a16:creationId xmlns:a16="http://schemas.microsoft.com/office/drawing/2014/main" id="{3C2E9D87-74B9-8936-99EF-D5501A569E2D}"/>
                  </a:ext>
                </a:extLst>
              </p:cNvPr>
              <p:cNvSpPr/>
              <p:nvPr/>
            </p:nvSpPr>
            <p:spPr>
              <a:xfrm>
                <a:off x="-4957324" y="3541432"/>
                <a:ext cx="666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7625" extrusionOk="0">
                    <a:moveTo>
                      <a:pt x="68199" y="0"/>
                    </a:moveTo>
                    <a:lnTo>
                      <a:pt x="68199" y="56197"/>
                    </a:lnTo>
                    <a:cubicBezTo>
                      <a:pt x="58483" y="48292"/>
                      <a:pt x="46672" y="44005"/>
                      <a:pt x="34099" y="44005"/>
                    </a:cubicBezTo>
                    <a:cubicBezTo>
                      <a:pt x="21526" y="44005"/>
                      <a:pt x="9334" y="48578"/>
                      <a:pt x="0" y="56102"/>
                    </a:cubicBezTo>
                    <a:lnTo>
                      <a:pt x="0" y="0"/>
                    </a:lnTo>
                    <a:lnTo>
                      <a:pt x="6810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495;p45">
                <a:extLst>
                  <a:ext uri="{FF2B5EF4-FFF2-40B4-BE49-F238E27FC236}">
                    <a16:creationId xmlns:a16="http://schemas.microsoft.com/office/drawing/2014/main" id="{DAF78425-BB62-C7A0-EF7A-604233B76722}"/>
                  </a:ext>
                </a:extLst>
              </p:cNvPr>
              <p:cNvSpPr/>
              <p:nvPr/>
            </p:nvSpPr>
            <p:spPr>
              <a:xfrm>
                <a:off x="-4957229" y="346904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2390"/>
                    </a:lnTo>
                    <a:lnTo>
                      <a:pt x="0" y="7239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496;p45">
                <a:extLst>
                  <a:ext uri="{FF2B5EF4-FFF2-40B4-BE49-F238E27FC236}">
                    <a16:creationId xmlns:a16="http://schemas.microsoft.com/office/drawing/2014/main" id="{C8F70C30-615A-9E5C-888F-B7331DE96F52}"/>
                  </a:ext>
                </a:extLst>
              </p:cNvPr>
              <p:cNvSpPr/>
              <p:nvPr/>
            </p:nvSpPr>
            <p:spPr>
              <a:xfrm>
                <a:off x="-4957229" y="339674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0" y="0"/>
                    </a:moveTo>
                    <a:lnTo>
                      <a:pt x="68104" y="0"/>
                    </a:lnTo>
                    <a:lnTo>
                      <a:pt x="68104" y="72390"/>
                    </a:lnTo>
                    <a:lnTo>
                      <a:pt x="0" y="7239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497;p45">
                <a:extLst>
                  <a:ext uri="{FF2B5EF4-FFF2-40B4-BE49-F238E27FC236}">
                    <a16:creationId xmlns:a16="http://schemas.microsoft.com/office/drawing/2014/main" id="{116C6170-0F4C-B49D-2D27-C3173CD50CF3}"/>
                  </a:ext>
                </a:extLst>
              </p:cNvPr>
              <p:cNvSpPr/>
              <p:nvPr/>
            </p:nvSpPr>
            <p:spPr>
              <a:xfrm>
                <a:off x="-5150396" y="3367506"/>
                <a:ext cx="2571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5250" extrusionOk="0">
                    <a:moveTo>
                      <a:pt x="0" y="48768"/>
                    </a:moveTo>
                    <a:lnTo>
                      <a:pt x="0" y="0"/>
                    </a:lnTo>
                    <a:cubicBezTo>
                      <a:pt x="5143" y="15430"/>
                      <a:pt x="19621" y="27432"/>
                      <a:pt x="38005" y="27432"/>
                    </a:cubicBezTo>
                    <a:lnTo>
                      <a:pt x="261175" y="27432"/>
                    </a:lnTo>
                    <a:lnTo>
                      <a:pt x="261175" y="29242"/>
                    </a:lnTo>
                    <a:lnTo>
                      <a:pt x="193072" y="29242"/>
                    </a:lnTo>
                    <a:lnTo>
                      <a:pt x="193072" y="101632"/>
                    </a:lnTo>
                    <a:lnTo>
                      <a:pt x="38005" y="101632"/>
                    </a:lnTo>
                    <a:cubicBezTo>
                      <a:pt x="19526" y="101632"/>
                      <a:pt x="5143" y="89630"/>
                      <a:pt x="0" y="74104"/>
                    </a:cubicBezTo>
                    <a:lnTo>
                      <a:pt x="0" y="4886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498;p45">
                <a:extLst>
                  <a:ext uri="{FF2B5EF4-FFF2-40B4-BE49-F238E27FC236}">
                    <a16:creationId xmlns:a16="http://schemas.microsoft.com/office/drawing/2014/main" id="{F36B024D-2A52-26D4-62B1-1E124057BD14}"/>
                  </a:ext>
                </a:extLst>
              </p:cNvPr>
              <p:cNvSpPr/>
              <p:nvPr/>
            </p:nvSpPr>
            <p:spPr>
              <a:xfrm>
                <a:off x="-4955229" y="3609251"/>
                <a:ext cx="571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0" extrusionOk="0">
                    <a:moveTo>
                      <a:pt x="64198" y="30289"/>
                    </a:moveTo>
                    <a:lnTo>
                      <a:pt x="64198" y="64961"/>
                    </a:lnTo>
                    <a:cubicBezTo>
                      <a:pt x="64198" y="82677"/>
                      <a:pt x="49816" y="97155"/>
                      <a:pt x="32099" y="97155"/>
                    </a:cubicBezTo>
                    <a:cubicBezTo>
                      <a:pt x="14383" y="97155"/>
                      <a:pt x="0" y="82677"/>
                      <a:pt x="0" y="64961"/>
                    </a:cubicBezTo>
                    <a:lnTo>
                      <a:pt x="0" y="30289"/>
                    </a:lnTo>
                    <a:cubicBezTo>
                      <a:pt x="0" y="16383"/>
                      <a:pt x="8858" y="4477"/>
                      <a:pt x="21241" y="0"/>
                    </a:cubicBezTo>
                    <a:lnTo>
                      <a:pt x="21241" y="52483"/>
                    </a:lnTo>
                    <a:cubicBezTo>
                      <a:pt x="21241" y="57436"/>
                      <a:pt x="26098" y="61341"/>
                      <a:pt x="32195" y="61341"/>
                    </a:cubicBezTo>
                    <a:cubicBezTo>
                      <a:pt x="38291" y="61341"/>
                      <a:pt x="43149" y="57340"/>
                      <a:pt x="43149" y="52483"/>
                    </a:cubicBezTo>
                    <a:lnTo>
                      <a:pt x="43149" y="0"/>
                    </a:lnTo>
                    <a:cubicBezTo>
                      <a:pt x="47530" y="1524"/>
                      <a:pt x="51530" y="4096"/>
                      <a:pt x="54959" y="7525"/>
                    </a:cubicBezTo>
                    <a:cubicBezTo>
                      <a:pt x="61055" y="13621"/>
                      <a:pt x="64389" y="21717"/>
                      <a:pt x="64389" y="302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499;p45">
                <a:extLst>
                  <a:ext uri="{FF2B5EF4-FFF2-40B4-BE49-F238E27FC236}">
                    <a16:creationId xmlns:a16="http://schemas.microsoft.com/office/drawing/2014/main" id="{8DA8DF67-272F-621B-470A-8A35599801E2}"/>
                  </a:ext>
                </a:extLst>
              </p:cNvPr>
              <p:cNvSpPr/>
              <p:nvPr/>
            </p:nvSpPr>
            <p:spPr>
              <a:xfrm>
                <a:off x="-5150301" y="3513906"/>
                <a:ext cx="190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342900" extrusionOk="0">
                    <a:moveTo>
                      <a:pt x="193071" y="278035"/>
                    </a:moveTo>
                    <a:lnTo>
                      <a:pt x="193071" y="349663"/>
                    </a:lnTo>
                    <a:lnTo>
                      <a:pt x="81915" y="349663"/>
                    </a:lnTo>
                    <a:cubicBezTo>
                      <a:pt x="36671" y="349663"/>
                      <a:pt x="0" y="312896"/>
                      <a:pt x="0" y="267653"/>
                    </a:cubicBezTo>
                    <a:lnTo>
                      <a:pt x="0" y="0"/>
                    </a:lnTo>
                    <a:cubicBezTo>
                      <a:pt x="5143" y="15526"/>
                      <a:pt x="19621" y="27527"/>
                      <a:pt x="38005" y="27527"/>
                    </a:cubicBezTo>
                    <a:lnTo>
                      <a:pt x="193071" y="27527"/>
                    </a:lnTo>
                    <a:lnTo>
                      <a:pt x="193071" y="83629"/>
                    </a:lnTo>
                    <a:cubicBezTo>
                      <a:pt x="180975" y="93631"/>
                      <a:pt x="173069" y="108680"/>
                      <a:pt x="173069" y="125635"/>
                    </a:cubicBezTo>
                    <a:lnTo>
                      <a:pt x="173069" y="160306"/>
                    </a:lnTo>
                    <a:cubicBezTo>
                      <a:pt x="173069" y="177260"/>
                      <a:pt x="180880" y="192310"/>
                      <a:pt x="193071" y="202216"/>
                    </a:cubicBezTo>
                    <a:lnTo>
                      <a:pt x="193071" y="2780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500;p45">
                <a:extLst>
                  <a:ext uri="{FF2B5EF4-FFF2-40B4-BE49-F238E27FC236}">
                    <a16:creationId xmlns:a16="http://schemas.microsoft.com/office/drawing/2014/main" id="{59B9F454-CB5C-B8E0-7A8E-B492E25BF09E}"/>
                  </a:ext>
                </a:extLst>
              </p:cNvPr>
              <p:cNvSpPr/>
              <p:nvPr/>
            </p:nvSpPr>
            <p:spPr>
              <a:xfrm>
                <a:off x="-5150396" y="3441516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 extrusionOk="0">
                    <a:moveTo>
                      <a:pt x="0" y="47149"/>
                    </a:moveTo>
                    <a:lnTo>
                      <a:pt x="0" y="0"/>
                    </a:lnTo>
                    <a:cubicBezTo>
                      <a:pt x="5143" y="15526"/>
                      <a:pt x="19621" y="27527"/>
                      <a:pt x="38005" y="27527"/>
                    </a:cubicBezTo>
                    <a:lnTo>
                      <a:pt x="193072" y="27527"/>
                    </a:lnTo>
                    <a:lnTo>
                      <a:pt x="193072" y="99917"/>
                    </a:lnTo>
                    <a:lnTo>
                      <a:pt x="38005" y="99917"/>
                    </a:lnTo>
                    <a:cubicBezTo>
                      <a:pt x="19526" y="99917"/>
                      <a:pt x="5143" y="87916"/>
                      <a:pt x="0" y="72390"/>
                    </a:cubicBezTo>
                    <a:lnTo>
                      <a:pt x="0" y="471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501;p45">
                <a:extLst>
                  <a:ext uri="{FF2B5EF4-FFF2-40B4-BE49-F238E27FC236}">
                    <a16:creationId xmlns:a16="http://schemas.microsoft.com/office/drawing/2014/main" id="{19FA25F9-351F-4B65-1055-E8C3C218F820}"/>
                  </a:ext>
                </a:extLst>
              </p:cNvPr>
              <p:cNvSpPr/>
              <p:nvPr/>
            </p:nvSpPr>
            <p:spPr>
              <a:xfrm>
                <a:off x="-3953294" y="3581532"/>
                <a:ext cx="285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0" extrusionOk="0">
                    <a:moveTo>
                      <a:pt x="18479" y="97917"/>
                    </a:moveTo>
                    <a:cubicBezTo>
                      <a:pt x="8096" y="97917"/>
                      <a:pt x="0" y="90678"/>
                      <a:pt x="0" y="81439"/>
                    </a:cubicBezTo>
                    <a:lnTo>
                      <a:pt x="0" y="16574"/>
                    </a:lnTo>
                    <a:cubicBezTo>
                      <a:pt x="0" y="7334"/>
                      <a:pt x="8096" y="0"/>
                      <a:pt x="18479" y="0"/>
                    </a:cubicBezTo>
                    <a:cubicBezTo>
                      <a:pt x="28861" y="0"/>
                      <a:pt x="36957" y="7239"/>
                      <a:pt x="36957" y="16574"/>
                    </a:cubicBezTo>
                    <a:lnTo>
                      <a:pt x="36957" y="81439"/>
                    </a:lnTo>
                    <a:cubicBezTo>
                      <a:pt x="36957" y="90678"/>
                      <a:pt x="28861" y="97917"/>
                      <a:pt x="18479" y="97917"/>
                    </a:cubicBezTo>
                    <a:close/>
                    <a:moveTo>
                      <a:pt x="18479" y="15240"/>
                    </a:moveTo>
                    <a:cubicBezTo>
                      <a:pt x="16193" y="15240"/>
                      <a:pt x="15145" y="16383"/>
                      <a:pt x="15145" y="16669"/>
                    </a:cubicBezTo>
                    <a:lnTo>
                      <a:pt x="15145" y="81534"/>
                    </a:lnTo>
                    <a:cubicBezTo>
                      <a:pt x="15145" y="81534"/>
                      <a:pt x="16478" y="82868"/>
                      <a:pt x="18479" y="82868"/>
                    </a:cubicBezTo>
                    <a:cubicBezTo>
                      <a:pt x="20479" y="82868"/>
                      <a:pt x="21717" y="81915"/>
                      <a:pt x="21812" y="81534"/>
                    </a:cubicBezTo>
                    <a:lnTo>
                      <a:pt x="21812" y="16764"/>
                    </a:lnTo>
                    <a:cubicBezTo>
                      <a:pt x="21812" y="16764"/>
                      <a:pt x="20669" y="15335"/>
                      <a:pt x="18479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502;p45">
                <a:extLst>
                  <a:ext uri="{FF2B5EF4-FFF2-40B4-BE49-F238E27FC236}">
                    <a16:creationId xmlns:a16="http://schemas.microsoft.com/office/drawing/2014/main" id="{D71B75B4-E9D0-AA12-EF99-C96D086D6E93}"/>
                  </a:ext>
                </a:extLst>
              </p:cNvPr>
              <p:cNvSpPr/>
              <p:nvPr/>
            </p:nvSpPr>
            <p:spPr>
              <a:xfrm>
                <a:off x="-4941704" y="3580295"/>
                <a:ext cx="285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0" extrusionOk="0">
                    <a:moveTo>
                      <a:pt x="18479" y="97822"/>
                    </a:moveTo>
                    <a:cubicBezTo>
                      <a:pt x="8097" y="97822"/>
                      <a:pt x="0" y="90583"/>
                      <a:pt x="0" y="81344"/>
                    </a:cubicBezTo>
                    <a:lnTo>
                      <a:pt x="0" y="16478"/>
                    </a:lnTo>
                    <a:cubicBezTo>
                      <a:pt x="0" y="7239"/>
                      <a:pt x="8097" y="0"/>
                      <a:pt x="18479" y="0"/>
                    </a:cubicBezTo>
                    <a:cubicBezTo>
                      <a:pt x="28861" y="0"/>
                      <a:pt x="36957" y="7239"/>
                      <a:pt x="36957" y="16478"/>
                    </a:cubicBezTo>
                    <a:lnTo>
                      <a:pt x="36957" y="81344"/>
                    </a:lnTo>
                    <a:cubicBezTo>
                      <a:pt x="36957" y="90583"/>
                      <a:pt x="28861" y="97822"/>
                      <a:pt x="18479" y="97822"/>
                    </a:cubicBezTo>
                    <a:close/>
                    <a:moveTo>
                      <a:pt x="18479" y="15145"/>
                    </a:moveTo>
                    <a:cubicBezTo>
                      <a:pt x="16383" y="15145"/>
                      <a:pt x="15240" y="16097"/>
                      <a:pt x="15145" y="16478"/>
                    </a:cubicBezTo>
                    <a:lnTo>
                      <a:pt x="15145" y="81344"/>
                    </a:lnTo>
                    <a:cubicBezTo>
                      <a:pt x="15145" y="81344"/>
                      <a:pt x="16479" y="82677"/>
                      <a:pt x="18479" y="82677"/>
                    </a:cubicBezTo>
                    <a:cubicBezTo>
                      <a:pt x="20479" y="82677"/>
                      <a:pt x="21717" y="81725"/>
                      <a:pt x="21813" y="81344"/>
                    </a:cubicBezTo>
                    <a:lnTo>
                      <a:pt x="21813" y="16478"/>
                    </a:lnTo>
                    <a:cubicBezTo>
                      <a:pt x="21813" y="16478"/>
                      <a:pt x="20479" y="15145"/>
                      <a:pt x="18479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503;p45">
                <a:extLst>
                  <a:ext uri="{FF2B5EF4-FFF2-40B4-BE49-F238E27FC236}">
                    <a16:creationId xmlns:a16="http://schemas.microsoft.com/office/drawing/2014/main" id="{C8CC1E88-18FD-0C46-D9F8-6BB377BEE040}"/>
                  </a:ext>
                </a:extLst>
              </p:cNvPr>
              <p:cNvSpPr/>
              <p:nvPr/>
            </p:nvSpPr>
            <p:spPr>
              <a:xfrm>
                <a:off x="-3908337" y="3359867"/>
                <a:ext cx="2000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38100" extrusionOk="0">
                    <a:moveTo>
                      <a:pt x="163735" y="42597"/>
                    </a:moveTo>
                    <a:lnTo>
                      <a:pt x="7525" y="42597"/>
                    </a:lnTo>
                    <a:cubicBezTo>
                      <a:pt x="3334" y="42597"/>
                      <a:pt x="0" y="39168"/>
                      <a:pt x="0" y="35072"/>
                    </a:cubicBezTo>
                    <a:cubicBezTo>
                      <a:pt x="0" y="30976"/>
                      <a:pt x="3429" y="27547"/>
                      <a:pt x="7525" y="27547"/>
                    </a:cubicBezTo>
                    <a:lnTo>
                      <a:pt x="163735" y="27547"/>
                    </a:lnTo>
                    <a:cubicBezTo>
                      <a:pt x="177832" y="27547"/>
                      <a:pt x="190215" y="18593"/>
                      <a:pt x="194691" y="5164"/>
                    </a:cubicBezTo>
                    <a:cubicBezTo>
                      <a:pt x="196025" y="1163"/>
                      <a:pt x="200216" y="-933"/>
                      <a:pt x="204216" y="401"/>
                    </a:cubicBezTo>
                    <a:cubicBezTo>
                      <a:pt x="208217" y="1734"/>
                      <a:pt x="210312" y="6021"/>
                      <a:pt x="208979" y="9926"/>
                    </a:cubicBezTo>
                    <a:cubicBezTo>
                      <a:pt x="202502" y="29452"/>
                      <a:pt x="184309" y="42597"/>
                      <a:pt x="163735" y="425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504;p45">
                <a:extLst>
                  <a:ext uri="{FF2B5EF4-FFF2-40B4-BE49-F238E27FC236}">
                    <a16:creationId xmlns:a16="http://schemas.microsoft.com/office/drawing/2014/main" id="{8E423E2C-6A86-2B80-26CB-312E23FA6667}"/>
                  </a:ext>
                </a:extLst>
              </p:cNvPr>
              <p:cNvSpPr/>
              <p:nvPr/>
            </p:nvSpPr>
            <p:spPr>
              <a:xfrm>
                <a:off x="-3976440" y="3785619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 extrusionOk="0">
                    <a:moveTo>
                      <a:pt x="75629" y="85474"/>
                    </a:moveTo>
                    <a:lnTo>
                      <a:pt x="7525" y="85474"/>
                    </a:lnTo>
                    <a:cubicBezTo>
                      <a:pt x="3334" y="85474"/>
                      <a:pt x="0" y="82045"/>
                      <a:pt x="0" y="77950"/>
                    </a:cubicBezTo>
                    <a:lnTo>
                      <a:pt x="0" y="7655"/>
                    </a:lnTo>
                    <a:cubicBezTo>
                      <a:pt x="0" y="3750"/>
                      <a:pt x="2953" y="512"/>
                      <a:pt x="6858" y="130"/>
                    </a:cubicBezTo>
                    <a:cubicBezTo>
                      <a:pt x="10763" y="-155"/>
                      <a:pt x="14288" y="2416"/>
                      <a:pt x="14954" y="6227"/>
                    </a:cubicBezTo>
                    <a:cubicBezTo>
                      <a:pt x="14954" y="6512"/>
                      <a:pt x="20955" y="36230"/>
                      <a:pt x="41624" y="36230"/>
                    </a:cubicBezTo>
                    <a:cubicBezTo>
                      <a:pt x="62293" y="36230"/>
                      <a:pt x="68199" y="6512"/>
                      <a:pt x="68294" y="6227"/>
                    </a:cubicBezTo>
                    <a:cubicBezTo>
                      <a:pt x="68961" y="2416"/>
                      <a:pt x="72485" y="-346"/>
                      <a:pt x="76391" y="35"/>
                    </a:cubicBezTo>
                    <a:cubicBezTo>
                      <a:pt x="80296" y="416"/>
                      <a:pt x="83248" y="3655"/>
                      <a:pt x="83248" y="7560"/>
                    </a:cubicBezTo>
                    <a:lnTo>
                      <a:pt x="83248" y="77854"/>
                    </a:lnTo>
                    <a:cubicBezTo>
                      <a:pt x="83248" y="82045"/>
                      <a:pt x="79820" y="85379"/>
                      <a:pt x="75724" y="85379"/>
                    </a:cubicBezTo>
                    <a:close/>
                    <a:moveTo>
                      <a:pt x="15050" y="70330"/>
                    </a:moveTo>
                    <a:lnTo>
                      <a:pt x="68103" y="70330"/>
                    </a:lnTo>
                    <a:lnTo>
                      <a:pt x="68103" y="39659"/>
                    </a:lnTo>
                    <a:cubicBezTo>
                      <a:pt x="61913" y="46231"/>
                      <a:pt x="53340" y="51280"/>
                      <a:pt x="41624" y="51280"/>
                    </a:cubicBezTo>
                    <a:cubicBezTo>
                      <a:pt x="29909" y="51280"/>
                      <a:pt x="21336" y="46231"/>
                      <a:pt x="15144" y="39564"/>
                    </a:cubicBezTo>
                    <a:lnTo>
                      <a:pt x="15144" y="7033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505;p45">
                <a:extLst>
                  <a:ext uri="{FF2B5EF4-FFF2-40B4-BE49-F238E27FC236}">
                    <a16:creationId xmlns:a16="http://schemas.microsoft.com/office/drawing/2014/main" id="{6E4C3413-D729-825A-4E7A-77BC2A8795BE}"/>
                  </a:ext>
                </a:extLst>
              </p:cNvPr>
              <p:cNvSpPr/>
              <p:nvPr/>
            </p:nvSpPr>
            <p:spPr>
              <a:xfrm>
                <a:off x="-3976440" y="3709739"/>
                <a:ext cx="762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23825" extrusionOk="0">
                    <a:moveTo>
                      <a:pt x="41624" y="127159"/>
                    </a:moveTo>
                    <a:cubicBezTo>
                      <a:pt x="8382" y="127159"/>
                      <a:pt x="476" y="86583"/>
                      <a:pt x="95" y="84773"/>
                    </a:cubicBezTo>
                    <a:cubicBezTo>
                      <a:pt x="95" y="84297"/>
                      <a:pt x="0" y="83821"/>
                      <a:pt x="0" y="83440"/>
                    </a:cubicBezTo>
                    <a:lnTo>
                      <a:pt x="0" y="7621"/>
                    </a:lnTo>
                    <a:cubicBezTo>
                      <a:pt x="0" y="4668"/>
                      <a:pt x="1714" y="2001"/>
                      <a:pt x="4286" y="763"/>
                    </a:cubicBezTo>
                    <a:cubicBezTo>
                      <a:pt x="6953" y="-476"/>
                      <a:pt x="10001" y="-94"/>
                      <a:pt x="12287" y="1715"/>
                    </a:cubicBezTo>
                    <a:cubicBezTo>
                      <a:pt x="28766" y="15146"/>
                      <a:pt x="54388" y="15146"/>
                      <a:pt x="70866" y="1715"/>
                    </a:cubicBezTo>
                    <a:cubicBezTo>
                      <a:pt x="73152" y="-94"/>
                      <a:pt x="76295" y="-571"/>
                      <a:pt x="78867" y="763"/>
                    </a:cubicBezTo>
                    <a:cubicBezTo>
                      <a:pt x="81534" y="2001"/>
                      <a:pt x="83153" y="4668"/>
                      <a:pt x="83153" y="7621"/>
                    </a:cubicBezTo>
                    <a:lnTo>
                      <a:pt x="83153" y="83440"/>
                    </a:lnTo>
                    <a:cubicBezTo>
                      <a:pt x="83153" y="83440"/>
                      <a:pt x="83153" y="84392"/>
                      <a:pt x="83058" y="84773"/>
                    </a:cubicBezTo>
                    <a:cubicBezTo>
                      <a:pt x="82772" y="86488"/>
                      <a:pt x="74866" y="127159"/>
                      <a:pt x="41529" y="127159"/>
                    </a:cubicBezTo>
                    <a:close/>
                    <a:moveTo>
                      <a:pt x="15144" y="82678"/>
                    </a:moveTo>
                    <a:cubicBezTo>
                      <a:pt x="16097" y="86964"/>
                      <a:pt x="22670" y="112110"/>
                      <a:pt x="41624" y="112110"/>
                    </a:cubicBezTo>
                    <a:cubicBezTo>
                      <a:pt x="60579" y="112110"/>
                      <a:pt x="67246" y="86964"/>
                      <a:pt x="68103" y="82678"/>
                    </a:cubicBezTo>
                    <a:lnTo>
                      <a:pt x="68103" y="21241"/>
                    </a:lnTo>
                    <a:cubicBezTo>
                      <a:pt x="51625" y="29147"/>
                      <a:pt x="31528" y="29147"/>
                      <a:pt x="15050" y="21241"/>
                    </a:cubicBezTo>
                    <a:lnTo>
                      <a:pt x="15050" y="825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506;p45">
                <a:extLst>
                  <a:ext uri="{FF2B5EF4-FFF2-40B4-BE49-F238E27FC236}">
                    <a16:creationId xmlns:a16="http://schemas.microsoft.com/office/drawing/2014/main" id="{F41CEBC9-ABD7-1A4C-B47C-2BB12C006A17}"/>
                  </a:ext>
                </a:extLst>
              </p:cNvPr>
              <p:cNvSpPr/>
              <p:nvPr/>
            </p:nvSpPr>
            <p:spPr>
              <a:xfrm>
                <a:off x="-3976440" y="3390462"/>
                <a:ext cx="762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9550" extrusionOk="0">
                    <a:moveTo>
                      <a:pt x="75629" y="216027"/>
                    </a:moveTo>
                    <a:cubicBezTo>
                      <a:pt x="73914" y="216027"/>
                      <a:pt x="72200" y="215455"/>
                      <a:pt x="70866" y="214313"/>
                    </a:cubicBezTo>
                    <a:cubicBezTo>
                      <a:pt x="62389" y="207454"/>
                      <a:pt x="52292" y="203835"/>
                      <a:pt x="41529" y="203835"/>
                    </a:cubicBezTo>
                    <a:cubicBezTo>
                      <a:pt x="30766" y="203835"/>
                      <a:pt x="20478" y="207550"/>
                      <a:pt x="12287" y="214217"/>
                    </a:cubicBezTo>
                    <a:cubicBezTo>
                      <a:pt x="10001" y="216122"/>
                      <a:pt x="6953" y="216503"/>
                      <a:pt x="4286" y="215170"/>
                    </a:cubicBezTo>
                    <a:cubicBezTo>
                      <a:pt x="1619" y="213931"/>
                      <a:pt x="0" y="211264"/>
                      <a:pt x="0" y="20831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75629" y="0"/>
                    </a:lnTo>
                    <a:cubicBezTo>
                      <a:pt x="79820" y="0"/>
                      <a:pt x="83153" y="3429"/>
                      <a:pt x="83153" y="7525"/>
                    </a:cubicBezTo>
                    <a:lnTo>
                      <a:pt x="83153" y="208407"/>
                    </a:lnTo>
                    <a:cubicBezTo>
                      <a:pt x="83153" y="211360"/>
                      <a:pt x="81439" y="214027"/>
                      <a:pt x="78867" y="215265"/>
                    </a:cubicBezTo>
                    <a:cubicBezTo>
                      <a:pt x="77819" y="215741"/>
                      <a:pt x="76771" y="216027"/>
                      <a:pt x="75629" y="216027"/>
                    </a:cubicBezTo>
                    <a:close/>
                    <a:moveTo>
                      <a:pt x="41529" y="188690"/>
                    </a:moveTo>
                    <a:cubicBezTo>
                      <a:pt x="50863" y="188690"/>
                      <a:pt x="59817" y="190786"/>
                      <a:pt x="68009" y="194691"/>
                    </a:cubicBezTo>
                    <a:lnTo>
                      <a:pt x="68009" y="15145"/>
                    </a:lnTo>
                    <a:lnTo>
                      <a:pt x="14954" y="15145"/>
                    </a:lnTo>
                    <a:lnTo>
                      <a:pt x="14954" y="194691"/>
                    </a:lnTo>
                    <a:cubicBezTo>
                      <a:pt x="23146" y="190786"/>
                      <a:pt x="32290" y="188690"/>
                      <a:pt x="41434" y="1886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1507;p45">
                <a:extLst>
                  <a:ext uri="{FF2B5EF4-FFF2-40B4-BE49-F238E27FC236}">
                    <a16:creationId xmlns:a16="http://schemas.microsoft.com/office/drawing/2014/main" id="{8919EE5E-2F1F-3869-9A88-F061A06F1DEB}"/>
                  </a:ext>
                </a:extLst>
              </p:cNvPr>
              <p:cNvSpPr/>
              <p:nvPr/>
            </p:nvSpPr>
            <p:spPr>
              <a:xfrm>
                <a:off x="-4896650" y="3387509"/>
                <a:ext cx="10001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85725" extrusionOk="0">
                    <a:moveTo>
                      <a:pt x="927735" y="89154"/>
                    </a:moveTo>
                    <a:lnTo>
                      <a:pt x="7525" y="89154"/>
                    </a:lnTo>
                    <a:cubicBezTo>
                      <a:pt x="3334" y="89154"/>
                      <a:pt x="0" y="85725"/>
                      <a:pt x="0" y="81629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995839" y="0"/>
                    </a:lnTo>
                    <a:cubicBezTo>
                      <a:pt x="1000030" y="0"/>
                      <a:pt x="1003363" y="3429"/>
                      <a:pt x="1003363" y="7525"/>
                    </a:cubicBezTo>
                    <a:lnTo>
                      <a:pt x="1003363" y="10573"/>
                    </a:lnTo>
                    <a:cubicBezTo>
                      <a:pt x="1003363" y="14764"/>
                      <a:pt x="999934" y="18097"/>
                      <a:pt x="995839" y="18097"/>
                    </a:cubicBezTo>
                    <a:lnTo>
                      <a:pt x="935260" y="18097"/>
                    </a:lnTo>
                    <a:lnTo>
                      <a:pt x="935260" y="81629"/>
                    </a:lnTo>
                    <a:cubicBezTo>
                      <a:pt x="935260" y="85820"/>
                      <a:pt x="931830" y="89154"/>
                      <a:pt x="927735" y="89154"/>
                    </a:cubicBezTo>
                    <a:close/>
                    <a:moveTo>
                      <a:pt x="15144" y="74009"/>
                    </a:moveTo>
                    <a:lnTo>
                      <a:pt x="920210" y="74009"/>
                    </a:lnTo>
                    <a:lnTo>
                      <a:pt x="920210" y="14954"/>
                    </a:lnTo>
                    <a:lnTo>
                      <a:pt x="15144" y="14954"/>
                    </a:lnTo>
                    <a:lnTo>
                      <a:pt x="15144" y="740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1508;p45">
                <a:extLst>
                  <a:ext uri="{FF2B5EF4-FFF2-40B4-BE49-F238E27FC236}">
                    <a16:creationId xmlns:a16="http://schemas.microsoft.com/office/drawing/2014/main" id="{3B4F4108-7176-52C6-FEC9-DA9801A71A9E}"/>
                  </a:ext>
                </a:extLst>
              </p:cNvPr>
              <p:cNvSpPr/>
              <p:nvPr/>
            </p:nvSpPr>
            <p:spPr>
              <a:xfrm>
                <a:off x="-3974535" y="3603082"/>
                <a:ext cx="7620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4775" extrusionOk="0">
                    <a:moveTo>
                      <a:pt x="39719" y="112182"/>
                    </a:moveTo>
                    <a:cubicBezTo>
                      <a:pt x="17812" y="112182"/>
                      <a:pt x="0" y="94370"/>
                      <a:pt x="0" y="72462"/>
                    </a:cubicBezTo>
                    <a:lnTo>
                      <a:pt x="0" y="37791"/>
                    </a:lnTo>
                    <a:cubicBezTo>
                      <a:pt x="0" y="21027"/>
                      <a:pt x="10573" y="6073"/>
                      <a:pt x="26194" y="453"/>
                    </a:cubicBezTo>
                    <a:cubicBezTo>
                      <a:pt x="28480" y="-404"/>
                      <a:pt x="31052" y="-23"/>
                      <a:pt x="33051" y="1406"/>
                    </a:cubicBezTo>
                    <a:cubicBezTo>
                      <a:pt x="35052" y="2835"/>
                      <a:pt x="36290" y="5121"/>
                      <a:pt x="36290" y="7597"/>
                    </a:cubicBezTo>
                    <a:lnTo>
                      <a:pt x="36290" y="60080"/>
                    </a:lnTo>
                    <a:cubicBezTo>
                      <a:pt x="36290" y="60080"/>
                      <a:pt x="37623" y="61414"/>
                      <a:pt x="39624" y="61414"/>
                    </a:cubicBezTo>
                    <a:cubicBezTo>
                      <a:pt x="41624" y="61414"/>
                      <a:pt x="42863" y="60461"/>
                      <a:pt x="42958" y="60080"/>
                    </a:cubicBezTo>
                    <a:lnTo>
                      <a:pt x="42958" y="7692"/>
                    </a:lnTo>
                    <a:cubicBezTo>
                      <a:pt x="42958" y="5216"/>
                      <a:pt x="44196" y="2930"/>
                      <a:pt x="46196" y="1501"/>
                    </a:cubicBezTo>
                    <a:cubicBezTo>
                      <a:pt x="48196" y="73"/>
                      <a:pt x="50768" y="-213"/>
                      <a:pt x="53149" y="644"/>
                    </a:cubicBezTo>
                    <a:cubicBezTo>
                      <a:pt x="58674" y="2644"/>
                      <a:pt x="63627" y="5787"/>
                      <a:pt x="67723" y="9883"/>
                    </a:cubicBezTo>
                    <a:cubicBezTo>
                      <a:pt x="75152" y="17408"/>
                      <a:pt x="79343" y="27314"/>
                      <a:pt x="79343" y="37982"/>
                    </a:cubicBezTo>
                    <a:lnTo>
                      <a:pt x="79343" y="72653"/>
                    </a:lnTo>
                    <a:cubicBezTo>
                      <a:pt x="79343" y="94560"/>
                      <a:pt x="61531" y="112372"/>
                      <a:pt x="39624" y="112372"/>
                    </a:cubicBezTo>
                    <a:close/>
                    <a:moveTo>
                      <a:pt x="21241" y="21504"/>
                    </a:moveTo>
                    <a:cubicBezTo>
                      <a:pt x="17430" y="25885"/>
                      <a:pt x="15144" y="31600"/>
                      <a:pt x="15144" y="37791"/>
                    </a:cubicBezTo>
                    <a:lnTo>
                      <a:pt x="15144" y="72462"/>
                    </a:lnTo>
                    <a:cubicBezTo>
                      <a:pt x="15144" y="86083"/>
                      <a:pt x="26194" y="97132"/>
                      <a:pt x="39719" y="97132"/>
                    </a:cubicBezTo>
                    <a:cubicBezTo>
                      <a:pt x="53244" y="97132"/>
                      <a:pt x="64294" y="86083"/>
                      <a:pt x="64294" y="72462"/>
                    </a:cubicBezTo>
                    <a:lnTo>
                      <a:pt x="64294" y="37791"/>
                    </a:lnTo>
                    <a:cubicBezTo>
                      <a:pt x="64294" y="31695"/>
                      <a:pt x="62103" y="25981"/>
                      <a:pt x="58198" y="21504"/>
                    </a:cubicBezTo>
                    <a:lnTo>
                      <a:pt x="58198" y="59889"/>
                    </a:lnTo>
                    <a:cubicBezTo>
                      <a:pt x="58198" y="69129"/>
                      <a:pt x="50102" y="76368"/>
                      <a:pt x="39719" y="76368"/>
                    </a:cubicBezTo>
                    <a:cubicBezTo>
                      <a:pt x="29337" y="76368"/>
                      <a:pt x="21241" y="69129"/>
                      <a:pt x="21241" y="59889"/>
                    </a:cubicBezTo>
                    <a:lnTo>
                      <a:pt x="21241" y="2150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1509;p45">
                <a:extLst>
                  <a:ext uri="{FF2B5EF4-FFF2-40B4-BE49-F238E27FC236}">
                    <a16:creationId xmlns:a16="http://schemas.microsoft.com/office/drawing/2014/main" id="{517E7522-497B-C244-ECBA-E6CD0855B84F}"/>
                  </a:ext>
                </a:extLst>
              </p:cNvPr>
              <p:cNvSpPr/>
              <p:nvPr/>
            </p:nvSpPr>
            <p:spPr>
              <a:xfrm>
                <a:off x="-4693768" y="3666992"/>
                <a:ext cx="523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133350" extrusionOk="0">
                    <a:moveTo>
                      <a:pt x="247935" y="135712"/>
                    </a:moveTo>
                    <a:cubicBezTo>
                      <a:pt x="135064" y="135712"/>
                      <a:pt x="91059" y="108185"/>
                      <a:pt x="77248" y="96088"/>
                    </a:cubicBezTo>
                    <a:cubicBezTo>
                      <a:pt x="76009" y="99136"/>
                      <a:pt x="74009" y="101993"/>
                      <a:pt x="71438" y="104184"/>
                    </a:cubicBezTo>
                    <a:cubicBezTo>
                      <a:pt x="66770" y="108090"/>
                      <a:pt x="60674" y="109804"/>
                      <a:pt x="54673" y="108851"/>
                    </a:cubicBezTo>
                    <a:cubicBezTo>
                      <a:pt x="19431" y="102851"/>
                      <a:pt x="0" y="83420"/>
                      <a:pt x="0" y="54083"/>
                    </a:cubicBezTo>
                    <a:cubicBezTo>
                      <a:pt x="0" y="14078"/>
                      <a:pt x="34576" y="3124"/>
                      <a:pt x="55150" y="266"/>
                    </a:cubicBezTo>
                    <a:cubicBezTo>
                      <a:pt x="61150" y="-686"/>
                      <a:pt x="67151" y="1124"/>
                      <a:pt x="71723" y="5029"/>
                    </a:cubicBezTo>
                    <a:cubicBezTo>
                      <a:pt x="76295" y="8934"/>
                      <a:pt x="78867" y="14649"/>
                      <a:pt x="78867" y="20650"/>
                    </a:cubicBezTo>
                    <a:lnTo>
                      <a:pt x="78867" y="25603"/>
                    </a:lnTo>
                    <a:cubicBezTo>
                      <a:pt x="90678" y="31032"/>
                      <a:pt x="152305" y="57131"/>
                      <a:pt x="245459" y="57131"/>
                    </a:cubicBezTo>
                    <a:cubicBezTo>
                      <a:pt x="338614" y="57131"/>
                      <a:pt x="435197" y="30175"/>
                      <a:pt x="452151" y="25127"/>
                    </a:cubicBezTo>
                    <a:lnTo>
                      <a:pt x="452151" y="20555"/>
                    </a:lnTo>
                    <a:cubicBezTo>
                      <a:pt x="452151" y="14459"/>
                      <a:pt x="454819" y="8744"/>
                      <a:pt x="459486" y="4839"/>
                    </a:cubicBezTo>
                    <a:cubicBezTo>
                      <a:pt x="464153" y="933"/>
                      <a:pt x="470249" y="-686"/>
                      <a:pt x="476250" y="266"/>
                    </a:cubicBezTo>
                    <a:cubicBezTo>
                      <a:pt x="496634" y="3600"/>
                      <a:pt x="530923" y="15030"/>
                      <a:pt x="530923" y="54940"/>
                    </a:cubicBezTo>
                    <a:cubicBezTo>
                      <a:pt x="530923" y="84467"/>
                      <a:pt x="511397" y="103613"/>
                      <a:pt x="475774" y="108756"/>
                    </a:cubicBezTo>
                    <a:cubicBezTo>
                      <a:pt x="469868" y="109614"/>
                      <a:pt x="463772" y="107899"/>
                      <a:pt x="459295" y="103994"/>
                    </a:cubicBezTo>
                    <a:cubicBezTo>
                      <a:pt x="456438" y="101517"/>
                      <a:pt x="454437" y="98469"/>
                      <a:pt x="453200" y="95040"/>
                    </a:cubicBezTo>
                    <a:cubicBezTo>
                      <a:pt x="436912" y="105899"/>
                      <a:pt x="380238" y="135712"/>
                      <a:pt x="248126" y="135712"/>
                    </a:cubicBezTo>
                    <a:close/>
                    <a:moveTo>
                      <a:pt x="74866" y="84658"/>
                    </a:moveTo>
                    <a:cubicBezTo>
                      <a:pt x="76009" y="84658"/>
                      <a:pt x="77152" y="85230"/>
                      <a:pt x="77914" y="86182"/>
                    </a:cubicBezTo>
                    <a:cubicBezTo>
                      <a:pt x="78200" y="86563"/>
                      <a:pt x="111061" y="128187"/>
                      <a:pt x="247935" y="128187"/>
                    </a:cubicBezTo>
                    <a:cubicBezTo>
                      <a:pt x="402622" y="128187"/>
                      <a:pt x="452723" y="85991"/>
                      <a:pt x="453200" y="85611"/>
                    </a:cubicBezTo>
                    <a:cubicBezTo>
                      <a:pt x="454343" y="84658"/>
                      <a:pt x="455866" y="84372"/>
                      <a:pt x="457295" y="85039"/>
                    </a:cubicBezTo>
                    <a:cubicBezTo>
                      <a:pt x="458628" y="85611"/>
                      <a:pt x="459486" y="86944"/>
                      <a:pt x="459486" y="88468"/>
                    </a:cubicBezTo>
                    <a:cubicBezTo>
                      <a:pt x="459486" y="92278"/>
                      <a:pt x="461105" y="95898"/>
                      <a:pt x="464058" y="98374"/>
                    </a:cubicBezTo>
                    <a:cubicBezTo>
                      <a:pt x="466916" y="100850"/>
                      <a:pt x="470725" y="101898"/>
                      <a:pt x="474536" y="101422"/>
                    </a:cubicBezTo>
                    <a:cubicBezTo>
                      <a:pt x="474536" y="101422"/>
                      <a:pt x="474536" y="101422"/>
                      <a:pt x="474536" y="101422"/>
                    </a:cubicBezTo>
                    <a:cubicBezTo>
                      <a:pt x="496728" y="98183"/>
                      <a:pt x="523208" y="87515"/>
                      <a:pt x="523208" y="55035"/>
                    </a:cubicBezTo>
                    <a:cubicBezTo>
                      <a:pt x="523208" y="22555"/>
                      <a:pt x="496919" y="11315"/>
                      <a:pt x="474821" y="7791"/>
                    </a:cubicBezTo>
                    <a:cubicBezTo>
                      <a:pt x="471011" y="7124"/>
                      <a:pt x="467106" y="8172"/>
                      <a:pt x="464153" y="10649"/>
                    </a:cubicBezTo>
                    <a:cubicBezTo>
                      <a:pt x="461200" y="13125"/>
                      <a:pt x="459581" y="16745"/>
                      <a:pt x="459581" y="20555"/>
                    </a:cubicBezTo>
                    <a:lnTo>
                      <a:pt x="459581" y="27889"/>
                    </a:lnTo>
                    <a:cubicBezTo>
                      <a:pt x="459581" y="29508"/>
                      <a:pt x="458534" y="31032"/>
                      <a:pt x="456914" y="31508"/>
                    </a:cubicBezTo>
                    <a:cubicBezTo>
                      <a:pt x="455866" y="31794"/>
                      <a:pt x="350329" y="64656"/>
                      <a:pt x="245364" y="64656"/>
                    </a:cubicBezTo>
                    <a:cubicBezTo>
                      <a:pt x="140398" y="64656"/>
                      <a:pt x="73914" y="31604"/>
                      <a:pt x="73247" y="31318"/>
                    </a:cubicBezTo>
                    <a:cubicBezTo>
                      <a:pt x="72009" y="30651"/>
                      <a:pt x="71151" y="29413"/>
                      <a:pt x="71151" y="27984"/>
                    </a:cubicBezTo>
                    <a:lnTo>
                      <a:pt x="71151" y="20650"/>
                    </a:lnTo>
                    <a:cubicBezTo>
                      <a:pt x="71151" y="16840"/>
                      <a:pt x="69532" y="13221"/>
                      <a:pt x="66675" y="10744"/>
                    </a:cubicBezTo>
                    <a:cubicBezTo>
                      <a:pt x="63818" y="8267"/>
                      <a:pt x="60007" y="7220"/>
                      <a:pt x="56197" y="7791"/>
                    </a:cubicBezTo>
                    <a:cubicBezTo>
                      <a:pt x="34004" y="10934"/>
                      <a:pt x="7525" y="21507"/>
                      <a:pt x="7525" y="54178"/>
                    </a:cubicBezTo>
                    <a:cubicBezTo>
                      <a:pt x="7525" y="86849"/>
                      <a:pt x="33814" y="97803"/>
                      <a:pt x="55912" y="101517"/>
                    </a:cubicBezTo>
                    <a:cubicBezTo>
                      <a:pt x="59722" y="102184"/>
                      <a:pt x="63627" y="101041"/>
                      <a:pt x="66580" y="98565"/>
                    </a:cubicBezTo>
                    <a:cubicBezTo>
                      <a:pt x="69532" y="96088"/>
                      <a:pt x="71151" y="92468"/>
                      <a:pt x="71151" y="88563"/>
                    </a:cubicBezTo>
                    <a:cubicBezTo>
                      <a:pt x="71151" y="86944"/>
                      <a:pt x="72200" y="85515"/>
                      <a:pt x="73723" y="84944"/>
                    </a:cubicBezTo>
                    <a:cubicBezTo>
                      <a:pt x="74104" y="84848"/>
                      <a:pt x="74486" y="84753"/>
                      <a:pt x="74866" y="84753"/>
                    </a:cubicBezTo>
                    <a:close/>
                  </a:path>
                </a:pathLst>
              </a:custGeom>
              <a:solidFill>
                <a:srgbClr val="35357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1510;p45">
                <a:extLst>
                  <a:ext uri="{FF2B5EF4-FFF2-40B4-BE49-F238E27FC236}">
                    <a16:creationId xmlns:a16="http://schemas.microsoft.com/office/drawing/2014/main" id="{10C391C8-614E-C325-88B4-19ECB0651DA6}"/>
                  </a:ext>
                </a:extLst>
              </p:cNvPr>
              <p:cNvSpPr/>
              <p:nvPr/>
            </p:nvSpPr>
            <p:spPr>
              <a:xfrm>
                <a:off x="-4245617" y="3663079"/>
                <a:ext cx="857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14300" extrusionOk="0">
                    <a:moveTo>
                      <a:pt x="24384" y="116669"/>
                    </a:moveTo>
                    <a:cubicBezTo>
                      <a:pt x="18574" y="116669"/>
                      <a:pt x="12954" y="114573"/>
                      <a:pt x="8477" y="110764"/>
                    </a:cubicBezTo>
                    <a:cubicBezTo>
                      <a:pt x="3048" y="106096"/>
                      <a:pt x="0" y="99334"/>
                      <a:pt x="0" y="92190"/>
                    </a:cubicBezTo>
                    <a:lnTo>
                      <a:pt x="0" y="24277"/>
                    </a:lnTo>
                    <a:cubicBezTo>
                      <a:pt x="0" y="17133"/>
                      <a:pt x="3143" y="10275"/>
                      <a:pt x="8667" y="5703"/>
                    </a:cubicBezTo>
                    <a:cubicBezTo>
                      <a:pt x="14192" y="1036"/>
                      <a:pt x="21431" y="-869"/>
                      <a:pt x="28480" y="369"/>
                    </a:cubicBezTo>
                    <a:cubicBezTo>
                      <a:pt x="65246" y="6370"/>
                      <a:pt x="86392" y="27610"/>
                      <a:pt x="86392" y="58852"/>
                    </a:cubicBezTo>
                    <a:cubicBezTo>
                      <a:pt x="86392" y="90094"/>
                      <a:pt x="65627" y="110954"/>
                      <a:pt x="28004" y="116383"/>
                    </a:cubicBezTo>
                    <a:cubicBezTo>
                      <a:pt x="26765" y="116574"/>
                      <a:pt x="25527" y="116669"/>
                      <a:pt x="24384" y="116669"/>
                    </a:cubicBezTo>
                    <a:close/>
                    <a:moveTo>
                      <a:pt x="24384" y="15132"/>
                    </a:moveTo>
                    <a:cubicBezTo>
                      <a:pt x="22193" y="15132"/>
                      <a:pt x="20098" y="15895"/>
                      <a:pt x="18479" y="17323"/>
                    </a:cubicBezTo>
                    <a:cubicBezTo>
                      <a:pt x="16383" y="19133"/>
                      <a:pt x="15240" y="21610"/>
                      <a:pt x="15240" y="24372"/>
                    </a:cubicBezTo>
                    <a:lnTo>
                      <a:pt x="15240" y="92285"/>
                    </a:lnTo>
                    <a:cubicBezTo>
                      <a:pt x="15240" y="95047"/>
                      <a:pt x="16383" y="97524"/>
                      <a:pt x="18479" y="99334"/>
                    </a:cubicBezTo>
                    <a:cubicBezTo>
                      <a:pt x="20574" y="101143"/>
                      <a:pt x="23241" y="101905"/>
                      <a:pt x="25908" y="101429"/>
                    </a:cubicBezTo>
                    <a:cubicBezTo>
                      <a:pt x="56102" y="97048"/>
                      <a:pt x="71342" y="82665"/>
                      <a:pt x="71342" y="58757"/>
                    </a:cubicBezTo>
                    <a:cubicBezTo>
                      <a:pt x="71342" y="28848"/>
                      <a:pt x="46767" y="18562"/>
                      <a:pt x="26098" y="15228"/>
                    </a:cubicBezTo>
                    <a:cubicBezTo>
                      <a:pt x="26098" y="15228"/>
                      <a:pt x="26098" y="15228"/>
                      <a:pt x="26098" y="15228"/>
                    </a:cubicBezTo>
                    <a:cubicBezTo>
                      <a:pt x="25527" y="15132"/>
                      <a:pt x="25051" y="15132"/>
                      <a:pt x="24479" y="151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1511;p45">
                <a:extLst>
                  <a:ext uri="{FF2B5EF4-FFF2-40B4-BE49-F238E27FC236}">
                    <a16:creationId xmlns:a16="http://schemas.microsoft.com/office/drawing/2014/main" id="{1A31AFF7-22A2-5159-45B1-1A4F1821EC6A}"/>
                  </a:ext>
                </a:extLst>
              </p:cNvPr>
              <p:cNvSpPr/>
              <p:nvPr/>
            </p:nvSpPr>
            <p:spPr>
              <a:xfrm>
                <a:off x="-4626330" y="3687098"/>
                <a:ext cx="390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90525" h="114300" extrusionOk="0">
                    <a:moveTo>
                      <a:pt x="180594" y="119321"/>
                    </a:moveTo>
                    <a:cubicBezTo>
                      <a:pt x="37242" y="119321"/>
                      <a:pt x="2857" y="74553"/>
                      <a:pt x="1428" y="72648"/>
                    </a:cubicBezTo>
                    <a:cubicBezTo>
                      <a:pt x="476" y="71315"/>
                      <a:pt x="0" y="69791"/>
                      <a:pt x="0" y="68172"/>
                    </a:cubicBezTo>
                    <a:lnTo>
                      <a:pt x="0" y="7593"/>
                    </a:lnTo>
                    <a:cubicBezTo>
                      <a:pt x="0" y="4926"/>
                      <a:pt x="1333" y="2544"/>
                      <a:pt x="3619" y="1116"/>
                    </a:cubicBezTo>
                    <a:cubicBezTo>
                      <a:pt x="5810" y="-218"/>
                      <a:pt x="8667" y="-408"/>
                      <a:pt x="10953" y="830"/>
                    </a:cubicBezTo>
                    <a:cubicBezTo>
                      <a:pt x="11620" y="1116"/>
                      <a:pt x="75533" y="32929"/>
                      <a:pt x="177927" y="32929"/>
                    </a:cubicBezTo>
                    <a:cubicBezTo>
                      <a:pt x="280321" y="32929"/>
                      <a:pt x="385000" y="639"/>
                      <a:pt x="386048" y="353"/>
                    </a:cubicBezTo>
                    <a:cubicBezTo>
                      <a:pt x="388334" y="-313"/>
                      <a:pt x="390810" y="68"/>
                      <a:pt x="392811" y="1497"/>
                    </a:cubicBezTo>
                    <a:cubicBezTo>
                      <a:pt x="394716" y="2925"/>
                      <a:pt x="395859" y="5211"/>
                      <a:pt x="395859" y="7593"/>
                    </a:cubicBezTo>
                    <a:lnTo>
                      <a:pt x="395859" y="68172"/>
                    </a:lnTo>
                    <a:cubicBezTo>
                      <a:pt x="395859" y="70362"/>
                      <a:pt x="394906" y="72362"/>
                      <a:pt x="393287" y="73791"/>
                    </a:cubicBezTo>
                    <a:cubicBezTo>
                      <a:pt x="391191" y="75696"/>
                      <a:pt x="340137" y="119226"/>
                      <a:pt x="180498" y="119226"/>
                    </a:cubicBezTo>
                    <a:close/>
                    <a:moveTo>
                      <a:pt x="15144" y="65314"/>
                    </a:moveTo>
                    <a:cubicBezTo>
                      <a:pt x="22764" y="72743"/>
                      <a:pt x="61913" y="104176"/>
                      <a:pt x="180594" y="104176"/>
                    </a:cubicBezTo>
                    <a:cubicBezTo>
                      <a:pt x="314230" y="104176"/>
                      <a:pt x="368903" y="72553"/>
                      <a:pt x="380809" y="64457"/>
                    </a:cubicBezTo>
                    <a:lnTo>
                      <a:pt x="380809" y="17784"/>
                    </a:lnTo>
                    <a:cubicBezTo>
                      <a:pt x="352044" y="25881"/>
                      <a:pt x="264795" y="48169"/>
                      <a:pt x="177927" y="48169"/>
                    </a:cubicBezTo>
                    <a:cubicBezTo>
                      <a:pt x="95535" y="48169"/>
                      <a:pt x="38005" y="28738"/>
                      <a:pt x="15144" y="19308"/>
                    </a:cubicBezTo>
                    <a:lnTo>
                      <a:pt x="15144" y="653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1512;p45">
                <a:extLst>
                  <a:ext uri="{FF2B5EF4-FFF2-40B4-BE49-F238E27FC236}">
                    <a16:creationId xmlns:a16="http://schemas.microsoft.com/office/drawing/2014/main" id="{BF8B738D-47E7-40AD-B926-603554010138}"/>
                  </a:ext>
                </a:extLst>
              </p:cNvPr>
              <p:cNvSpPr/>
              <p:nvPr/>
            </p:nvSpPr>
            <p:spPr>
              <a:xfrm>
                <a:off x="-4527462" y="3533907"/>
                <a:ext cx="1905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14300" extrusionOk="0">
                    <a:moveTo>
                      <a:pt x="190500" y="115253"/>
                    </a:moveTo>
                    <a:lnTo>
                      <a:pt x="7525" y="115253"/>
                    </a:lnTo>
                    <a:cubicBezTo>
                      <a:pt x="3334" y="115253"/>
                      <a:pt x="0" y="111824"/>
                      <a:pt x="0" y="107728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90500" y="0"/>
                    </a:lnTo>
                    <a:cubicBezTo>
                      <a:pt x="194691" y="0"/>
                      <a:pt x="198025" y="3429"/>
                      <a:pt x="198025" y="7525"/>
                    </a:cubicBezTo>
                    <a:lnTo>
                      <a:pt x="198025" y="107728"/>
                    </a:lnTo>
                    <a:cubicBezTo>
                      <a:pt x="198025" y="111919"/>
                      <a:pt x="194596" y="115253"/>
                      <a:pt x="190500" y="115253"/>
                    </a:cubicBezTo>
                    <a:close/>
                    <a:moveTo>
                      <a:pt x="15050" y="100108"/>
                    </a:moveTo>
                    <a:lnTo>
                      <a:pt x="182880" y="100108"/>
                    </a:lnTo>
                    <a:lnTo>
                      <a:pt x="182880" y="15050"/>
                    </a:lnTo>
                    <a:lnTo>
                      <a:pt x="15050" y="15050"/>
                    </a:lnTo>
                    <a:lnTo>
                      <a:pt x="15050" y="1001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1513;p45">
                <a:extLst>
                  <a:ext uri="{FF2B5EF4-FFF2-40B4-BE49-F238E27FC236}">
                    <a16:creationId xmlns:a16="http://schemas.microsoft.com/office/drawing/2014/main" id="{3D2D33CE-9F4A-30E3-6190-B4BF3560B393}"/>
                  </a:ext>
                </a:extLst>
              </p:cNvPr>
              <p:cNvSpPr/>
              <p:nvPr/>
            </p:nvSpPr>
            <p:spPr>
              <a:xfrm>
                <a:off x="-4697578" y="3663176"/>
                <a:ext cx="857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14300" extrusionOk="0">
                    <a:moveTo>
                      <a:pt x="61913" y="116572"/>
                    </a:moveTo>
                    <a:cubicBezTo>
                      <a:pt x="60579" y="116572"/>
                      <a:pt x="59246" y="116477"/>
                      <a:pt x="57912" y="116286"/>
                    </a:cubicBezTo>
                    <a:cubicBezTo>
                      <a:pt x="20574" y="110000"/>
                      <a:pt x="0" y="89140"/>
                      <a:pt x="0" y="57803"/>
                    </a:cubicBezTo>
                    <a:cubicBezTo>
                      <a:pt x="0" y="26466"/>
                      <a:pt x="21241" y="5511"/>
                      <a:pt x="58388" y="272"/>
                    </a:cubicBezTo>
                    <a:cubicBezTo>
                      <a:pt x="65341" y="-776"/>
                      <a:pt x="72485" y="1225"/>
                      <a:pt x="77914" y="5892"/>
                    </a:cubicBezTo>
                    <a:cubicBezTo>
                      <a:pt x="83248" y="10464"/>
                      <a:pt x="86392" y="17227"/>
                      <a:pt x="86392" y="24370"/>
                    </a:cubicBezTo>
                    <a:lnTo>
                      <a:pt x="86392" y="92284"/>
                    </a:lnTo>
                    <a:cubicBezTo>
                      <a:pt x="86392" y="99523"/>
                      <a:pt x="83248" y="106285"/>
                      <a:pt x="77820" y="110952"/>
                    </a:cubicBezTo>
                    <a:cubicBezTo>
                      <a:pt x="73343" y="114762"/>
                      <a:pt x="67723" y="116763"/>
                      <a:pt x="62008" y="116763"/>
                    </a:cubicBezTo>
                    <a:close/>
                    <a:moveTo>
                      <a:pt x="62008" y="15036"/>
                    </a:moveTo>
                    <a:cubicBezTo>
                      <a:pt x="61532" y="15036"/>
                      <a:pt x="61056" y="15036"/>
                      <a:pt x="60579" y="15131"/>
                    </a:cubicBezTo>
                    <a:cubicBezTo>
                      <a:pt x="39814" y="18084"/>
                      <a:pt x="15145" y="27894"/>
                      <a:pt x="15145" y="57803"/>
                    </a:cubicBezTo>
                    <a:cubicBezTo>
                      <a:pt x="15145" y="87711"/>
                      <a:pt x="39720" y="97903"/>
                      <a:pt x="60389" y="101427"/>
                    </a:cubicBezTo>
                    <a:cubicBezTo>
                      <a:pt x="63151" y="101809"/>
                      <a:pt x="65913" y="101142"/>
                      <a:pt x="68009" y="99332"/>
                    </a:cubicBezTo>
                    <a:cubicBezTo>
                      <a:pt x="70104" y="97522"/>
                      <a:pt x="71247" y="95046"/>
                      <a:pt x="71247" y="92188"/>
                    </a:cubicBezTo>
                    <a:lnTo>
                      <a:pt x="71247" y="24275"/>
                    </a:lnTo>
                    <a:cubicBezTo>
                      <a:pt x="71247" y="21513"/>
                      <a:pt x="70104" y="19036"/>
                      <a:pt x="68104" y="17322"/>
                    </a:cubicBezTo>
                    <a:cubicBezTo>
                      <a:pt x="66390" y="15893"/>
                      <a:pt x="64294" y="15131"/>
                      <a:pt x="62103" y="151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1514;p45">
                <a:extLst>
                  <a:ext uri="{FF2B5EF4-FFF2-40B4-BE49-F238E27FC236}">
                    <a16:creationId xmlns:a16="http://schemas.microsoft.com/office/drawing/2014/main" id="{C22FC5EB-8526-3103-7A61-4BC2DA509170}"/>
                  </a:ext>
                </a:extLst>
              </p:cNvPr>
              <p:cNvSpPr/>
              <p:nvPr/>
            </p:nvSpPr>
            <p:spPr>
              <a:xfrm>
                <a:off x="-4964754" y="3784300"/>
                <a:ext cx="762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85725" extrusionOk="0">
                    <a:moveTo>
                      <a:pt x="75629" y="86794"/>
                    </a:moveTo>
                    <a:lnTo>
                      <a:pt x="7525" y="86794"/>
                    </a:lnTo>
                    <a:cubicBezTo>
                      <a:pt x="3334" y="86794"/>
                      <a:pt x="0" y="83365"/>
                      <a:pt x="0" y="79269"/>
                    </a:cubicBezTo>
                    <a:lnTo>
                      <a:pt x="0" y="7641"/>
                    </a:lnTo>
                    <a:cubicBezTo>
                      <a:pt x="0" y="3736"/>
                      <a:pt x="2953" y="497"/>
                      <a:pt x="6858" y="116"/>
                    </a:cubicBezTo>
                    <a:cubicBezTo>
                      <a:pt x="10763" y="-265"/>
                      <a:pt x="14288" y="2402"/>
                      <a:pt x="14954" y="6212"/>
                    </a:cubicBezTo>
                    <a:cubicBezTo>
                      <a:pt x="14954" y="6498"/>
                      <a:pt x="20955" y="36216"/>
                      <a:pt x="41624" y="36216"/>
                    </a:cubicBezTo>
                    <a:cubicBezTo>
                      <a:pt x="62293" y="36216"/>
                      <a:pt x="68199" y="6498"/>
                      <a:pt x="68294" y="6212"/>
                    </a:cubicBezTo>
                    <a:cubicBezTo>
                      <a:pt x="68961" y="2402"/>
                      <a:pt x="72580" y="-265"/>
                      <a:pt x="76391" y="21"/>
                    </a:cubicBezTo>
                    <a:cubicBezTo>
                      <a:pt x="80296" y="402"/>
                      <a:pt x="83248" y="3640"/>
                      <a:pt x="83248" y="7546"/>
                    </a:cubicBezTo>
                    <a:lnTo>
                      <a:pt x="83248" y="79174"/>
                    </a:lnTo>
                    <a:cubicBezTo>
                      <a:pt x="83248" y="83365"/>
                      <a:pt x="79820" y="86699"/>
                      <a:pt x="75724" y="86699"/>
                    </a:cubicBezTo>
                    <a:close/>
                    <a:moveTo>
                      <a:pt x="15050" y="71649"/>
                    </a:moveTo>
                    <a:lnTo>
                      <a:pt x="68104" y="71649"/>
                    </a:lnTo>
                    <a:lnTo>
                      <a:pt x="68104" y="39645"/>
                    </a:lnTo>
                    <a:cubicBezTo>
                      <a:pt x="61913" y="46312"/>
                      <a:pt x="53340" y="51361"/>
                      <a:pt x="41624" y="51361"/>
                    </a:cubicBezTo>
                    <a:cubicBezTo>
                      <a:pt x="29909" y="51361"/>
                      <a:pt x="21336" y="46312"/>
                      <a:pt x="15145" y="39645"/>
                    </a:cubicBezTo>
                    <a:lnTo>
                      <a:pt x="15145" y="716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1515;p45">
                <a:extLst>
                  <a:ext uri="{FF2B5EF4-FFF2-40B4-BE49-F238E27FC236}">
                    <a16:creationId xmlns:a16="http://schemas.microsoft.com/office/drawing/2014/main" id="{BC44ED86-8882-046A-F7FD-BD172DECC88C}"/>
                  </a:ext>
                </a:extLst>
              </p:cNvPr>
              <p:cNvSpPr/>
              <p:nvPr/>
            </p:nvSpPr>
            <p:spPr>
              <a:xfrm>
                <a:off x="-4964849" y="3708542"/>
                <a:ext cx="762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23825" extrusionOk="0">
                    <a:moveTo>
                      <a:pt x="41624" y="127118"/>
                    </a:moveTo>
                    <a:cubicBezTo>
                      <a:pt x="8382" y="127118"/>
                      <a:pt x="476" y="86542"/>
                      <a:pt x="95" y="84732"/>
                    </a:cubicBezTo>
                    <a:cubicBezTo>
                      <a:pt x="95" y="84255"/>
                      <a:pt x="0" y="83779"/>
                      <a:pt x="0" y="83398"/>
                    </a:cubicBezTo>
                    <a:lnTo>
                      <a:pt x="0" y="7579"/>
                    </a:lnTo>
                    <a:cubicBezTo>
                      <a:pt x="0" y="4626"/>
                      <a:pt x="1714" y="1960"/>
                      <a:pt x="4286" y="721"/>
                    </a:cubicBezTo>
                    <a:cubicBezTo>
                      <a:pt x="6954" y="-517"/>
                      <a:pt x="10001" y="-136"/>
                      <a:pt x="12288" y="1674"/>
                    </a:cubicBezTo>
                    <a:cubicBezTo>
                      <a:pt x="28766" y="15104"/>
                      <a:pt x="54388" y="15104"/>
                      <a:pt x="70866" y="1674"/>
                    </a:cubicBezTo>
                    <a:cubicBezTo>
                      <a:pt x="73152" y="-136"/>
                      <a:pt x="76295" y="-517"/>
                      <a:pt x="78867" y="721"/>
                    </a:cubicBezTo>
                    <a:cubicBezTo>
                      <a:pt x="81534" y="1960"/>
                      <a:pt x="83154" y="4626"/>
                      <a:pt x="83154" y="7579"/>
                    </a:cubicBezTo>
                    <a:lnTo>
                      <a:pt x="83154" y="83398"/>
                    </a:lnTo>
                    <a:cubicBezTo>
                      <a:pt x="83154" y="83398"/>
                      <a:pt x="83154" y="84351"/>
                      <a:pt x="83058" y="84732"/>
                    </a:cubicBezTo>
                    <a:cubicBezTo>
                      <a:pt x="82772" y="86446"/>
                      <a:pt x="74772" y="127118"/>
                      <a:pt x="41529" y="127118"/>
                    </a:cubicBezTo>
                    <a:close/>
                    <a:moveTo>
                      <a:pt x="15145" y="82636"/>
                    </a:moveTo>
                    <a:cubicBezTo>
                      <a:pt x="16097" y="86923"/>
                      <a:pt x="22670" y="112068"/>
                      <a:pt x="41624" y="112068"/>
                    </a:cubicBezTo>
                    <a:cubicBezTo>
                      <a:pt x="60579" y="112068"/>
                      <a:pt x="67151" y="86923"/>
                      <a:pt x="68104" y="82636"/>
                    </a:cubicBezTo>
                    <a:lnTo>
                      <a:pt x="68104" y="21295"/>
                    </a:lnTo>
                    <a:cubicBezTo>
                      <a:pt x="51625" y="29106"/>
                      <a:pt x="31528" y="29106"/>
                      <a:pt x="15050" y="21295"/>
                    </a:cubicBezTo>
                    <a:lnTo>
                      <a:pt x="15050" y="826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1516;p45">
                <a:extLst>
                  <a:ext uri="{FF2B5EF4-FFF2-40B4-BE49-F238E27FC236}">
                    <a16:creationId xmlns:a16="http://schemas.microsoft.com/office/drawing/2014/main" id="{9AF124AC-97BB-8A8C-9FEE-09F27926D302}"/>
                  </a:ext>
                </a:extLst>
              </p:cNvPr>
              <p:cNvSpPr/>
              <p:nvPr/>
            </p:nvSpPr>
            <p:spPr>
              <a:xfrm>
                <a:off x="-4964754" y="3389223"/>
                <a:ext cx="762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9550" extrusionOk="0">
                    <a:moveTo>
                      <a:pt x="75629" y="215932"/>
                    </a:moveTo>
                    <a:cubicBezTo>
                      <a:pt x="73914" y="215932"/>
                      <a:pt x="72200" y="215360"/>
                      <a:pt x="70866" y="214217"/>
                    </a:cubicBezTo>
                    <a:cubicBezTo>
                      <a:pt x="54102" y="200501"/>
                      <a:pt x="28766" y="200596"/>
                      <a:pt x="12287" y="214217"/>
                    </a:cubicBezTo>
                    <a:cubicBezTo>
                      <a:pt x="10001" y="216027"/>
                      <a:pt x="6953" y="216408"/>
                      <a:pt x="4286" y="215170"/>
                    </a:cubicBezTo>
                    <a:cubicBezTo>
                      <a:pt x="1619" y="213932"/>
                      <a:pt x="0" y="211265"/>
                      <a:pt x="0" y="20831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75629" y="0"/>
                    </a:lnTo>
                    <a:cubicBezTo>
                      <a:pt x="79820" y="0"/>
                      <a:pt x="83153" y="3429"/>
                      <a:pt x="83153" y="7525"/>
                    </a:cubicBezTo>
                    <a:lnTo>
                      <a:pt x="83153" y="208407"/>
                    </a:lnTo>
                    <a:cubicBezTo>
                      <a:pt x="83153" y="211360"/>
                      <a:pt x="81439" y="214027"/>
                      <a:pt x="78867" y="215265"/>
                    </a:cubicBezTo>
                    <a:cubicBezTo>
                      <a:pt x="77819" y="215741"/>
                      <a:pt x="76771" y="216027"/>
                      <a:pt x="75629" y="216027"/>
                    </a:cubicBezTo>
                    <a:close/>
                    <a:moveTo>
                      <a:pt x="41529" y="188595"/>
                    </a:moveTo>
                    <a:cubicBezTo>
                      <a:pt x="50864" y="188595"/>
                      <a:pt x="59817" y="190691"/>
                      <a:pt x="68009" y="194596"/>
                    </a:cubicBezTo>
                    <a:lnTo>
                      <a:pt x="68009" y="15050"/>
                    </a:lnTo>
                    <a:lnTo>
                      <a:pt x="14954" y="15050"/>
                    </a:lnTo>
                    <a:lnTo>
                      <a:pt x="14954" y="194596"/>
                    </a:lnTo>
                    <a:cubicBezTo>
                      <a:pt x="23146" y="190691"/>
                      <a:pt x="32290" y="188595"/>
                      <a:pt x="41434" y="1885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1517;p45">
                <a:extLst>
                  <a:ext uri="{FF2B5EF4-FFF2-40B4-BE49-F238E27FC236}">
                    <a16:creationId xmlns:a16="http://schemas.microsoft.com/office/drawing/2014/main" id="{319774B6-AEFF-F5C2-86CD-AC981877A330}"/>
                  </a:ext>
                </a:extLst>
              </p:cNvPr>
              <p:cNvSpPr/>
              <p:nvPr/>
            </p:nvSpPr>
            <p:spPr>
              <a:xfrm>
                <a:off x="-5157941" y="3359962"/>
                <a:ext cx="2762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38100" extrusionOk="0">
                    <a:moveTo>
                      <a:pt x="268815" y="44311"/>
                    </a:moveTo>
                    <a:lnTo>
                      <a:pt x="200711" y="44311"/>
                    </a:lnTo>
                    <a:cubicBezTo>
                      <a:pt x="198902" y="44311"/>
                      <a:pt x="197187" y="43644"/>
                      <a:pt x="195854" y="42501"/>
                    </a:cubicBezTo>
                    <a:lnTo>
                      <a:pt x="45645" y="42501"/>
                    </a:lnTo>
                    <a:cubicBezTo>
                      <a:pt x="25166" y="42501"/>
                      <a:pt x="6973" y="29452"/>
                      <a:pt x="401" y="9926"/>
                    </a:cubicBezTo>
                    <a:cubicBezTo>
                      <a:pt x="-933" y="5926"/>
                      <a:pt x="1163" y="1639"/>
                      <a:pt x="5163" y="401"/>
                    </a:cubicBezTo>
                    <a:cubicBezTo>
                      <a:pt x="9164" y="-932"/>
                      <a:pt x="13450" y="1163"/>
                      <a:pt x="14688" y="5163"/>
                    </a:cubicBezTo>
                    <a:cubicBezTo>
                      <a:pt x="19260" y="18689"/>
                      <a:pt x="31357" y="27452"/>
                      <a:pt x="45549" y="27452"/>
                    </a:cubicBezTo>
                    <a:lnTo>
                      <a:pt x="268720" y="27452"/>
                    </a:lnTo>
                    <a:cubicBezTo>
                      <a:pt x="272911" y="27452"/>
                      <a:pt x="276245" y="30881"/>
                      <a:pt x="276245" y="34977"/>
                    </a:cubicBezTo>
                    <a:lnTo>
                      <a:pt x="276245" y="36786"/>
                    </a:lnTo>
                    <a:cubicBezTo>
                      <a:pt x="276245" y="40977"/>
                      <a:pt x="272816" y="44311"/>
                      <a:pt x="268720" y="443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1518;p45">
                <a:extLst>
                  <a:ext uri="{FF2B5EF4-FFF2-40B4-BE49-F238E27FC236}">
                    <a16:creationId xmlns:a16="http://schemas.microsoft.com/office/drawing/2014/main" id="{EAFAC005-6331-20B6-C102-159699BF314B}"/>
                  </a:ext>
                </a:extLst>
              </p:cNvPr>
              <p:cNvSpPr/>
              <p:nvPr/>
            </p:nvSpPr>
            <p:spPr>
              <a:xfrm>
                <a:off x="-4962944" y="3601749"/>
                <a:ext cx="7620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4775" extrusionOk="0">
                    <a:moveTo>
                      <a:pt x="39719" y="112181"/>
                    </a:moveTo>
                    <a:cubicBezTo>
                      <a:pt x="17812" y="112181"/>
                      <a:pt x="0" y="94370"/>
                      <a:pt x="0" y="72462"/>
                    </a:cubicBezTo>
                    <a:lnTo>
                      <a:pt x="0" y="37791"/>
                    </a:lnTo>
                    <a:cubicBezTo>
                      <a:pt x="0" y="21122"/>
                      <a:pt x="10573" y="6073"/>
                      <a:pt x="26194" y="453"/>
                    </a:cubicBezTo>
                    <a:cubicBezTo>
                      <a:pt x="28480" y="-404"/>
                      <a:pt x="31052" y="-23"/>
                      <a:pt x="33051" y="1406"/>
                    </a:cubicBezTo>
                    <a:cubicBezTo>
                      <a:pt x="35052" y="2835"/>
                      <a:pt x="36290" y="5121"/>
                      <a:pt x="36290" y="7597"/>
                    </a:cubicBezTo>
                    <a:lnTo>
                      <a:pt x="36290" y="60080"/>
                    </a:lnTo>
                    <a:cubicBezTo>
                      <a:pt x="36290" y="60080"/>
                      <a:pt x="37624" y="61413"/>
                      <a:pt x="39624" y="61413"/>
                    </a:cubicBezTo>
                    <a:cubicBezTo>
                      <a:pt x="41624" y="61413"/>
                      <a:pt x="42863" y="60461"/>
                      <a:pt x="42958" y="60080"/>
                    </a:cubicBezTo>
                    <a:lnTo>
                      <a:pt x="42958" y="7692"/>
                    </a:lnTo>
                    <a:cubicBezTo>
                      <a:pt x="42958" y="5216"/>
                      <a:pt x="44101" y="2930"/>
                      <a:pt x="46101" y="1501"/>
                    </a:cubicBezTo>
                    <a:cubicBezTo>
                      <a:pt x="48101" y="72"/>
                      <a:pt x="50673" y="-309"/>
                      <a:pt x="52959" y="548"/>
                    </a:cubicBezTo>
                    <a:cubicBezTo>
                      <a:pt x="58388" y="2454"/>
                      <a:pt x="63436" y="5692"/>
                      <a:pt x="67627" y="9883"/>
                    </a:cubicBezTo>
                    <a:cubicBezTo>
                      <a:pt x="75152" y="17408"/>
                      <a:pt x="79248" y="27314"/>
                      <a:pt x="79248" y="37982"/>
                    </a:cubicBezTo>
                    <a:lnTo>
                      <a:pt x="79248" y="72653"/>
                    </a:lnTo>
                    <a:cubicBezTo>
                      <a:pt x="79248" y="94560"/>
                      <a:pt x="61436" y="112372"/>
                      <a:pt x="39529" y="112372"/>
                    </a:cubicBezTo>
                    <a:close/>
                    <a:moveTo>
                      <a:pt x="21241" y="21504"/>
                    </a:moveTo>
                    <a:cubicBezTo>
                      <a:pt x="17431" y="25885"/>
                      <a:pt x="15145" y="31600"/>
                      <a:pt x="15145" y="37696"/>
                    </a:cubicBezTo>
                    <a:lnTo>
                      <a:pt x="15145" y="72367"/>
                    </a:lnTo>
                    <a:cubicBezTo>
                      <a:pt x="15145" y="85988"/>
                      <a:pt x="26194" y="97037"/>
                      <a:pt x="39719" y="97037"/>
                    </a:cubicBezTo>
                    <a:cubicBezTo>
                      <a:pt x="53245" y="97037"/>
                      <a:pt x="64294" y="85988"/>
                      <a:pt x="64294" y="72367"/>
                    </a:cubicBezTo>
                    <a:lnTo>
                      <a:pt x="64294" y="37696"/>
                    </a:lnTo>
                    <a:cubicBezTo>
                      <a:pt x="64294" y="31600"/>
                      <a:pt x="62103" y="25885"/>
                      <a:pt x="58198" y="21408"/>
                    </a:cubicBezTo>
                    <a:lnTo>
                      <a:pt x="58198" y="59794"/>
                    </a:lnTo>
                    <a:cubicBezTo>
                      <a:pt x="58198" y="69033"/>
                      <a:pt x="50102" y="76272"/>
                      <a:pt x="39719" y="76272"/>
                    </a:cubicBezTo>
                    <a:cubicBezTo>
                      <a:pt x="29337" y="76272"/>
                      <a:pt x="21241" y="69033"/>
                      <a:pt x="21241" y="59794"/>
                    </a:cubicBezTo>
                    <a:lnTo>
                      <a:pt x="21241" y="214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1519;p45">
                <a:extLst>
                  <a:ext uri="{FF2B5EF4-FFF2-40B4-BE49-F238E27FC236}">
                    <a16:creationId xmlns:a16="http://schemas.microsoft.com/office/drawing/2014/main" id="{A48AB8DA-0F4B-26DC-62C8-1C7428866E75}"/>
                  </a:ext>
                </a:extLst>
              </p:cNvPr>
              <p:cNvSpPr/>
              <p:nvPr/>
            </p:nvSpPr>
            <p:spPr>
              <a:xfrm>
                <a:off x="-4494029" y="355105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36481" y="72962"/>
                    </a:moveTo>
                    <a:cubicBezTo>
                      <a:pt x="16383" y="72962"/>
                      <a:pt x="0" y="56579"/>
                      <a:pt x="0" y="36481"/>
                    </a:cubicBezTo>
                    <a:cubicBezTo>
                      <a:pt x="0" y="16383"/>
                      <a:pt x="16383" y="0"/>
                      <a:pt x="36481" y="0"/>
                    </a:cubicBezTo>
                    <a:cubicBezTo>
                      <a:pt x="56579" y="0"/>
                      <a:pt x="72962" y="16383"/>
                      <a:pt x="72962" y="36481"/>
                    </a:cubicBezTo>
                    <a:cubicBezTo>
                      <a:pt x="72962" y="56579"/>
                      <a:pt x="56579" y="72962"/>
                      <a:pt x="36481" y="72962"/>
                    </a:cubicBezTo>
                    <a:close/>
                    <a:moveTo>
                      <a:pt x="36481" y="15049"/>
                    </a:moveTo>
                    <a:cubicBezTo>
                      <a:pt x="24670" y="15049"/>
                      <a:pt x="15050" y="24670"/>
                      <a:pt x="15050" y="36481"/>
                    </a:cubicBezTo>
                    <a:cubicBezTo>
                      <a:pt x="15050" y="48292"/>
                      <a:pt x="24670" y="57912"/>
                      <a:pt x="36481" y="57912"/>
                    </a:cubicBezTo>
                    <a:cubicBezTo>
                      <a:pt x="48292" y="57912"/>
                      <a:pt x="57912" y="48292"/>
                      <a:pt x="57912" y="36481"/>
                    </a:cubicBezTo>
                    <a:cubicBezTo>
                      <a:pt x="57912" y="24670"/>
                      <a:pt x="48292" y="15049"/>
                      <a:pt x="36481" y="150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1520;p45">
                <a:extLst>
                  <a:ext uri="{FF2B5EF4-FFF2-40B4-BE49-F238E27FC236}">
                    <a16:creationId xmlns:a16="http://schemas.microsoft.com/office/drawing/2014/main" id="{3C2883EC-6EDC-F5E1-D016-2ECC164300AC}"/>
                  </a:ext>
                </a:extLst>
              </p:cNvPr>
              <p:cNvSpPr/>
              <p:nvPr/>
            </p:nvSpPr>
            <p:spPr>
              <a:xfrm>
                <a:off x="-4909890" y="3041371"/>
                <a:ext cx="666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14300" extrusionOk="0">
                    <a:moveTo>
                      <a:pt x="68103" y="47339"/>
                    </a:moveTo>
                    <a:lnTo>
                      <a:pt x="68103" y="89440"/>
                    </a:lnTo>
                    <a:cubicBezTo>
                      <a:pt x="68103" y="108109"/>
                      <a:pt x="52768" y="123539"/>
                      <a:pt x="34100" y="123539"/>
                    </a:cubicBezTo>
                    <a:cubicBezTo>
                      <a:pt x="15430" y="123539"/>
                      <a:pt x="0" y="108204"/>
                      <a:pt x="0" y="89440"/>
                    </a:cubicBezTo>
                    <a:lnTo>
                      <a:pt x="0" y="34004"/>
                    </a:lnTo>
                    <a:cubicBezTo>
                      <a:pt x="0" y="15335"/>
                      <a:pt x="15335" y="0"/>
                      <a:pt x="34100" y="0"/>
                    </a:cubicBezTo>
                    <a:cubicBezTo>
                      <a:pt x="43434" y="0"/>
                      <a:pt x="51911" y="3810"/>
                      <a:pt x="58102" y="10001"/>
                    </a:cubicBezTo>
                    <a:cubicBezTo>
                      <a:pt x="64294" y="16193"/>
                      <a:pt x="68103" y="24670"/>
                      <a:pt x="68103" y="34004"/>
                    </a:cubicBezTo>
                    <a:lnTo>
                      <a:pt x="68103" y="4743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1521;p45">
                <a:extLst>
                  <a:ext uri="{FF2B5EF4-FFF2-40B4-BE49-F238E27FC236}">
                    <a16:creationId xmlns:a16="http://schemas.microsoft.com/office/drawing/2014/main" id="{AF79078B-DB2A-871F-6B71-4DF03E756F16}"/>
                  </a:ext>
                </a:extLst>
              </p:cNvPr>
              <p:cNvSpPr/>
              <p:nvPr/>
            </p:nvSpPr>
            <p:spPr>
              <a:xfrm>
                <a:off x="-4502601" y="3088710"/>
                <a:ext cx="1428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6200" extrusionOk="0">
                    <a:moveTo>
                      <a:pt x="0" y="0"/>
                    </a:moveTo>
                    <a:lnTo>
                      <a:pt x="148400" y="0"/>
                    </a:lnTo>
                    <a:lnTo>
                      <a:pt x="148400" y="81344"/>
                    </a:lnTo>
                    <a:lnTo>
                      <a:pt x="0" y="813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1522;p45">
                <a:extLst>
                  <a:ext uri="{FF2B5EF4-FFF2-40B4-BE49-F238E27FC236}">
                    <a16:creationId xmlns:a16="http://schemas.microsoft.com/office/drawing/2014/main" id="{CF726968-45CC-D1BE-375E-70BFE4199A37}"/>
                  </a:ext>
                </a:extLst>
              </p:cNvPr>
              <p:cNvSpPr/>
              <p:nvPr/>
            </p:nvSpPr>
            <p:spPr>
              <a:xfrm>
                <a:off x="-3983108" y="3041371"/>
                <a:ext cx="666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14300" extrusionOk="0">
                    <a:moveTo>
                      <a:pt x="68199" y="47339"/>
                    </a:moveTo>
                    <a:lnTo>
                      <a:pt x="68199" y="89440"/>
                    </a:lnTo>
                    <a:cubicBezTo>
                      <a:pt x="68199" y="108109"/>
                      <a:pt x="52864" y="123539"/>
                      <a:pt x="34100" y="123539"/>
                    </a:cubicBezTo>
                    <a:cubicBezTo>
                      <a:pt x="15335" y="123539"/>
                      <a:pt x="0" y="108204"/>
                      <a:pt x="0" y="89440"/>
                    </a:cubicBezTo>
                    <a:lnTo>
                      <a:pt x="0" y="34004"/>
                    </a:lnTo>
                    <a:cubicBezTo>
                      <a:pt x="0" y="15335"/>
                      <a:pt x="15335" y="0"/>
                      <a:pt x="34100" y="0"/>
                    </a:cubicBezTo>
                    <a:cubicBezTo>
                      <a:pt x="43434" y="0"/>
                      <a:pt x="52007" y="3810"/>
                      <a:pt x="58198" y="10001"/>
                    </a:cubicBezTo>
                    <a:cubicBezTo>
                      <a:pt x="64389" y="16193"/>
                      <a:pt x="68199" y="24670"/>
                      <a:pt x="68199" y="34004"/>
                    </a:cubicBezTo>
                    <a:lnTo>
                      <a:pt x="68199" y="4743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1523;p45">
                <a:extLst>
                  <a:ext uri="{FF2B5EF4-FFF2-40B4-BE49-F238E27FC236}">
                    <a16:creationId xmlns:a16="http://schemas.microsoft.com/office/drawing/2014/main" id="{CBD3CB74-CFA2-3A09-6222-4248AF5ABAE7}"/>
                  </a:ext>
                </a:extLst>
              </p:cNvPr>
              <p:cNvSpPr/>
              <p:nvPr/>
            </p:nvSpPr>
            <p:spPr>
              <a:xfrm>
                <a:off x="-5015440" y="2849728"/>
                <a:ext cx="11715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71575" h="114300" extrusionOk="0">
                    <a:moveTo>
                      <a:pt x="1727" y="97822"/>
                    </a:moveTo>
                    <a:cubicBezTo>
                      <a:pt x="-939" y="90106"/>
                      <a:pt x="-654" y="81248"/>
                      <a:pt x="3537" y="72961"/>
                    </a:cubicBezTo>
                    <a:lnTo>
                      <a:pt x="31445" y="17812"/>
                    </a:lnTo>
                    <a:cubicBezTo>
                      <a:pt x="36970" y="6953"/>
                      <a:pt x="48209" y="0"/>
                      <a:pt x="60402" y="0"/>
                    </a:cubicBezTo>
                    <a:lnTo>
                      <a:pt x="1113581" y="0"/>
                    </a:lnTo>
                    <a:cubicBezTo>
                      <a:pt x="1125773" y="0"/>
                      <a:pt x="1137012" y="6858"/>
                      <a:pt x="1142537" y="17812"/>
                    </a:cubicBezTo>
                    <a:lnTo>
                      <a:pt x="1170445" y="72961"/>
                    </a:lnTo>
                    <a:cubicBezTo>
                      <a:pt x="1174636" y="81248"/>
                      <a:pt x="1174922" y="90106"/>
                      <a:pt x="1172255" y="97917"/>
                    </a:cubicBezTo>
                    <a:cubicBezTo>
                      <a:pt x="1168064" y="110490"/>
                      <a:pt x="1156348" y="120205"/>
                      <a:pt x="1141394" y="120205"/>
                    </a:cubicBezTo>
                    <a:lnTo>
                      <a:pt x="32493" y="120205"/>
                    </a:lnTo>
                    <a:cubicBezTo>
                      <a:pt x="17539" y="120205"/>
                      <a:pt x="5823" y="110395"/>
                      <a:pt x="1632" y="978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1524;p45">
                <a:extLst>
                  <a:ext uri="{FF2B5EF4-FFF2-40B4-BE49-F238E27FC236}">
                    <a16:creationId xmlns:a16="http://schemas.microsoft.com/office/drawing/2014/main" id="{BCC8414E-3B0E-9A10-9C21-154088BEBF72}"/>
                  </a:ext>
                </a:extLst>
              </p:cNvPr>
              <p:cNvSpPr/>
              <p:nvPr/>
            </p:nvSpPr>
            <p:spPr>
              <a:xfrm>
                <a:off x="-5013713" y="3066325"/>
                <a:ext cx="116205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1162050" h="276225" extrusionOk="0">
                    <a:moveTo>
                      <a:pt x="1170623" y="95"/>
                    </a:moveTo>
                    <a:lnTo>
                      <a:pt x="1170623" y="217075"/>
                    </a:lnTo>
                    <a:cubicBezTo>
                      <a:pt x="1170623" y="253746"/>
                      <a:pt x="1140905" y="283464"/>
                      <a:pt x="1104233" y="283464"/>
                    </a:cubicBezTo>
                    <a:lnTo>
                      <a:pt x="66390" y="283464"/>
                    </a:lnTo>
                    <a:cubicBezTo>
                      <a:pt x="29718" y="283464"/>
                      <a:pt x="0" y="253746"/>
                      <a:pt x="0" y="217075"/>
                    </a:cubicBezTo>
                    <a:lnTo>
                      <a:pt x="0" y="0"/>
                    </a:lnTo>
                    <a:cubicBezTo>
                      <a:pt x="4191" y="12573"/>
                      <a:pt x="15907" y="22288"/>
                      <a:pt x="30861" y="22288"/>
                    </a:cubicBezTo>
                    <a:lnTo>
                      <a:pt x="103918" y="22288"/>
                    </a:lnTo>
                    <a:lnTo>
                      <a:pt x="103918" y="64389"/>
                    </a:lnTo>
                    <a:cubicBezTo>
                      <a:pt x="103918" y="83058"/>
                      <a:pt x="119253" y="98488"/>
                      <a:pt x="138017" y="98488"/>
                    </a:cubicBezTo>
                    <a:cubicBezTo>
                      <a:pt x="156782" y="98488"/>
                      <a:pt x="172021" y="83153"/>
                      <a:pt x="172021" y="64389"/>
                    </a:cubicBezTo>
                    <a:lnTo>
                      <a:pt x="172021" y="22288"/>
                    </a:lnTo>
                    <a:lnTo>
                      <a:pt x="511207" y="22288"/>
                    </a:lnTo>
                    <a:lnTo>
                      <a:pt x="511207" y="103632"/>
                    </a:lnTo>
                    <a:lnTo>
                      <a:pt x="659606" y="103632"/>
                    </a:lnTo>
                    <a:lnTo>
                      <a:pt x="659606" y="22288"/>
                    </a:lnTo>
                    <a:lnTo>
                      <a:pt x="1030796" y="22288"/>
                    </a:lnTo>
                    <a:lnTo>
                      <a:pt x="1030796" y="64389"/>
                    </a:lnTo>
                    <a:cubicBezTo>
                      <a:pt x="1030796" y="83058"/>
                      <a:pt x="1046131" y="98488"/>
                      <a:pt x="1064895" y="98488"/>
                    </a:cubicBezTo>
                    <a:cubicBezTo>
                      <a:pt x="1083659" y="98488"/>
                      <a:pt x="1098995" y="83153"/>
                      <a:pt x="1098995" y="64389"/>
                    </a:cubicBezTo>
                    <a:lnTo>
                      <a:pt x="1098995" y="22288"/>
                    </a:lnTo>
                    <a:lnTo>
                      <a:pt x="1139952" y="22288"/>
                    </a:lnTo>
                    <a:cubicBezTo>
                      <a:pt x="1155002" y="22288"/>
                      <a:pt x="1166622" y="12573"/>
                      <a:pt x="1170813" y="0"/>
                    </a:cubicBezTo>
                    <a:close/>
                    <a:moveTo>
                      <a:pt x="812388" y="114586"/>
                    </a:moveTo>
                    <a:lnTo>
                      <a:pt x="812388" y="81439"/>
                    </a:lnTo>
                    <a:lnTo>
                      <a:pt x="713327" y="81439"/>
                    </a:lnTo>
                    <a:lnTo>
                      <a:pt x="713327" y="114586"/>
                    </a:lnTo>
                    <a:lnTo>
                      <a:pt x="749618" y="114586"/>
                    </a:lnTo>
                    <a:lnTo>
                      <a:pt x="749618" y="156591"/>
                    </a:lnTo>
                    <a:lnTo>
                      <a:pt x="738092" y="158305"/>
                    </a:lnTo>
                    <a:cubicBezTo>
                      <a:pt x="735425" y="152305"/>
                      <a:pt x="732473" y="145733"/>
                      <a:pt x="729139" y="138113"/>
                    </a:cubicBezTo>
                    <a:cubicBezTo>
                      <a:pt x="630746" y="175641"/>
                      <a:pt x="539592" y="175546"/>
                      <a:pt x="441389" y="138113"/>
                    </a:cubicBezTo>
                    <a:cubicBezTo>
                      <a:pt x="437865" y="145923"/>
                      <a:pt x="435007" y="152590"/>
                      <a:pt x="432245" y="158687"/>
                    </a:cubicBezTo>
                    <a:lnTo>
                      <a:pt x="415862" y="156305"/>
                    </a:lnTo>
                    <a:lnTo>
                      <a:pt x="415862" y="114681"/>
                    </a:lnTo>
                    <a:lnTo>
                      <a:pt x="449104" y="114681"/>
                    </a:lnTo>
                    <a:lnTo>
                      <a:pt x="449104" y="81534"/>
                    </a:lnTo>
                    <a:lnTo>
                      <a:pt x="350044" y="81534"/>
                    </a:lnTo>
                    <a:lnTo>
                      <a:pt x="350044" y="114681"/>
                    </a:lnTo>
                    <a:lnTo>
                      <a:pt x="382620" y="114681"/>
                    </a:lnTo>
                    <a:lnTo>
                      <a:pt x="382620" y="182499"/>
                    </a:lnTo>
                    <a:lnTo>
                      <a:pt x="418624" y="189167"/>
                    </a:lnTo>
                    <a:cubicBezTo>
                      <a:pt x="416909" y="193072"/>
                      <a:pt x="415004" y="197263"/>
                      <a:pt x="413004" y="201930"/>
                    </a:cubicBezTo>
                    <a:cubicBezTo>
                      <a:pt x="529590" y="247650"/>
                      <a:pt x="640652" y="247650"/>
                      <a:pt x="757333" y="201930"/>
                    </a:cubicBezTo>
                    <a:cubicBezTo>
                      <a:pt x="755238" y="197168"/>
                      <a:pt x="753237" y="192786"/>
                      <a:pt x="751427" y="188786"/>
                    </a:cubicBezTo>
                    <a:lnTo>
                      <a:pt x="782764" y="182975"/>
                    </a:lnTo>
                    <a:lnTo>
                      <a:pt x="782764" y="114776"/>
                    </a:lnTo>
                    <a:lnTo>
                      <a:pt x="812292" y="11477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1525;p45">
                <a:extLst>
                  <a:ext uri="{FF2B5EF4-FFF2-40B4-BE49-F238E27FC236}">
                    <a16:creationId xmlns:a16="http://schemas.microsoft.com/office/drawing/2014/main" id="{D8852F32-798C-EB6B-7828-AEF6CFA574B1}"/>
                  </a:ext>
                </a:extLst>
              </p:cNvPr>
              <p:cNvSpPr/>
              <p:nvPr/>
            </p:nvSpPr>
            <p:spPr>
              <a:xfrm>
                <a:off x="-3949008" y="3007747"/>
                <a:ext cx="1047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76200" extrusionOk="0">
                    <a:moveTo>
                      <a:pt x="105918" y="38195"/>
                    </a:moveTo>
                    <a:lnTo>
                      <a:pt x="105918" y="58674"/>
                    </a:lnTo>
                    <a:cubicBezTo>
                      <a:pt x="101727" y="71247"/>
                      <a:pt x="90011" y="80963"/>
                      <a:pt x="75057" y="80963"/>
                    </a:cubicBezTo>
                    <a:lnTo>
                      <a:pt x="34100" y="80963"/>
                    </a:lnTo>
                    <a:lnTo>
                      <a:pt x="34100" y="67532"/>
                    </a:lnTo>
                    <a:cubicBezTo>
                      <a:pt x="34100" y="58103"/>
                      <a:pt x="30289" y="49721"/>
                      <a:pt x="24098" y="43529"/>
                    </a:cubicBezTo>
                    <a:cubicBezTo>
                      <a:pt x="17907" y="37338"/>
                      <a:pt x="9334" y="33528"/>
                      <a:pt x="0" y="33528"/>
                    </a:cubicBezTo>
                    <a:lnTo>
                      <a:pt x="0" y="22288"/>
                    </a:lnTo>
                    <a:lnTo>
                      <a:pt x="74962" y="22288"/>
                    </a:lnTo>
                    <a:cubicBezTo>
                      <a:pt x="90011" y="22288"/>
                      <a:pt x="101632" y="12573"/>
                      <a:pt x="105823" y="0"/>
                    </a:cubicBezTo>
                    <a:lnTo>
                      <a:pt x="105823" y="3819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1526;p45">
                <a:extLst>
                  <a:ext uri="{FF2B5EF4-FFF2-40B4-BE49-F238E27FC236}">
                    <a16:creationId xmlns:a16="http://schemas.microsoft.com/office/drawing/2014/main" id="{B7517C81-EF4D-E1E2-322E-524E9860DABA}"/>
                  </a:ext>
                </a:extLst>
              </p:cNvPr>
              <p:cNvSpPr/>
              <p:nvPr/>
            </p:nvSpPr>
            <p:spPr>
              <a:xfrm>
                <a:off x="-5013713" y="2947549"/>
                <a:ext cx="11620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62050" h="76200" extrusionOk="0">
                    <a:moveTo>
                      <a:pt x="0" y="39719"/>
                    </a:moveTo>
                    <a:lnTo>
                      <a:pt x="0" y="0"/>
                    </a:lnTo>
                    <a:cubicBezTo>
                      <a:pt x="4096" y="12573"/>
                      <a:pt x="15907" y="22384"/>
                      <a:pt x="30861" y="22384"/>
                    </a:cubicBezTo>
                    <a:lnTo>
                      <a:pt x="1139762" y="22384"/>
                    </a:lnTo>
                    <a:cubicBezTo>
                      <a:pt x="1154811" y="22384"/>
                      <a:pt x="1166432" y="12668"/>
                      <a:pt x="1170623" y="95"/>
                    </a:cubicBezTo>
                    <a:lnTo>
                      <a:pt x="1170623" y="60198"/>
                    </a:lnTo>
                    <a:cubicBezTo>
                      <a:pt x="1166432" y="72771"/>
                      <a:pt x="1154716" y="82487"/>
                      <a:pt x="1139762" y="82487"/>
                    </a:cubicBezTo>
                    <a:lnTo>
                      <a:pt x="30861" y="82487"/>
                    </a:lnTo>
                    <a:cubicBezTo>
                      <a:pt x="15907" y="82487"/>
                      <a:pt x="4191" y="72771"/>
                      <a:pt x="0" y="60198"/>
                    </a:cubicBezTo>
                    <a:lnTo>
                      <a:pt x="0" y="3981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1527;p45">
                <a:extLst>
                  <a:ext uri="{FF2B5EF4-FFF2-40B4-BE49-F238E27FC236}">
                    <a16:creationId xmlns:a16="http://schemas.microsoft.com/office/drawing/2014/main" id="{01164843-3D64-9C1C-D097-804FAF9DA558}"/>
                  </a:ext>
                </a:extLst>
              </p:cNvPr>
              <p:cNvSpPr/>
              <p:nvPr/>
            </p:nvSpPr>
            <p:spPr>
              <a:xfrm>
                <a:off x="-4875790" y="3030036"/>
                <a:ext cx="9239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23925" h="57150" extrusionOk="0">
                    <a:moveTo>
                      <a:pt x="926782" y="0"/>
                    </a:moveTo>
                    <a:lnTo>
                      <a:pt x="926782" y="11239"/>
                    </a:lnTo>
                    <a:cubicBezTo>
                      <a:pt x="908018" y="11239"/>
                      <a:pt x="892683" y="26575"/>
                      <a:pt x="892683" y="45244"/>
                    </a:cubicBezTo>
                    <a:lnTo>
                      <a:pt x="892683" y="58674"/>
                    </a:lnTo>
                    <a:lnTo>
                      <a:pt x="34004" y="58674"/>
                    </a:lnTo>
                    <a:lnTo>
                      <a:pt x="34004" y="45244"/>
                    </a:lnTo>
                    <a:cubicBezTo>
                      <a:pt x="34004" y="35814"/>
                      <a:pt x="30194" y="27432"/>
                      <a:pt x="24003" y="21241"/>
                    </a:cubicBezTo>
                    <a:cubicBezTo>
                      <a:pt x="17812" y="15049"/>
                      <a:pt x="9334" y="11239"/>
                      <a:pt x="0" y="11239"/>
                    </a:cubicBezTo>
                    <a:lnTo>
                      <a:pt x="0" y="0"/>
                    </a:lnTo>
                    <a:lnTo>
                      <a:pt x="9267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1528;p45">
                <a:extLst>
                  <a:ext uri="{FF2B5EF4-FFF2-40B4-BE49-F238E27FC236}">
                    <a16:creationId xmlns:a16="http://schemas.microsoft.com/office/drawing/2014/main" id="{1C093EAD-731B-D9B1-B055-97312ED19E66}"/>
                  </a:ext>
                </a:extLst>
              </p:cNvPr>
              <p:cNvSpPr/>
              <p:nvPr/>
            </p:nvSpPr>
            <p:spPr>
              <a:xfrm>
                <a:off x="-4300385" y="3147765"/>
                <a:ext cx="952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8575" extrusionOk="0">
                    <a:moveTo>
                      <a:pt x="99060" y="0"/>
                    </a:moveTo>
                    <a:lnTo>
                      <a:pt x="99060" y="33147"/>
                    </a:lnTo>
                    <a:lnTo>
                      <a:pt x="69532" y="33147"/>
                    </a:lnTo>
                    <a:lnTo>
                      <a:pt x="36290" y="33147"/>
                    </a:lnTo>
                    <a:lnTo>
                      <a:pt x="0" y="33147"/>
                    </a:lnTo>
                    <a:lnTo>
                      <a:pt x="0" y="0"/>
                    </a:lnTo>
                    <a:lnTo>
                      <a:pt x="990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1529;p45">
                <a:extLst>
                  <a:ext uri="{FF2B5EF4-FFF2-40B4-BE49-F238E27FC236}">
                    <a16:creationId xmlns:a16="http://schemas.microsoft.com/office/drawing/2014/main" id="{BFB26C1D-9D0D-C506-80B5-24D0BB239198}"/>
                  </a:ext>
                </a:extLst>
              </p:cNvPr>
              <p:cNvSpPr/>
              <p:nvPr/>
            </p:nvSpPr>
            <p:spPr>
              <a:xfrm>
                <a:off x="-4275621" y="3180912"/>
                <a:ext cx="381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66675" extrusionOk="0">
                    <a:moveTo>
                      <a:pt x="44768" y="0"/>
                    </a:moveTo>
                    <a:lnTo>
                      <a:pt x="44768" y="68199"/>
                    </a:lnTo>
                    <a:lnTo>
                      <a:pt x="13431" y="74009"/>
                    </a:lnTo>
                    <a:cubicBezTo>
                      <a:pt x="8573" y="62960"/>
                      <a:pt x="4572" y="54007"/>
                      <a:pt x="0" y="43720"/>
                    </a:cubicBezTo>
                    <a:lnTo>
                      <a:pt x="11525" y="42005"/>
                    </a:lnTo>
                    <a:lnTo>
                      <a:pt x="11525" y="0"/>
                    </a:lnTo>
                    <a:lnTo>
                      <a:pt x="4476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1530;p45">
                <a:extLst>
                  <a:ext uri="{FF2B5EF4-FFF2-40B4-BE49-F238E27FC236}">
                    <a16:creationId xmlns:a16="http://schemas.microsoft.com/office/drawing/2014/main" id="{D04DA61C-ADFE-0388-CF75-BB1260A0D07A}"/>
                  </a:ext>
                </a:extLst>
              </p:cNvPr>
              <p:cNvSpPr/>
              <p:nvPr/>
            </p:nvSpPr>
            <p:spPr>
              <a:xfrm>
                <a:off x="-4600613" y="3204342"/>
                <a:ext cx="3429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95250" extrusionOk="0">
                    <a:moveTo>
                      <a:pt x="338424" y="50483"/>
                    </a:moveTo>
                    <a:cubicBezTo>
                      <a:pt x="340233" y="54578"/>
                      <a:pt x="342233" y="58865"/>
                      <a:pt x="344329" y="63627"/>
                    </a:cubicBezTo>
                    <a:cubicBezTo>
                      <a:pt x="227743" y="109347"/>
                      <a:pt x="116681" y="109347"/>
                      <a:pt x="0" y="63627"/>
                    </a:cubicBezTo>
                    <a:cubicBezTo>
                      <a:pt x="2000" y="59055"/>
                      <a:pt x="3906" y="54864"/>
                      <a:pt x="5620" y="50864"/>
                    </a:cubicBezTo>
                    <a:cubicBezTo>
                      <a:pt x="10573" y="39815"/>
                      <a:pt x="14574" y="30766"/>
                      <a:pt x="19145" y="20574"/>
                    </a:cubicBezTo>
                    <a:cubicBezTo>
                      <a:pt x="21908" y="14383"/>
                      <a:pt x="24765" y="7811"/>
                      <a:pt x="28290" y="0"/>
                    </a:cubicBezTo>
                    <a:cubicBezTo>
                      <a:pt x="126492" y="37433"/>
                      <a:pt x="217647" y="37529"/>
                      <a:pt x="316039" y="0"/>
                    </a:cubicBezTo>
                    <a:cubicBezTo>
                      <a:pt x="319469" y="7716"/>
                      <a:pt x="322326" y="14192"/>
                      <a:pt x="324993" y="20193"/>
                    </a:cubicBezTo>
                    <a:cubicBezTo>
                      <a:pt x="329565" y="30385"/>
                      <a:pt x="333566" y="39434"/>
                      <a:pt x="338424" y="5048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1531;p45">
                <a:extLst>
                  <a:ext uri="{FF2B5EF4-FFF2-40B4-BE49-F238E27FC236}">
                    <a16:creationId xmlns:a16="http://schemas.microsoft.com/office/drawing/2014/main" id="{648FF6FF-9963-6611-F764-656A7030B10C}"/>
                  </a:ext>
                </a:extLst>
              </p:cNvPr>
              <p:cNvSpPr/>
              <p:nvPr/>
            </p:nvSpPr>
            <p:spPr>
              <a:xfrm>
                <a:off x="-4663574" y="3147765"/>
                <a:ext cx="952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8575" extrusionOk="0">
                    <a:moveTo>
                      <a:pt x="99060" y="0"/>
                    </a:moveTo>
                    <a:lnTo>
                      <a:pt x="99060" y="33147"/>
                    </a:lnTo>
                    <a:lnTo>
                      <a:pt x="65818" y="33147"/>
                    </a:lnTo>
                    <a:lnTo>
                      <a:pt x="32671" y="33147"/>
                    </a:lnTo>
                    <a:lnTo>
                      <a:pt x="0" y="33147"/>
                    </a:lnTo>
                    <a:lnTo>
                      <a:pt x="0" y="0"/>
                    </a:lnTo>
                    <a:lnTo>
                      <a:pt x="990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1532;p45">
                <a:extLst>
                  <a:ext uri="{FF2B5EF4-FFF2-40B4-BE49-F238E27FC236}">
                    <a16:creationId xmlns:a16="http://schemas.microsoft.com/office/drawing/2014/main" id="{19B7EC8F-4E80-0B38-77EF-CA150B5D0C2B}"/>
                  </a:ext>
                </a:extLst>
              </p:cNvPr>
              <p:cNvSpPr/>
              <p:nvPr/>
            </p:nvSpPr>
            <p:spPr>
              <a:xfrm>
                <a:off x="-4630903" y="3180816"/>
                <a:ext cx="476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66675" extrusionOk="0">
                    <a:moveTo>
                      <a:pt x="33147" y="41815"/>
                    </a:moveTo>
                    <a:lnTo>
                      <a:pt x="49530" y="44196"/>
                    </a:lnTo>
                    <a:cubicBezTo>
                      <a:pt x="44958" y="54388"/>
                      <a:pt x="40957" y="63437"/>
                      <a:pt x="36005" y="74486"/>
                    </a:cubicBezTo>
                    <a:lnTo>
                      <a:pt x="0" y="67818"/>
                    </a:lnTo>
                    <a:lnTo>
                      <a:pt x="0" y="0"/>
                    </a:lnTo>
                    <a:lnTo>
                      <a:pt x="33242" y="0"/>
                    </a:lnTo>
                    <a:lnTo>
                      <a:pt x="33242" y="4162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1533;p45">
                <a:extLst>
                  <a:ext uri="{FF2B5EF4-FFF2-40B4-BE49-F238E27FC236}">
                    <a16:creationId xmlns:a16="http://schemas.microsoft.com/office/drawing/2014/main" id="{C0314393-D344-22E9-D419-982E46840008}"/>
                  </a:ext>
                </a:extLst>
              </p:cNvPr>
              <p:cNvSpPr/>
              <p:nvPr/>
            </p:nvSpPr>
            <p:spPr>
              <a:xfrm>
                <a:off x="-5013713" y="3007652"/>
                <a:ext cx="1333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6200" extrusionOk="0">
                    <a:moveTo>
                      <a:pt x="0" y="38291"/>
                    </a:moveTo>
                    <a:lnTo>
                      <a:pt x="0" y="0"/>
                    </a:lnTo>
                    <a:cubicBezTo>
                      <a:pt x="4191" y="12573"/>
                      <a:pt x="15907" y="22288"/>
                      <a:pt x="30861" y="22288"/>
                    </a:cubicBezTo>
                    <a:lnTo>
                      <a:pt x="138017" y="22288"/>
                    </a:lnTo>
                    <a:lnTo>
                      <a:pt x="138017" y="33528"/>
                    </a:lnTo>
                    <a:cubicBezTo>
                      <a:pt x="119253" y="33528"/>
                      <a:pt x="103918" y="48863"/>
                      <a:pt x="103918" y="67532"/>
                    </a:cubicBezTo>
                    <a:lnTo>
                      <a:pt x="103918" y="80963"/>
                    </a:lnTo>
                    <a:lnTo>
                      <a:pt x="30861" y="80963"/>
                    </a:lnTo>
                    <a:cubicBezTo>
                      <a:pt x="15907" y="80963"/>
                      <a:pt x="4191" y="71247"/>
                      <a:pt x="0" y="58674"/>
                    </a:cubicBezTo>
                    <a:lnTo>
                      <a:pt x="0" y="3829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1534;p45">
                <a:extLst>
                  <a:ext uri="{FF2B5EF4-FFF2-40B4-BE49-F238E27FC236}">
                    <a16:creationId xmlns:a16="http://schemas.microsoft.com/office/drawing/2014/main" id="{839E92C8-4536-1161-B58C-47CB3D97A006}"/>
                  </a:ext>
                </a:extLst>
              </p:cNvPr>
              <p:cNvSpPr/>
              <p:nvPr/>
            </p:nvSpPr>
            <p:spPr>
              <a:xfrm>
                <a:off x="-4917510" y="3033751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 extrusionOk="0">
                    <a:moveTo>
                      <a:pt x="41720" y="138589"/>
                    </a:moveTo>
                    <a:cubicBezTo>
                      <a:pt x="18764" y="138589"/>
                      <a:pt x="0" y="119920"/>
                      <a:pt x="0" y="96964"/>
                    </a:cubicBezTo>
                    <a:lnTo>
                      <a:pt x="0" y="41529"/>
                    </a:lnTo>
                    <a:cubicBezTo>
                      <a:pt x="0" y="18574"/>
                      <a:pt x="18669" y="0"/>
                      <a:pt x="41720" y="0"/>
                    </a:cubicBezTo>
                    <a:cubicBezTo>
                      <a:pt x="52768" y="0"/>
                      <a:pt x="63246" y="4286"/>
                      <a:pt x="71056" y="12192"/>
                    </a:cubicBezTo>
                    <a:cubicBezTo>
                      <a:pt x="78962" y="20098"/>
                      <a:pt x="83248" y="30575"/>
                      <a:pt x="83248" y="41529"/>
                    </a:cubicBezTo>
                    <a:lnTo>
                      <a:pt x="83248" y="96964"/>
                    </a:lnTo>
                    <a:cubicBezTo>
                      <a:pt x="83248" y="119920"/>
                      <a:pt x="64579" y="138589"/>
                      <a:pt x="41720" y="138589"/>
                    </a:cubicBezTo>
                    <a:close/>
                    <a:moveTo>
                      <a:pt x="41720" y="15145"/>
                    </a:moveTo>
                    <a:cubicBezTo>
                      <a:pt x="27051" y="15145"/>
                      <a:pt x="15144" y="26956"/>
                      <a:pt x="15144" y="41624"/>
                    </a:cubicBezTo>
                    <a:lnTo>
                      <a:pt x="15144" y="97059"/>
                    </a:lnTo>
                    <a:cubicBezTo>
                      <a:pt x="15144" y="111633"/>
                      <a:pt x="27051" y="123539"/>
                      <a:pt x="41720" y="123539"/>
                    </a:cubicBezTo>
                    <a:cubicBezTo>
                      <a:pt x="56388" y="123539"/>
                      <a:pt x="68199" y="111633"/>
                      <a:pt x="68199" y="97059"/>
                    </a:cubicBezTo>
                    <a:lnTo>
                      <a:pt x="68199" y="41624"/>
                    </a:lnTo>
                    <a:cubicBezTo>
                      <a:pt x="68199" y="34671"/>
                      <a:pt x="65437" y="28003"/>
                      <a:pt x="60388" y="22955"/>
                    </a:cubicBezTo>
                    <a:cubicBezTo>
                      <a:pt x="55436" y="18002"/>
                      <a:pt x="48768" y="15240"/>
                      <a:pt x="41720" y="15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1535;p45">
                <a:extLst>
                  <a:ext uri="{FF2B5EF4-FFF2-40B4-BE49-F238E27FC236}">
                    <a16:creationId xmlns:a16="http://schemas.microsoft.com/office/drawing/2014/main" id="{CC46D918-89EB-1A7E-2714-0E5081AD8BF6}"/>
                  </a:ext>
                </a:extLst>
              </p:cNvPr>
              <p:cNvSpPr/>
              <p:nvPr/>
            </p:nvSpPr>
            <p:spPr>
              <a:xfrm>
                <a:off x="-3990632" y="3033751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 extrusionOk="0">
                    <a:moveTo>
                      <a:pt x="41624" y="138589"/>
                    </a:moveTo>
                    <a:cubicBezTo>
                      <a:pt x="18669" y="138589"/>
                      <a:pt x="0" y="119920"/>
                      <a:pt x="0" y="96964"/>
                    </a:cubicBezTo>
                    <a:lnTo>
                      <a:pt x="0" y="41529"/>
                    </a:lnTo>
                    <a:cubicBezTo>
                      <a:pt x="0" y="18574"/>
                      <a:pt x="18669" y="0"/>
                      <a:pt x="41624" y="0"/>
                    </a:cubicBezTo>
                    <a:cubicBezTo>
                      <a:pt x="52578" y="0"/>
                      <a:pt x="63341" y="4477"/>
                      <a:pt x="71056" y="12192"/>
                    </a:cubicBezTo>
                    <a:cubicBezTo>
                      <a:pt x="78962" y="20098"/>
                      <a:pt x="83248" y="30575"/>
                      <a:pt x="83248" y="41529"/>
                    </a:cubicBezTo>
                    <a:lnTo>
                      <a:pt x="83248" y="96964"/>
                    </a:lnTo>
                    <a:cubicBezTo>
                      <a:pt x="83248" y="119920"/>
                      <a:pt x="64579" y="138589"/>
                      <a:pt x="41624" y="138589"/>
                    </a:cubicBezTo>
                    <a:close/>
                    <a:moveTo>
                      <a:pt x="41624" y="15145"/>
                    </a:moveTo>
                    <a:cubicBezTo>
                      <a:pt x="27051" y="15145"/>
                      <a:pt x="15144" y="26956"/>
                      <a:pt x="15144" y="41624"/>
                    </a:cubicBezTo>
                    <a:lnTo>
                      <a:pt x="15144" y="97059"/>
                    </a:lnTo>
                    <a:cubicBezTo>
                      <a:pt x="15144" y="111633"/>
                      <a:pt x="27051" y="123539"/>
                      <a:pt x="41624" y="123539"/>
                    </a:cubicBezTo>
                    <a:cubicBezTo>
                      <a:pt x="56197" y="123539"/>
                      <a:pt x="68103" y="111633"/>
                      <a:pt x="68103" y="97059"/>
                    </a:cubicBezTo>
                    <a:lnTo>
                      <a:pt x="68103" y="41624"/>
                    </a:lnTo>
                    <a:cubicBezTo>
                      <a:pt x="68103" y="34671"/>
                      <a:pt x="65341" y="28003"/>
                      <a:pt x="60293" y="22955"/>
                    </a:cubicBezTo>
                    <a:cubicBezTo>
                      <a:pt x="55436" y="18097"/>
                      <a:pt x="48577" y="15240"/>
                      <a:pt x="41624" y="15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1536;p45">
                <a:extLst>
                  <a:ext uri="{FF2B5EF4-FFF2-40B4-BE49-F238E27FC236}">
                    <a16:creationId xmlns:a16="http://schemas.microsoft.com/office/drawing/2014/main" id="{9881DE70-B2CE-A37F-B05C-DF071796FBAA}"/>
                  </a:ext>
                </a:extLst>
              </p:cNvPr>
              <p:cNvSpPr/>
              <p:nvPr/>
            </p:nvSpPr>
            <p:spPr>
              <a:xfrm>
                <a:off x="-4671003" y="3140335"/>
                <a:ext cx="4762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161925" extrusionOk="0">
                    <a:moveTo>
                      <a:pt x="242601" y="169355"/>
                    </a:moveTo>
                    <a:cubicBezTo>
                      <a:pt x="184595" y="169355"/>
                      <a:pt x="126587" y="157829"/>
                      <a:pt x="67723" y="134779"/>
                    </a:cubicBezTo>
                    <a:cubicBezTo>
                      <a:pt x="65817" y="134017"/>
                      <a:pt x="64294" y="132493"/>
                      <a:pt x="63532" y="130588"/>
                    </a:cubicBezTo>
                    <a:cubicBezTo>
                      <a:pt x="62769" y="128683"/>
                      <a:pt x="62769" y="126492"/>
                      <a:pt x="63532" y="124683"/>
                    </a:cubicBezTo>
                    <a:lnTo>
                      <a:pt x="65341" y="120682"/>
                    </a:lnTo>
                    <a:lnTo>
                      <a:pt x="38766" y="115824"/>
                    </a:lnTo>
                    <a:cubicBezTo>
                      <a:pt x="35147" y="115158"/>
                      <a:pt x="32575" y="112014"/>
                      <a:pt x="32575" y="108395"/>
                    </a:cubicBezTo>
                    <a:lnTo>
                      <a:pt x="32575" y="48197"/>
                    </a:lnTo>
                    <a:lnTo>
                      <a:pt x="7525" y="48197"/>
                    </a:lnTo>
                    <a:cubicBezTo>
                      <a:pt x="3334" y="48197"/>
                      <a:pt x="0" y="44768"/>
                      <a:pt x="0" y="4067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06585" y="0"/>
                    </a:lnTo>
                    <a:cubicBezTo>
                      <a:pt x="110776" y="0"/>
                      <a:pt x="114109" y="3429"/>
                      <a:pt x="114109" y="7525"/>
                    </a:cubicBezTo>
                    <a:lnTo>
                      <a:pt x="114109" y="40672"/>
                    </a:lnTo>
                    <a:cubicBezTo>
                      <a:pt x="114109" y="44863"/>
                      <a:pt x="110680" y="48197"/>
                      <a:pt x="106585" y="48197"/>
                    </a:cubicBezTo>
                    <a:lnTo>
                      <a:pt x="80867" y="48197"/>
                    </a:lnTo>
                    <a:lnTo>
                      <a:pt x="80867" y="75819"/>
                    </a:lnTo>
                    <a:lnTo>
                      <a:pt x="85058" y="76486"/>
                    </a:lnTo>
                    <a:lnTo>
                      <a:pt x="91821" y="61151"/>
                    </a:lnTo>
                    <a:cubicBezTo>
                      <a:pt x="93440" y="57436"/>
                      <a:pt x="97631" y="55721"/>
                      <a:pt x="101441" y="57150"/>
                    </a:cubicBezTo>
                    <a:cubicBezTo>
                      <a:pt x="197739" y="93917"/>
                      <a:pt x="287464" y="93917"/>
                      <a:pt x="383762" y="57150"/>
                    </a:cubicBezTo>
                    <a:cubicBezTo>
                      <a:pt x="387477" y="55721"/>
                      <a:pt x="391763" y="57436"/>
                      <a:pt x="393382" y="61151"/>
                    </a:cubicBezTo>
                    <a:lnTo>
                      <a:pt x="399383" y="74676"/>
                    </a:lnTo>
                    <a:lnTo>
                      <a:pt x="399383" y="48292"/>
                    </a:lnTo>
                    <a:lnTo>
                      <a:pt x="370618" y="48292"/>
                    </a:lnTo>
                    <a:cubicBezTo>
                      <a:pt x="366426" y="48292"/>
                      <a:pt x="363093" y="44863"/>
                      <a:pt x="363093" y="40767"/>
                    </a:cubicBezTo>
                    <a:lnTo>
                      <a:pt x="363093" y="7620"/>
                    </a:lnTo>
                    <a:cubicBezTo>
                      <a:pt x="363093" y="3429"/>
                      <a:pt x="366522" y="95"/>
                      <a:pt x="370618" y="95"/>
                    </a:cubicBezTo>
                    <a:lnTo>
                      <a:pt x="469678" y="95"/>
                    </a:lnTo>
                    <a:cubicBezTo>
                      <a:pt x="473869" y="95"/>
                      <a:pt x="477202" y="3524"/>
                      <a:pt x="477202" y="7620"/>
                    </a:cubicBezTo>
                    <a:lnTo>
                      <a:pt x="477202" y="40767"/>
                    </a:lnTo>
                    <a:cubicBezTo>
                      <a:pt x="477202" y="44958"/>
                      <a:pt x="473773" y="48292"/>
                      <a:pt x="469678" y="48292"/>
                    </a:cubicBezTo>
                    <a:lnTo>
                      <a:pt x="447675" y="48292"/>
                    </a:lnTo>
                    <a:lnTo>
                      <a:pt x="447675" y="108871"/>
                    </a:lnTo>
                    <a:cubicBezTo>
                      <a:pt x="447675" y="112491"/>
                      <a:pt x="445103" y="115634"/>
                      <a:pt x="441484" y="116300"/>
                    </a:cubicBezTo>
                    <a:lnTo>
                      <a:pt x="419576" y="120301"/>
                    </a:lnTo>
                    <a:cubicBezTo>
                      <a:pt x="420243" y="121730"/>
                      <a:pt x="420910" y="123254"/>
                      <a:pt x="421576" y="124778"/>
                    </a:cubicBezTo>
                    <a:cubicBezTo>
                      <a:pt x="422434" y="126683"/>
                      <a:pt x="422434" y="128778"/>
                      <a:pt x="421576" y="130683"/>
                    </a:cubicBezTo>
                    <a:cubicBezTo>
                      <a:pt x="420814" y="132588"/>
                      <a:pt x="419290" y="134112"/>
                      <a:pt x="417385" y="134874"/>
                    </a:cubicBezTo>
                    <a:cubicBezTo>
                      <a:pt x="358521" y="157925"/>
                      <a:pt x="300514" y="169450"/>
                      <a:pt x="242506" y="169450"/>
                    </a:cubicBezTo>
                    <a:close/>
                    <a:moveTo>
                      <a:pt x="80581" y="123539"/>
                    </a:moveTo>
                    <a:cubicBezTo>
                      <a:pt x="190881" y="165068"/>
                      <a:pt x="294322" y="165068"/>
                      <a:pt x="404622" y="123539"/>
                    </a:cubicBezTo>
                    <a:cubicBezTo>
                      <a:pt x="403955" y="122111"/>
                      <a:pt x="403384" y="120777"/>
                      <a:pt x="402812" y="119444"/>
                    </a:cubicBezTo>
                    <a:lnTo>
                      <a:pt x="402050" y="117634"/>
                    </a:lnTo>
                    <a:cubicBezTo>
                      <a:pt x="401098" y="115538"/>
                      <a:pt x="401193" y="113062"/>
                      <a:pt x="402241" y="111062"/>
                    </a:cubicBezTo>
                    <a:cubicBezTo>
                      <a:pt x="403288" y="108966"/>
                      <a:pt x="405289" y="107537"/>
                      <a:pt x="407575" y="107156"/>
                    </a:cubicBezTo>
                    <a:lnTo>
                      <a:pt x="432721" y="102489"/>
                    </a:lnTo>
                    <a:lnTo>
                      <a:pt x="432721" y="40577"/>
                    </a:lnTo>
                    <a:cubicBezTo>
                      <a:pt x="432721" y="36386"/>
                      <a:pt x="436150" y="33052"/>
                      <a:pt x="440245" y="33052"/>
                    </a:cubicBezTo>
                    <a:lnTo>
                      <a:pt x="462248" y="33052"/>
                    </a:lnTo>
                    <a:lnTo>
                      <a:pt x="462248" y="15050"/>
                    </a:lnTo>
                    <a:lnTo>
                      <a:pt x="378237" y="15050"/>
                    </a:lnTo>
                    <a:lnTo>
                      <a:pt x="378237" y="33052"/>
                    </a:lnTo>
                    <a:lnTo>
                      <a:pt x="407003" y="33052"/>
                    </a:lnTo>
                    <a:cubicBezTo>
                      <a:pt x="411194" y="33052"/>
                      <a:pt x="414528" y="36481"/>
                      <a:pt x="414528" y="40577"/>
                    </a:cubicBezTo>
                    <a:lnTo>
                      <a:pt x="414528" y="82582"/>
                    </a:lnTo>
                    <a:cubicBezTo>
                      <a:pt x="414528" y="86297"/>
                      <a:pt x="411766" y="89535"/>
                      <a:pt x="408051" y="90011"/>
                    </a:cubicBezTo>
                    <a:lnTo>
                      <a:pt x="396526" y="91726"/>
                    </a:lnTo>
                    <a:cubicBezTo>
                      <a:pt x="393192" y="92202"/>
                      <a:pt x="389858" y="90392"/>
                      <a:pt x="388525" y="87344"/>
                    </a:cubicBezTo>
                    <a:lnTo>
                      <a:pt x="382428" y="73628"/>
                    </a:lnTo>
                    <a:cubicBezTo>
                      <a:pt x="287178" y="108490"/>
                      <a:pt x="197929" y="108395"/>
                      <a:pt x="102775" y="73628"/>
                    </a:cubicBezTo>
                    <a:lnTo>
                      <a:pt x="96488" y="87725"/>
                    </a:lnTo>
                    <a:cubicBezTo>
                      <a:pt x="95059" y="90869"/>
                      <a:pt x="91821" y="92583"/>
                      <a:pt x="88487" y="92107"/>
                    </a:cubicBezTo>
                    <a:lnTo>
                      <a:pt x="72199" y="89630"/>
                    </a:lnTo>
                    <a:cubicBezTo>
                      <a:pt x="68485" y="89059"/>
                      <a:pt x="65722" y="85916"/>
                      <a:pt x="65722" y="82201"/>
                    </a:cubicBezTo>
                    <a:lnTo>
                      <a:pt x="65722" y="40577"/>
                    </a:lnTo>
                    <a:cubicBezTo>
                      <a:pt x="65722" y="36386"/>
                      <a:pt x="69151" y="33052"/>
                      <a:pt x="73247" y="33052"/>
                    </a:cubicBezTo>
                    <a:lnTo>
                      <a:pt x="98964" y="33052"/>
                    </a:lnTo>
                    <a:lnTo>
                      <a:pt x="98964" y="15050"/>
                    </a:lnTo>
                    <a:lnTo>
                      <a:pt x="14954" y="15050"/>
                    </a:lnTo>
                    <a:lnTo>
                      <a:pt x="14954" y="33052"/>
                    </a:lnTo>
                    <a:lnTo>
                      <a:pt x="40005" y="33052"/>
                    </a:lnTo>
                    <a:cubicBezTo>
                      <a:pt x="44196" y="33052"/>
                      <a:pt x="47530" y="36481"/>
                      <a:pt x="47530" y="40577"/>
                    </a:cubicBezTo>
                    <a:lnTo>
                      <a:pt x="47530" y="102108"/>
                    </a:lnTo>
                    <a:lnTo>
                      <a:pt x="77343" y="107633"/>
                    </a:lnTo>
                    <a:cubicBezTo>
                      <a:pt x="79629" y="108014"/>
                      <a:pt x="81534" y="109442"/>
                      <a:pt x="82677" y="111538"/>
                    </a:cubicBezTo>
                    <a:cubicBezTo>
                      <a:pt x="83725" y="113538"/>
                      <a:pt x="83820" y="116015"/>
                      <a:pt x="82962" y="118110"/>
                    </a:cubicBezTo>
                    <a:lnTo>
                      <a:pt x="80486" y="123635"/>
                    </a:lnTo>
                    <a:close/>
                  </a:path>
                </a:pathLst>
              </a:custGeom>
              <a:solidFill>
                <a:srgbClr val="35357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1537;p45">
                <a:extLst>
                  <a:ext uri="{FF2B5EF4-FFF2-40B4-BE49-F238E27FC236}">
                    <a16:creationId xmlns:a16="http://schemas.microsoft.com/office/drawing/2014/main" id="{CC0D9015-2F49-DE1C-2BD5-E63D4E052FF4}"/>
                  </a:ext>
                </a:extLst>
              </p:cNvPr>
              <p:cNvSpPr/>
              <p:nvPr/>
            </p:nvSpPr>
            <p:spPr>
              <a:xfrm>
                <a:off x="-3956533" y="3000415"/>
                <a:ext cx="1143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0" extrusionOk="0">
                    <a:moveTo>
                      <a:pt x="82487" y="95820"/>
                    </a:moveTo>
                    <a:lnTo>
                      <a:pt x="41529" y="95820"/>
                    </a:lnTo>
                    <a:cubicBezTo>
                      <a:pt x="37338" y="95820"/>
                      <a:pt x="34004" y="92391"/>
                      <a:pt x="34004" y="88295"/>
                    </a:cubicBezTo>
                    <a:lnTo>
                      <a:pt x="34004" y="74865"/>
                    </a:lnTo>
                    <a:cubicBezTo>
                      <a:pt x="34004" y="67911"/>
                      <a:pt x="31242" y="61244"/>
                      <a:pt x="26194" y="56196"/>
                    </a:cubicBezTo>
                    <a:cubicBezTo>
                      <a:pt x="21336" y="51338"/>
                      <a:pt x="14478" y="48481"/>
                      <a:pt x="7525" y="48481"/>
                    </a:cubicBezTo>
                    <a:cubicBezTo>
                      <a:pt x="3334" y="48481"/>
                      <a:pt x="0" y="45051"/>
                      <a:pt x="0" y="40956"/>
                    </a:cubicBezTo>
                    <a:lnTo>
                      <a:pt x="0" y="29716"/>
                    </a:lnTo>
                    <a:cubicBezTo>
                      <a:pt x="0" y="25525"/>
                      <a:pt x="3429" y="22191"/>
                      <a:pt x="7525" y="22191"/>
                    </a:cubicBezTo>
                    <a:lnTo>
                      <a:pt x="82487" y="22191"/>
                    </a:lnTo>
                    <a:cubicBezTo>
                      <a:pt x="93440" y="22191"/>
                      <a:pt x="102775" y="15524"/>
                      <a:pt x="106204" y="5142"/>
                    </a:cubicBezTo>
                    <a:cubicBezTo>
                      <a:pt x="107347" y="1617"/>
                      <a:pt x="110966" y="-478"/>
                      <a:pt x="114586" y="93"/>
                    </a:cubicBezTo>
                    <a:cubicBezTo>
                      <a:pt x="118206" y="665"/>
                      <a:pt x="120968" y="3808"/>
                      <a:pt x="120968" y="7523"/>
                    </a:cubicBezTo>
                    <a:lnTo>
                      <a:pt x="120968" y="66197"/>
                    </a:lnTo>
                    <a:cubicBezTo>
                      <a:pt x="120968" y="67054"/>
                      <a:pt x="120872" y="67816"/>
                      <a:pt x="120587" y="68578"/>
                    </a:cubicBezTo>
                    <a:cubicBezTo>
                      <a:pt x="115062" y="84961"/>
                      <a:pt x="99822" y="96010"/>
                      <a:pt x="82487" y="96010"/>
                    </a:cubicBezTo>
                    <a:close/>
                    <a:moveTo>
                      <a:pt x="49054" y="80675"/>
                    </a:moveTo>
                    <a:lnTo>
                      <a:pt x="82487" y="80675"/>
                    </a:lnTo>
                    <a:cubicBezTo>
                      <a:pt x="93059" y="80675"/>
                      <a:pt x="102108" y="74389"/>
                      <a:pt x="105823" y="64673"/>
                    </a:cubicBezTo>
                    <a:lnTo>
                      <a:pt x="105823" y="29621"/>
                    </a:lnTo>
                    <a:cubicBezTo>
                      <a:pt x="99156" y="34383"/>
                      <a:pt x="91059" y="37050"/>
                      <a:pt x="82487" y="37050"/>
                    </a:cubicBezTo>
                    <a:lnTo>
                      <a:pt x="24861" y="37050"/>
                    </a:lnTo>
                    <a:cubicBezTo>
                      <a:pt x="29337" y="39051"/>
                      <a:pt x="33433" y="41908"/>
                      <a:pt x="36957" y="45433"/>
                    </a:cubicBezTo>
                    <a:cubicBezTo>
                      <a:pt x="44863" y="53338"/>
                      <a:pt x="49149" y="63816"/>
                      <a:pt x="49149" y="74769"/>
                    </a:cubicBezTo>
                    <a:lnTo>
                      <a:pt x="49149" y="8058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1538;p45">
                <a:extLst>
                  <a:ext uri="{FF2B5EF4-FFF2-40B4-BE49-F238E27FC236}">
                    <a16:creationId xmlns:a16="http://schemas.microsoft.com/office/drawing/2014/main" id="{EA83CF1D-059D-AE8D-2670-7F7C45EEB37C}"/>
                  </a:ext>
                </a:extLst>
              </p:cNvPr>
              <p:cNvSpPr/>
              <p:nvPr/>
            </p:nvSpPr>
            <p:spPr>
              <a:xfrm>
                <a:off x="-5021237" y="2940100"/>
                <a:ext cx="11811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81100" h="95250" extrusionOk="0">
                    <a:moveTo>
                      <a:pt x="1147286" y="97461"/>
                    </a:moveTo>
                    <a:lnTo>
                      <a:pt x="38385" y="97461"/>
                    </a:lnTo>
                    <a:cubicBezTo>
                      <a:pt x="21145" y="97461"/>
                      <a:pt x="5810" y="86412"/>
                      <a:pt x="381" y="70029"/>
                    </a:cubicBezTo>
                    <a:cubicBezTo>
                      <a:pt x="95" y="69267"/>
                      <a:pt x="0" y="68410"/>
                      <a:pt x="0" y="67648"/>
                    </a:cubicBezTo>
                    <a:lnTo>
                      <a:pt x="0" y="7545"/>
                    </a:lnTo>
                    <a:cubicBezTo>
                      <a:pt x="0" y="3830"/>
                      <a:pt x="2667" y="687"/>
                      <a:pt x="6382" y="116"/>
                    </a:cubicBezTo>
                    <a:cubicBezTo>
                      <a:pt x="10001" y="-551"/>
                      <a:pt x="13621" y="1735"/>
                      <a:pt x="14764" y="5259"/>
                    </a:cubicBezTo>
                    <a:cubicBezTo>
                      <a:pt x="18098" y="15546"/>
                      <a:pt x="27623" y="22404"/>
                      <a:pt x="38385" y="22404"/>
                    </a:cubicBezTo>
                    <a:lnTo>
                      <a:pt x="1147286" y="22404"/>
                    </a:lnTo>
                    <a:cubicBezTo>
                      <a:pt x="1158240" y="22404"/>
                      <a:pt x="1167575" y="15641"/>
                      <a:pt x="1171004" y="5259"/>
                    </a:cubicBezTo>
                    <a:cubicBezTo>
                      <a:pt x="1172147" y="1735"/>
                      <a:pt x="1175766" y="-361"/>
                      <a:pt x="1179386" y="211"/>
                    </a:cubicBezTo>
                    <a:cubicBezTo>
                      <a:pt x="1183005" y="782"/>
                      <a:pt x="1185767" y="3925"/>
                      <a:pt x="1185767" y="7640"/>
                    </a:cubicBezTo>
                    <a:lnTo>
                      <a:pt x="1185767" y="67743"/>
                    </a:lnTo>
                    <a:cubicBezTo>
                      <a:pt x="1185767" y="68600"/>
                      <a:pt x="1185672" y="69362"/>
                      <a:pt x="1185386" y="70124"/>
                    </a:cubicBezTo>
                    <a:cubicBezTo>
                      <a:pt x="1179862" y="86507"/>
                      <a:pt x="1164622" y="97556"/>
                      <a:pt x="1147286" y="97556"/>
                    </a:cubicBezTo>
                    <a:close/>
                    <a:moveTo>
                      <a:pt x="15050" y="66314"/>
                    </a:moveTo>
                    <a:cubicBezTo>
                      <a:pt x="18764" y="76125"/>
                      <a:pt x="27813" y="82411"/>
                      <a:pt x="38291" y="82411"/>
                    </a:cubicBezTo>
                    <a:lnTo>
                      <a:pt x="1147191" y="82411"/>
                    </a:lnTo>
                    <a:cubicBezTo>
                      <a:pt x="1157764" y="82411"/>
                      <a:pt x="1166813" y="76220"/>
                      <a:pt x="1170527" y="66409"/>
                    </a:cubicBezTo>
                    <a:lnTo>
                      <a:pt x="1170527" y="30024"/>
                    </a:lnTo>
                    <a:cubicBezTo>
                      <a:pt x="1163860" y="34786"/>
                      <a:pt x="1155763" y="37549"/>
                      <a:pt x="1147191" y="37549"/>
                    </a:cubicBezTo>
                    <a:lnTo>
                      <a:pt x="38291" y="37549"/>
                    </a:lnTo>
                    <a:cubicBezTo>
                      <a:pt x="29718" y="37549"/>
                      <a:pt x="21622" y="34786"/>
                      <a:pt x="15050" y="30119"/>
                    </a:cubicBezTo>
                    <a:lnTo>
                      <a:pt x="15050" y="664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1539;p45">
                <a:extLst>
                  <a:ext uri="{FF2B5EF4-FFF2-40B4-BE49-F238E27FC236}">
                    <a16:creationId xmlns:a16="http://schemas.microsoft.com/office/drawing/2014/main" id="{AE2FBFB8-9834-BEC8-8985-555140A7B6E3}"/>
                  </a:ext>
                </a:extLst>
              </p:cNvPr>
              <p:cNvSpPr/>
              <p:nvPr/>
            </p:nvSpPr>
            <p:spPr>
              <a:xfrm>
                <a:off x="-4883315" y="3022606"/>
                <a:ext cx="933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33450" h="66675" extrusionOk="0">
                    <a:moveTo>
                      <a:pt x="900208" y="73628"/>
                    </a:moveTo>
                    <a:lnTo>
                      <a:pt x="41529" y="73628"/>
                    </a:lnTo>
                    <a:cubicBezTo>
                      <a:pt x="37338" y="73628"/>
                      <a:pt x="34004" y="70199"/>
                      <a:pt x="34004" y="66104"/>
                    </a:cubicBezTo>
                    <a:lnTo>
                      <a:pt x="34004" y="52673"/>
                    </a:lnTo>
                    <a:cubicBezTo>
                      <a:pt x="34004" y="45720"/>
                      <a:pt x="31242" y="39053"/>
                      <a:pt x="26194" y="34004"/>
                    </a:cubicBezTo>
                    <a:cubicBezTo>
                      <a:pt x="21241" y="29051"/>
                      <a:pt x="14574" y="26289"/>
                      <a:pt x="7525" y="26289"/>
                    </a:cubicBezTo>
                    <a:cubicBezTo>
                      <a:pt x="3334" y="26289"/>
                      <a:pt x="0" y="22860"/>
                      <a:pt x="0" y="18764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934308" y="0"/>
                    </a:lnTo>
                    <a:cubicBezTo>
                      <a:pt x="938499" y="0"/>
                      <a:pt x="941832" y="3429"/>
                      <a:pt x="941832" y="7525"/>
                    </a:cubicBezTo>
                    <a:lnTo>
                      <a:pt x="941832" y="18764"/>
                    </a:lnTo>
                    <a:cubicBezTo>
                      <a:pt x="941832" y="22955"/>
                      <a:pt x="938403" y="26289"/>
                      <a:pt x="934308" y="26289"/>
                    </a:cubicBezTo>
                    <a:cubicBezTo>
                      <a:pt x="919734" y="26289"/>
                      <a:pt x="907828" y="38100"/>
                      <a:pt x="907828" y="52769"/>
                    </a:cubicBezTo>
                    <a:lnTo>
                      <a:pt x="907828" y="66199"/>
                    </a:lnTo>
                    <a:cubicBezTo>
                      <a:pt x="907828" y="70390"/>
                      <a:pt x="904399" y="73723"/>
                      <a:pt x="900303" y="73723"/>
                    </a:cubicBezTo>
                    <a:close/>
                    <a:moveTo>
                      <a:pt x="49054" y="58484"/>
                    </a:moveTo>
                    <a:lnTo>
                      <a:pt x="892683" y="58484"/>
                    </a:lnTo>
                    <a:lnTo>
                      <a:pt x="892683" y="52673"/>
                    </a:lnTo>
                    <a:cubicBezTo>
                      <a:pt x="892683" y="36004"/>
                      <a:pt x="902589" y="21527"/>
                      <a:pt x="916877" y="14954"/>
                    </a:cubicBezTo>
                    <a:lnTo>
                      <a:pt x="24955" y="14954"/>
                    </a:lnTo>
                    <a:cubicBezTo>
                      <a:pt x="29337" y="16954"/>
                      <a:pt x="33338" y="19812"/>
                      <a:pt x="36862" y="23336"/>
                    </a:cubicBezTo>
                    <a:cubicBezTo>
                      <a:pt x="44768" y="31242"/>
                      <a:pt x="49054" y="41720"/>
                      <a:pt x="49054" y="52673"/>
                    </a:cubicBezTo>
                    <a:lnTo>
                      <a:pt x="49054" y="584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1540;p45">
                <a:extLst>
                  <a:ext uri="{FF2B5EF4-FFF2-40B4-BE49-F238E27FC236}">
                    <a16:creationId xmlns:a16="http://schemas.microsoft.com/office/drawing/2014/main" id="{5E58F3C3-FD6D-0D54-D7BC-176B08FC8644}"/>
                  </a:ext>
                </a:extLst>
              </p:cNvPr>
              <p:cNvSpPr/>
              <p:nvPr/>
            </p:nvSpPr>
            <p:spPr>
              <a:xfrm>
                <a:off x="-4307910" y="3140335"/>
                <a:ext cx="1047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47625" extrusionOk="0">
                    <a:moveTo>
                      <a:pt x="106585" y="48197"/>
                    </a:moveTo>
                    <a:lnTo>
                      <a:pt x="7525" y="48197"/>
                    </a:lnTo>
                    <a:cubicBezTo>
                      <a:pt x="3334" y="48197"/>
                      <a:pt x="0" y="44768"/>
                      <a:pt x="0" y="4067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06585" y="0"/>
                    </a:lnTo>
                    <a:cubicBezTo>
                      <a:pt x="110776" y="0"/>
                      <a:pt x="114109" y="3429"/>
                      <a:pt x="114109" y="7525"/>
                    </a:cubicBezTo>
                    <a:lnTo>
                      <a:pt x="114109" y="40672"/>
                    </a:lnTo>
                    <a:cubicBezTo>
                      <a:pt x="114109" y="44863"/>
                      <a:pt x="110680" y="48197"/>
                      <a:pt x="106585" y="48197"/>
                    </a:cubicBezTo>
                    <a:close/>
                    <a:moveTo>
                      <a:pt x="15049" y="33052"/>
                    </a:moveTo>
                    <a:lnTo>
                      <a:pt x="99060" y="33052"/>
                    </a:lnTo>
                    <a:lnTo>
                      <a:pt x="99060" y="15050"/>
                    </a:lnTo>
                    <a:lnTo>
                      <a:pt x="15049" y="15050"/>
                    </a:lnTo>
                    <a:lnTo>
                      <a:pt x="15049" y="330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1541;p45">
                <a:extLst>
                  <a:ext uri="{FF2B5EF4-FFF2-40B4-BE49-F238E27FC236}">
                    <a16:creationId xmlns:a16="http://schemas.microsoft.com/office/drawing/2014/main" id="{B23BB84D-1A05-CC0D-D49C-535DD027147F}"/>
                  </a:ext>
                </a:extLst>
              </p:cNvPr>
              <p:cNvSpPr/>
              <p:nvPr/>
            </p:nvSpPr>
            <p:spPr>
              <a:xfrm>
                <a:off x="-4283128" y="3173578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 extrusionOk="0">
                    <a:moveTo>
                      <a:pt x="20938" y="88868"/>
                    </a:moveTo>
                    <a:cubicBezTo>
                      <a:pt x="17985" y="88868"/>
                      <a:pt x="15222" y="87154"/>
                      <a:pt x="13985" y="84391"/>
                    </a:cubicBezTo>
                    <a:lnTo>
                      <a:pt x="649" y="54197"/>
                    </a:lnTo>
                    <a:cubicBezTo>
                      <a:pt x="-303" y="52006"/>
                      <a:pt x="-208" y="49530"/>
                      <a:pt x="935" y="47530"/>
                    </a:cubicBezTo>
                    <a:cubicBezTo>
                      <a:pt x="2078" y="45434"/>
                      <a:pt x="4078" y="44005"/>
                      <a:pt x="6460" y="43720"/>
                    </a:cubicBezTo>
                    <a:lnTo>
                      <a:pt x="11508" y="42958"/>
                    </a:lnTo>
                    <a:lnTo>
                      <a:pt x="11508" y="7525"/>
                    </a:lnTo>
                    <a:cubicBezTo>
                      <a:pt x="11508" y="3334"/>
                      <a:pt x="14937" y="0"/>
                      <a:pt x="19033" y="0"/>
                    </a:cubicBezTo>
                    <a:lnTo>
                      <a:pt x="52275" y="0"/>
                    </a:lnTo>
                    <a:cubicBezTo>
                      <a:pt x="56466" y="0"/>
                      <a:pt x="59800" y="3429"/>
                      <a:pt x="59800" y="7525"/>
                    </a:cubicBezTo>
                    <a:lnTo>
                      <a:pt x="59800" y="75724"/>
                    </a:lnTo>
                    <a:cubicBezTo>
                      <a:pt x="59800" y="79343"/>
                      <a:pt x="57228" y="82487"/>
                      <a:pt x="53608" y="83153"/>
                    </a:cubicBezTo>
                    <a:lnTo>
                      <a:pt x="22271" y="88963"/>
                    </a:lnTo>
                    <a:cubicBezTo>
                      <a:pt x="22271" y="88963"/>
                      <a:pt x="21319" y="89059"/>
                      <a:pt x="20938" y="89059"/>
                    </a:cubicBezTo>
                    <a:close/>
                    <a:moveTo>
                      <a:pt x="18461" y="57055"/>
                    </a:moveTo>
                    <a:lnTo>
                      <a:pt x="25414" y="72771"/>
                    </a:lnTo>
                    <a:lnTo>
                      <a:pt x="44750" y="69247"/>
                    </a:lnTo>
                    <a:lnTo>
                      <a:pt x="44750" y="14954"/>
                    </a:lnTo>
                    <a:lnTo>
                      <a:pt x="26557" y="14954"/>
                    </a:lnTo>
                    <a:lnTo>
                      <a:pt x="26557" y="49339"/>
                    </a:lnTo>
                    <a:cubicBezTo>
                      <a:pt x="26557" y="53054"/>
                      <a:pt x="23795" y="56293"/>
                      <a:pt x="20080" y="56769"/>
                    </a:cubicBezTo>
                    <a:lnTo>
                      <a:pt x="18366" y="570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1542;p45">
                <a:extLst>
                  <a:ext uri="{FF2B5EF4-FFF2-40B4-BE49-F238E27FC236}">
                    <a16:creationId xmlns:a16="http://schemas.microsoft.com/office/drawing/2014/main" id="{C88132E9-13CA-DAFC-CAB2-0FA2708392BB}"/>
                  </a:ext>
                </a:extLst>
              </p:cNvPr>
              <p:cNvSpPr/>
              <p:nvPr/>
            </p:nvSpPr>
            <p:spPr>
              <a:xfrm>
                <a:off x="-4608043" y="3196889"/>
                <a:ext cx="3524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352425" h="104775" extrusionOk="0">
                    <a:moveTo>
                      <a:pt x="179642" y="112801"/>
                    </a:moveTo>
                    <a:cubicBezTo>
                      <a:pt x="121635" y="112801"/>
                      <a:pt x="63627" y="101276"/>
                      <a:pt x="4763" y="78225"/>
                    </a:cubicBezTo>
                    <a:cubicBezTo>
                      <a:pt x="2858" y="77463"/>
                      <a:pt x="1334" y="75939"/>
                      <a:pt x="572" y="74034"/>
                    </a:cubicBezTo>
                    <a:cubicBezTo>
                      <a:pt x="-191" y="72129"/>
                      <a:pt x="-191" y="69939"/>
                      <a:pt x="572" y="68129"/>
                    </a:cubicBezTo>
                    <a:lnTo>
                      <a:pt x="28861" y="4502"/>
                    </a:lnTo>
                    <a:cubicBezTo>
                      <a:pt x="30480" y="787"/>
                      <a:pt x="34671" y="-927"/>
                      <a:pt x="38481" y="501"/>
                    </a:cubicBezTo>
                    <a:cubicBezTo>
                      <a:pt x="134779" y="37268"/>
                      <a:pt x="224504" y="37268"/>
                      <a:pt x="320802" y="501"/>
                    </a:cubicBezTo>
                    <a:cubicBezTo>
                      <a:pt x="324517" y="-927"/>
                      <a:pt x="328803" y="787"/>
                      <a:pt x="330422" y="4502"/>
                    </a:cubicBezTo>
                    <a:lnTo>
                      <a:pt x="353568" y="56699"/>
                    </a:lnTo>
                    <a:cubicBezTo>
                      <a:pt x="355187" y="60223"/>
                      <a:pt x="356902" y="64033"/>
                      <a:pt x="358711" y="68224"/>
                    </a:cubicBezTo>
                    <a:cubicBezTo>
                      <a:pt x="359569" y="70129"/>
                      <a:pt x="359569" y="72225"/>
                      <a:pt x="358711" y="74129"/>
                    </a:cubicBezTo>
                    <a:cubicBezTo>
                      <a:pt x="357950" y="76035"/>
                      <a:pt x="356425" y="77559"/>
                      <a:pt x="354520" y="78320"/>
                    </a:cubicBezTo>
                    <a:cubicBezTo>
                      <a:pt x="295656" y="101371"/>
                      <a:pt x="237649" y="112896"/>
                      <a:pt x="179642" y="112896"/>
                    </a:cubicBezTo>
                    <a:close/>
                    <a:moveTo>
                      <a:pt x="17621" y="66986"/>
                    </a:moveTo>
                    <a:cubicBezTo>
                      <a:pt x="127921" y="108515"/>
                      <a:pt x="231362" y="108515"/>
                      <a:pt x="341662" y="66986"/>
                    </a:cubicBezTo>
                    <a:cubicBezTo>
                      <a:pt x="340995" y="65557"/>
                      <a:pt x="340424" y="64224"/>
                      <a:pt x="339852" y="62890"/>
                    </a:cubicBezTo>
                    <a:lnTo>
                      <a:pt x="319564" y="17075"/>
                    </a:lnTo>
                    <a:cubicBezTo>
                      <a:pt x="224314" y="51936"/>
                      <a:pt x="135065" y="51841"/>
                      <a:pt x="39910" y="17075"/>
                    </a:cubicBezTo>
                    <a:lnTo>
                      <a:pt x="17717" y="669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1543;p45">
                <a:extLst>
                  <a:ext uri="{FF2B5EF4-FFF2-40B4-BE49-F238E27FC236}">
                    <a16:creationId xmlns:a16="http://schemas.microsoft.com/office/drawing/2014/main" id="{5243322A-CA2F-E48E-A921-78E519DC7FD4}"/>
                  </a:ext>
                </a:extLst>
              </p:cNvPr>
              <p:cNvSpPr/>
              <p:nvPr/>
            </p:nvSpPr>
            <p:spPr>
              <a:xfrm>
                <a:off x="-4671098" y="3140335"/>
                <a:ext cx="1047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47625" extrusionOk="0">
                    <a:moveTo>
                      <a:pt x="106585" y="48197"/>
                    </a:moveTo>
                    <a:lnTo>
                      <a:pt x="7525" y="48197"/>
                    </a:lnTo>
                    <a:cubicBezTo>
                      <a:pt x="3334" y="48197"/>
                      <a:pt x="0" y="44768"/>
                      <a:pt x="0" y="40672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106585" y="0"/>
                    </a:lnTo>
                    <a:cubicBezTo>
                      <a:pt x="110776" y="0"/>
                      <a:pt x="114109" y="3429"/>
                      <a:pt x="114109" y="7525"/>
                    </a:cubicBezTo>
                    <a:lnTo>
                      <a:pt x="114109" y="40672"/>
                    </a:lnTo>
                    <a:cubicBezTo>
                      <a:pt x="114109" y="44863"/>
                      <a:pt x="110680" y="48197"/>
                      <a:pt x="106585" y="48197"/>
                    </a:cubicBezTo>
                    <a:close/>
                    <a:moveTo>
                      <a:pt x="15049" y="33052"/>
                    </a:moveTo>
                    <a:lnTo>
                      <a:pt x="99060" y="33052"/>
                    </a:lnTo>
                    <a:lnTo>
                      <a:pt x="99060" y="15050"/>
                    </a:lnTo>
                    <a:lnTo>
                      <a:pt x="15049" y="15050"/>
                    </a:lnTo>
                    <a:lnTo>
                      <a:pt x="15049" y="330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1544;p45">
                <a:extLst>
                  <a:ext uri="{FF2B5EF4-FFF2-40B4-BE49-F238E27FC236}">
                    <a16:creationId xmlns:a16="http://schemas.microsoft.com/office/drawing/2014/main" id="{53BA902C-27E9-EAB0-756F-BAB25199BE5C}"/>
                  </a:ext>
                </a:extLst>
              </p:cNvPr>
              <p:cNvSpPr/>
              <p:nvPr/>
            </p:nvSpPr>
            <p:spPr>
              <a:xfrm>
                <a:off x="-4638427" y="3173387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 extrusionOk="0">
                    <a:moveTo>
                      <a:pt x="43529" y="89535"/>
                    </a:moveTo>
                    <a:cubicBezTo>
                      <a:pt x="43529" y="89535"/>
                      <a:pt x="42576" y="89535"/>
                      <a:pt x="42196" y="89440"/>
                    </a:cubicBezTo>
                    <a:lnTo>
                      <a:pt x="6191" y="82772"/>
                    </a:lnTo>
                    <a:cubicBezTo>
                      <a:pt x="2572" y="82106"/>
                      <a:pt x="0" y="78962"/>
                      <a:pt x="0" y="75343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lnTo>
                      <a:pt x="40767" y="0"/>
                    </a:lnTo>
                    <a:cubicBezTo>
                      <a:pt x="44958" y="0"/>
                      <a:pt x="48292" y="3429"/>
                      <a:pt x="48292" y="7525"/>
                    </a:cubicBezTo>
                    <a:lnTo>
                      <a:pt x="48292" y="42672"/>
                    </a:lnTo>
                    <a:lnTo>
                      <a:pt x="58198" y="44101"/>
                    </a:lnTo>
                    <a:cubicBezTo>
                      <a:pt x="60579" y="44482"/>
                      <a:pt x="62579" y="45911"/>
                      <a:pt x="63722" y="47911"/>
                    </a:cubicBezTo>
                    <a:cubicBezTo>
                      <a:pt x="64865" y="50006"/>
                      <a:pt x="64961" y="52483"/>
                      <a:pt x="64008" y="54674"/>
                    </a:cubicBezTo>
                    <a:lnTo>
                      <a:pt x="50482" y="84963"/>
                    </a:lnTo>
                    <a:cubicBezTo>
                      <a:pt x="49244" y="87725"/>
                      <a:pt x="46482" y="89440"/>
                      <a:pt x="43625" y="89440"/>
                    </a:cubicBezTo>
                    <a:close/>
                    <a:moveTo>
                      <a:pt x="15050" y="69056"/>
                    </a:moveTo>
                    <a:lnTo>
                      <a:pt x="39052" y="73438"/>
                    </a:lnTo>
                    <a:lnTo>
                      <a:pt x="46101" y="57626"/>
                    </a:lnTo>
                    <a:lnTo>
                      <a:pt x="39624" y="56674"/>
                    </a:lnTo>
                    <a:cubicBezTo>
                      <a:pt x="35909" y="56102"/>
                      <a:pt x="33147" y="52959"/>
                      <a:pt x="33147" y="49244"/>
                    </a:cubicBezTo>
                    <a:lnTo>
                      <a:pt x="33147" y="15145"/>
                    </a:lnTo>
                    <a:lnTo>
                      <a:pt x="15050" y="15145"/>
                    </a:lnTo>
                    <a:lnTo>
                      <a:pt x="15050" y="690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1545;p45">
                <a:extLst>
                  <a:ext uri="{FF2B5EF4-FFF2-40B4-BE49-F238E27FC236}">
                    <a16:creationId xmlns:a16="http://schemas.microsoft.com/office/drawing/2014/main" id="{E9DE69D2-6BCE-75C9-5BA2-D0A9D6B04D9C}"/>
                  </a:ext>
                </a:extLst>
              </p:cNvPr>
              <p:cNvSpPr/>
              <p:nvPr/>
            </p:nvSpPr>
            <p:spPr>
              <a:xfrm>
                <a:off x="-5021333" y="3000199"/>
                <a:ext cx="1524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0" extrusionOk="0">
                    <a:moveTo>
                      <a:pt x="111443" y="96036"/>
                    </a:moveTo>
                    <a:lnTo>
                      <a:pt x="38386" y="96036"/>
                    </a:lnTo>
                    <a:cubicBezTo>
                      <a:pt x="21146" y="96036"/>
                      <a:pt x="5905" y="84987"/>
                      <a:pt x="381" y="68604"/>
                    </a:cubicBezTo>
                    <a:cubicBezTo>
                      <a:pt x="95" y="67842"/>
                      <a:pt x="0" y="66985"/>
                      <a:pt x="0" y="66223"/>
                    </a:cubicBezTo>
                    <a:lnTo>
                      <a:pt x="0" y="7549"/>
                    </a:lnTo>
                    <a:cubicBezTo>
                      <a:pt x="0" y="3834"/>
                      <a:pt x="2667" y="691"/>
                      <a:pt x="6382" y="119"/>
                    </a:cubicBezTo>
                    <a:cubicBezTo>
                      <a:pt x="10096" y="-548"/>
                      <a:pt x="13621" y="1643"/>
                      <a:pt x="14764" y="5167"/>
                    </a:cubicBezTo>
                    <a:cubicBezTo>
                      <a:pt x="18193" y="15550"/>
                      <a:pt x="27527" y="22312"/>
                      <a:pt x="38481" y="22312"/>
                    </a:cubicBezTo>
                    <a:lnTo>
                      <a:pt x="145637" y="22312"/>
                    </a:lnTo>
                    <a:cubicBezTo>
                      <a:pt x="149828" y="22312"/>
                      <a:pt x="153162" y="25742"/>
                      <a:pt x="153162" y="29837"/>
                    </a:cubicBezTo>
                    <a:lnTo>
                      <a:pt x="153162" y="41077"/>
                    </a:lnTo>
                    <a:cubicBezTo>
                      <a:pt x="153162" y="45268"/>
                      <a:pt x="149733" y="48601"/>
                      <a:pt x="145637" y="48601"/>
                    </a:cubicBezTo>
                    <a:cubicBezTo>
                      <a:pt x="130969" y="48601"/>
                      <a:pt x="119063" y="60412"/>
                      <a:pt x="119063" y="75081"/>
                    </a:cubicBezTo>
                    <a:lnTo>
                      <a:pt x="119063" y="88511"/>
                    </a:lnTo>
                    <a:cubicBezTo>
                      <a:pt x="119063" y="92702"/>
                      <a:pt x="115634" y="96036"/>
                      <a:pt x="111538" y="96036"/>
                    </a:cubicBezTo>
                    <a:close/>
                    <a:moveTo>
                      <a:pt x="15145" y="64889"/>
                    </a:moveTo>
                    <a:cubicBezTo>
                      <a:pt x="18859" y="74700"/>
                      <a:pt x="27908" y="80986"/>
                      <a:pt x="38386" y="80986"/>
                    </a:cubicBezTo>
                    <a:lnTo>
                      <a:pt x="103823" y="80986"/>
                    </a:lnTo>
                    <a:lnTo>
                      <a:pt x="103823" y="75176"/>
                    </a:lnTo>
                    <a:cubicBezTo>
                      <a:pt x="103823" y="58508"/>
                      <a:pt x="113729" y="44029"/>
                      <a:pt x="128016" y="37457"/>
                    </a:cubicBezTo>
                    <a:lnTo>
                      <a:pt x="38291" y="37457"/>
                    </a:lnTo>
                    <a:cubicBezTo>
                      <a:pt x="29718" y="37457"/>
                      <a:pt x="21622" y="34695"/>
                      <a:pt x="15050" y="30028"/>
                    </a:cubicBezTo>
                    <a:lnTo>
                      <a:pt x="15050" y="649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1546;p45">
                <a:extLst>
                  <a:ext uri="{FF2B5EF4-FFF2-40B4-BE49-F238E27FC236}">
                    <a16:creationId xmlns:a16="http://schemas.microsoft.com/office/drawing/2014/main" id="{6A214230-A862-1724-BF5D-DA13B6411D63}"/>
                  </a:ext>
                </a:extLst>
              </p:cNvPr>
              <p:cNvSpPr/>
              <p:nvPr/>
            </p:nvSpPr>
            <p:spPr>
              <a:xfrm>
                <a:off x="-4263809" y="3312643"/>
                <a:ext cx="314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9525" extrusionOk="0">
                    <a:moveTo>
                      <a:pt x="307181" y="15049"/>
                    </a:moveTo>
                    <a:lnTo>
                      <a:pt x="7525" y="15049"/>
                    </a:lnTo>
                    <a:cubicBezTo>
                      <a:pt x="3334" y="15049"/>
                      <a:pt x="0" y="11621"/>
                      <a:pt x="0" y="7525"/>
                    </a:cubicBezTo>
                    <a:cubicBezTo>
                      <a:pt x="0" y="3429"/>
                      <a:pt x="3429" y="0"/>
                      <a:pt x="7525" y="0"/>
                    </a:cubicBezTo>
                    <a:lnTo>
                      <a:pt x="307181" y="0"/>
                    </a:lnTo>
                    <a:cubicBezTo>
                      <a:pt x="311372" y="0"/>
                      <a:pt x="314706" y="3429"/>
                      <a:pt x="314706" y="7525"/>
                    </a:cubicBezTo>
                    <a:cubicBezTo>
                      <a:pt x="314706" y="11621"/>
                      <a:pt x="311277" y="15049"/>
                      <a:pt x="307181" y="150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1547;p45">
                <a:extLst>
                  <a:ext uri="{FF2B5EF4-FFF2-40B4-BE49-F238E27FC236}">
                    <a16:creationId xmlns:a16="http://schemas.microsoft.com/office/drawing/2014/main" id="{0979350B-4A89-D961-6010-E2F64715FEDF}"/>
                  </a:ext>
                </a:extLst>
              </p:cNvPr>
              <p:cNvSpPr/>
              <p:nvPr/>
            </p:nvSpPr>
            <p:spPr>
              <a:xfrm>
                <a:off x="-4944847" y="3317596"/>
                <a:ext cx="34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9525" extrusionOk="0">
                    <a:moveTo>
                      <a:pt x="338709" y="15049"/>
                    </a:moveTo>
                    <a:lnTo>
                      <a:pt x="7525" y="15049"/>
                    </a:lnTo>
                    <a:cubicBezTo>
                      <a:pt x="3334" y="15049"/>
                      <a:pt x="0" y="11621"/>
                      <a:pt x="0" y="7525"/>
                    </a:cubicBezTo>
                    <a:cubicBezTo>
                      <a:pt x="0" y="3429"/>
                      <a:pt x="3429" y="0"/>
                      <a:pt x="7525" y="0"/>
                    </a:cubicBezTo>
                    <a:lnTo>
                      <a:pt x="338709" y="0"/>
                    </a:lnTo>
                    <a:cubicBezTo>
                      <a:pt x="342900" y="0"/>
                      <a:pt x="346234" y="3429"/>
                      <a:pt x="346234" y="7525"/>
                    </a:cubicBezTo>
                    <a:cubicBezTo>
                      <a:pt x="346234" y="11621"/>
                      <a:pt x="342805" y="15049"/>
                      <a:pt x="338709" y="150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1548;p45">
                <a:extLst>
                  <a:ext uri="{FF2B5EF4-FFF2-40B4-BE49-F238E27FC236}">
                    <a16:creationId xmlns:a16="http://schemas.microsoft.com/office/drawing/2014/main" id="{AD972903-9A1B-9608-12CE-8390F6B77984}"/>
                  </a:ext>
                </a:extLst>
              </p:cNvPr>
              <p:cNvSpPr/>
              <p:nvPr/>
            </p:nvSpPr>
            <p:spPr>
              <a:xfrm>
                <a:off x="-4487552" y="310214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 extrusionOk="0">
                    <a:moveTo>
                      <a:pt x="29719" y="59341"/>
                    </a:moveTo>
                    <a:cubicBezTo>
                      <a:pt x="13335" y="59341"/>
                      <a:pt x="0" y="46006"/>
                      <a:pt x="0" y="29718"/>
                    </a:cubicBezTo>
                    <a:cubicBezTo>
                      <a:pt x="0" y="13430"/>
                      <a:pt x="13335" y="0"/>
                      <a:pt x="29719" y="0"/>
                    </a:cubicBezTo>
                    <a:cubicBezTo>
                      <a:pt x="46101" y="0"/>
                      <a:pt x="59436" y="13335"/>
                      <a:pt x="59436" y="29718"/>
                    </a:cubicBezTo>
                    <a:cubicBezTo>
                      <a:pt x="59436" y="46101"/>
                      <a:pt x="46101" y="59341"/>
                      <a:pt x="29719" y="59341"/>
                    </a:cubicBezTo>
                    <a:close/>
                    <a:moveTo>
                      <a:pt x="29719" y="15145"/>
                    </a:moveTo>
                    <a:cubicBezTo>
                      <a:pt x="21717" y="15145"/>
                      <a:pt x="15145" y="21717"/>
                      <a:pt x="15145" y="29718"/>
                    </a:cubicBezTo>
                    <a:cubicBezTo>
                      <a:pt x="15145" y="37719"/>
                      <a:pt x="21717" y="44291"/>
                      <a:pt x="29719" y="44291"/>
                    </a:cubicBezTo>
                    <a:cubicBezTo>
                      <a:pt x="37719" y="44291"/>
                      <a:pt x="44291" y="37719"/>
                      <a:pt x="44291" y="29718"/>
                    </a:cubicBezTo>
                    <a:cubicBezTo>
                      <a:pt x="44291" y="21717"/>
                      <a:pt x="37719" y="15145"/>
                      <a:pt x="29719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1549;p45">
                <a:extLst>
                  <a:ext uri="{FF2B5EF4-FFF2-40B4-BE49-F238E27FC236}">
                    <a16:creationId xmlns:a16="http://schemas.microsoft.com/office/drawing/2014/main" id="{8A8457DA-0858-74B8-28B5-50B929338E1E}"/>
                  </a:ext>
                </a:extLst>
              </p:cNvPr>
              <p:cNvSpPr/>
              <p:nvPr/>
            </p:nvSpPr>
            <p:spPr>
              <a:xfrm>
                <a:off x="-4409065" y="3099473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 extrusionOk="0">
                    <a:moveTo>
                      <a:pt x="7525" y="59246"/>
                    </a:moveTo>
                    <a:cubicBezTo>
                      <a:pt x="3334" y="59246"/>
                      <a:pt x="0" y="55816"/>
                      <a:pt x="0" y="51721"/>
                    </a:cubicBezTo>
                    <a:lnTo>
                      <a:pt x="0" y="7525"/>
                    </a:lnTo>
                    <a:cubicBezTo>
                      <a:pt x="0" y="3334"/>
                      <a:pt x="3429" y="0"/>
                      <a:pt x="7525" y="0"/>
                    </a:cubicBezTo>
                    <a:cubicBezTo>
                      <a:pt x="11620" y="0"/>
                      <a:pt x="15049" y="3429"/>
                      <a:pt x="15049" y="7525"/>
                    </a:cubicBezTo>
                    <a:lnTo>
                      <a:pt x="15049" y="51721"/>
                    </a:lnTo>
                    <a:cubicBezTo>
                      <a:pt x="15049" y="55912"/>
                      <a:pt x="11620" y="59246"/>
                      <a:pt x="7525" y="592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1550;p45">
                <a:extLst>
                  <a:ext uri="{FF2B5EF4-FFF2-40B4-BE49-F238E27FC236}">
                    <a16:creationId xmlns:a16="http://schemas.microsoft.com/office/drawing/2014/main" id="{5A8E0D91-8615-22AF-4265-E05AA18ECCBD}"/>
                  </a:ext>
                </a:extLst>
              </p:cNvPr>
              <p:cNvSpPr/>
              <p:nvPr/>
            </p:nvSpPr>
            <p:spPr>
              <a:xfrm>
                <a:off x="-4896352" y="3108050"/>
                <a:ext cx="34885" cy="3488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 extrusionOk="0">
                    <a:moveTo>
                      <a:pt x="26861" y="53721"/>
                    </a:moveTo>
                    <a:cubicBezTo>
                      <a:pt x="12097" y="53721"/>
                      <a:pt x="0" y="41624"/>
                      <a:pt x="0" y="26861"/>
                    </a:cubicBezTo>
                    <a:cubicBezTo>
                      <a:pt x="0" y="12097"/>
                      <a:pt x="12002" y="0"/>
                      <a:pt x="26861" y="0"/>
                    </a:cubicBezTo>
                    <a:cubicBezTo>
                      <a:pt x="41720" y="0"/>
                      <a:pt x="53721" y="12097"/>
                      <a:pt x="53721" y="26861"/>
                    </a:cubicBezTo>
                    <a:cubicBezTo>
                      <a:pt x="53721" y="41624"/>
                      <a:pt x="41624" y="53721"/>
                      <a:pt x="26861" y="53721"/>
                    </a:cubicBezTo>
                    <a:close/>
                    <a:moveTo>
                      <a:pt x="26861" y="15145"/>
                    </a:moveTo>
                    <a:cubicBezTo>
                      <a:pt x="20384" y="15145"/>
                      <a:pt x="15144" y="20384"/>
                      <a:pt x="15144" y="26861"/>
                    </a:cubicBezTo>
                    <a:cubicBezTo>
                      <a:pt x="15144" y="33338"/>
                      <a:pt x="20384" y="38576"/>
                      <a:pt x="26861" y="38576"/>
                    </a:cubicBezTo>
                    <a:cubicBezTo>
                      <a:pt x="33338" y="38576"/>
                      <a:pt x="38576" y="33338"/>
                      <a:pt x="38576" y="26861"/>
                    </a:cubicBezTo>
                    <a:cubicBezTo>
                      <a:pt x="38576" y="20384"/>
                      <a:pt x="33338" y="15145"/>
                      <a:pt x="26861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1551;p45">
                <a:extLst>
                  <a:ext uri="{FF2B5EF4-FFF2-40B4-BE49-F238E27FC236}">
                    <a16:creationId xmlns:a16="http://schemas.microsoft.com/office/drawing/2014/main" id="{3C00E6B8-CB10-0D01-A055-CAA195483B19}"/>
                  </a:ext>
                </a:extLst>
              </p:cNvPr>
              <p:cNvSpPr/>
              <p:nvPr/>
            </p:nvSpPr>
            <p:spPr>
              <a:xfrm>
                <a:off x="-3967327" y="3108050"/>
                <a:ext cx="34885" cy="3488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 extrusionOk="0">
                    <a:moveTo>
                      <a:pt x="26861" y="53721"/>
                    </a:moveTo>
                    <a:cubicBezTo>
                      <a:pt x="12097" y="53721"/>
                      <a:pt x="0" y="41624"/>
                      <a:pt x="0" y="26861"/>
                    </a:cubicBezTo>
                    <a:cubicBezTo>
                      <a:pt x="0" y="12097"/>
                      <a:pt x="12002" y="0"/>
                      <a:pt x="26861" y="0"/>
                    </a:cubicBezTo>
                    <a:cubicBezTo>
                      <a:pt x="41720" y="0"/>
                      <a:pt x="53721" y="12097"/>
                      <a:pt x="53721" y="26861"/>
                    </a:cubicBezTo>
                    <a:cubicBezTo>
                      <a:pt x="53721" y="41624"/>
                      <a:pt x="41624" y="53721"/>
                      <a:pt x="26861" y="53721"/>
                    </a:cubicBezTo>
                    <a:close/>
                    <a:moveTo>
                      <a:pt x="26861" y="15145"/>
                    </a:moveTo>
                    <a:cubicBezTo>
                      <a:pt x="20384" y="15145"/>
                      <a:pt x="15144" y="20384"/>
                      <a:pt x="15144" y="26861"/>
                    </a:cubicBezTo>
                    <a:cubicBezTo>
                      <a:pt x="15144" y="33338"/>
                      <a:pt x="20384" y="38576"/>
                      <a:pt x="26861" y="38576"/>
                    </a:cubicBezTo>
                    <a:cubicBezTo>
                      <a:pt x="33338" y="38576"/>
                      <a:pt x="38576" y="33338"/>
                      <a:pt x="38576" y="26861"/>
                    </a:cubicBezTo>
                    <a:cubicBezTo>
                      <a:pt x="38576" y="20384"/>
                      <a:pt x="33338" y="15145"/>
                      <a:pt x="26861" y="15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" name="Google Shape;1552;p45">
              <a:extLst>
                <a:ext uri="{FF2B5EF4-FFF2-40B4-BE49-F238E27FC236}">
                  <a16:creationId xmlns:a16="http://schemas.microsoft.com/office/drawing/2014/main" id="{695C132E-06F2-2157-8CC6-7C08DF1CE2C2}"/>
                </a:ext>
              </a:extLst>
            </p:cNvPr>
            <p:cNvGrpSpPr/>
            <p:nvPr/>
          </p:nvGrpSpPr>
          <p:grpSpPr>
            <a:xfrm flipH="1">
              <a:off x="643911" y="2193047"/>
              <a:ext cx="3220959" cy="1965028"/>
              <a:chOff x="12028123" y="-6596290"/>
              <a:chExt cx="1690260" cy="1031186"/>
            </a:xfrm>
          </p:grpSpPr>
          <p:sp>
            <p:nvSpPr>
              <p:cNvPr id="128" name="Google Shape;1553;p45">
                <a:extLst>
                  <a:ext uri="{FF2B5EF4-FFF2-40B4-BE49-F238E27FC236}">
                    <a16:creationId xmlns:a16="http://schemas.microsoft.com/office/drawing/2014/main" id="{091A17DF-8869-E5A1-ED9B-F36E9F297CCA}"/>
                  </a:ext>
                </a:extLst>
              </p:cNvPr>
              <p:cNvSpPr/>
              <p:nvPr/>
            </p:nvSpPr>
            <p:spPr>
              <a:xfrm>
                <a:off x="12141188" y="-6005957"/>
                <a:ext cx="1482290" cy="269507"/>
              </a:xfrm>
              <a:custGeom>
                <a:avLst/>
                <a:gdLst/>
                <a:ahLst/>
                <a:cxnLst/>
                <a:rect l="l" t="t" r="r" b="b"/>
                <a:pathLst>
                  <a:path w="1482290" h="269507" extrusionOk="0">
                    <a:moveTo>
                      <a:pt x="256" y="274015"/>
                    </a:moveTo>
                    <a:lnTo>
                      <a:pt x="1479595" y="272347"/>
                    </a:lnTo>
                    <a:cubicBezTo>
                      <a:pt x="1479595" y="272347"/>
                      <a:pt x="1532855" y="58666"/>
                      <a:pt x="1333869" y="27480"/>
                    </a:cubicBezTo>
                    <a:cubicBezTo>
                      <a:pt x="1169726" y="1749"/>
                      <a:pt x="237166" y="-30720"/>
                      <a:pt x="87012" y="59436"/>
                    </a:cubicBezTo>
                    <a:cubicBezTo>
                      <a:pt x="37795" y="88954"/>
                      <a:pt x="-3658" y="264711"/>
                      <a:pt x="256" y="274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554;p45">
                <a:extLst>
                  <a:ext uri="{FF2B5EF4-FFF2-40B4-BE49-F238E27FC236}">
                    <a16:creationId xmlns:a16="http://schemas.microsoft.com/office/drawing/2014/main" id="{E007D390-958C-6116-1E15-D77F549F7273}"/>
                  </a:ext>
                </a:extLst>
              </p:cNvPr>
              <p:cNvSpPr/>
              <p:nvPr/>
            </p:nvSpPr>
            <p:spPr>
              <a:xfrm>
                <a:off x="12067779" y="-6480274"/>
                <a:ext cx="1642711" cy="744353"/>
              </a:xfrm>
              <a:custGeom>
                <a:avLst/>
                <a:gdLst/>
                <a:ahLst/>
                <a:cxnLst/>
                <a:rect l="l" t="t" r="r" b="b"/>
                <a:pathLst>
                  <a:path w="1642711" h="744353" extrusionOk="0">
                    <a:moveTo>
                      <a:pt x="1497691" y="64"/>
                    </a:moveTo>
                    <a:lnTo>
                      <a:pt x="736654" y="64"/>
                    </a:lnTo>
                    <a:cubicBezTo>
                      <a:pt x="714644" y="64"/>
                      <a:pt x="693469" y="8406"/>
                      <a:pt x="677362" y="23421"/>
                    </a:cubicBezTo>
                    <a:lnTo>
                      <a:pt x="453350" y="318468"/>
                    </a:lnTo>
                    <a:lnTo>
                      <a:pt x="116081" y="355557"/>
                    </a:lnTo>
                    <a:cubicBezTo>
                      <a:pt x="25604" y="370508"/>
                      <a:pt x="2760" y="411320"/>
                      <a:pt x="2760" y="482226"/>
                    </a:cubicBezTo>
                    <a:cubicBezTo>
                      <a:pt x="2760" y="531507"/>
                      <a:pt x="0" y="679223"/>
                      <a:pt x="0" y="679223"/>
                    </a:cubicBezTo>
                    <a:lnTo>
                      <a:pt x="73730" y="748268"/>
                    </a:lnTo>
                    <a:lnTo>
                      <a:pt x="95162" y="748268"/>
                    </a:lnTo>
                    <a:cubicBezTo>
                      <a:pt x="95162" y="747690"/>
                      <a:pt x="95162" y="747113"/>
                      <a:pt x="95162" y="746599"/>
                    </a:cubicBezTo>
                    <a:cubicBezTo>
                      <a:pt x="95162" y="641427"/>
                      <a:pt x="180442" y="556083"/>
                      <a:pt x="285678" y="556083"/>
                    </a:cubicBezTo>
                    <a:cubicBezTo>
                      <a:pt x="390914" y="556083"/>
                      <a:pt x="476194" y="641363"/>
                      <a:pt x="476194" y="746599"/>
                    </a:cubicBezTo>
                    <a:cubicBezTo>
                      <a:pt x="476194" y="747177"/>
                      <a:pt x="476194" y="747754"/>
                      <a:pt x="476194" y="748268"/>
                    </a:cubicBezTo>
                    <a:lnTo>
                      <a:pt x="1172293" y="748268"/>
                    </a:lnTo>
                    <a:cubicBezTo>
                      <a:pt x="1172293" y="747690"/>
                      <a:pt x="1172293" y="747113"/>
                      <a:pt x="1172293" y="746599"/>
                    </a:cubicBezTo>
                    <a:cubicBezTo>
                      <a:pt x="1172293" y="641427"/>
                      <a:pt x="1257573" y="556083"/>
                      <a:pt x="1362809" y="556083"/>
                    </a:cubicBezTo>
                    <a:cubicBezTo>
                      <a:pt x="1468045" y="556083"/>
                      <a:pt x="1553325" y="641363"/>
                      <a:pt x="1553325" y="746599"/>
                    </a:cubicBezTo>
                    <a:cubicBezTo>
                      <a:pt x="1553325" y="746856"/>
                      <a:pt x="1553325" y="747113"/>
                      <a:pt x="1553325" y="747369"/>
                    </a:cubicBezTo>
                    <a:lnTo>
                      <a:pt x="1642712" y="719328"/>
                    </a:lnTo>
                    <a:lnTo>
                      <a:pt x="1642712" y="269122"/>
                    </a:lnTo>
                    <a:lnTo>
                      <a:pt x="1578159" y="53324"/>
                    </a:lnTo>
                    <a:cubicBezTo>
                      <a:pt x="1564619" y="21047"/>
                      <a:pt x="1532984" y="0"/>
                      <a:pt x="14979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555;p45">
                <a:extLst>
                  <a:ext uri="{FF2B5EF4-FFF2-40B4-BE49-F238E27FC236}">
                    <a16:creationId xmlns:a16="http://schemas.microsoft.com/office/drawing/2014/main" id="{A6F83A09-3710-D0D8-A994-D72E9ADE72F6}"/>
                  </a:ext>
                </a:extLst>
              </p:cNvPr>
              <p:cNvSpPr/>
              <p:nvPr/>
            </p:nvSpPr>
            <p:spPr>
              <a:xfrm>
                <a:off x="12150441" y="-5956286"/>
                <a:ext cx="404261" cy="224589"/>
              </a:xfrm>
              <a:custGeom>
                <a:avLst/>
                <a:gdLst/>
                <a:ahLst/>
                <a:cxnLst/>
                <a:rect l="l" t="t" r="r" b="b"/>
                <a:pathLst>
                  <a:path w="404261" h="224589" extrusionOk="0">
                    <a:moveTo>
                      <a:pt x="1848" y="222997"/>
                    </a:moveTo>
                    <a:cubicBezTo>
                      <a:pt x="1848" y="-66210"/>
                      <a:pt x="403863" y="-76862"/>
                      <a:pt x="403863" y="22120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556;p45">
                <a:extLst>
                  <a:ext uri="{FF2B5EF4-FFF2-40B4-BE49-F238E27FC236}">
                    <a16:creationId xmlns:a16="http://schemas.microsoft.com/office/drawing/2014/main" id="{7550E9CD-B99E-2E4A-6910-546BD79DE8EE}"/>
                  </a:ext>
                </a:extLst>
              </p:cNvPr>
              <p:cNvSpPr/>
              <p:nvPr/>
            </p:nvSpPr>
            <p:spPr>
              <a:xfrm>
                <a:off x="13227443" y="-5957353"/>
                <a:ext cx="404261" cy="224589"/>
              </a:xfrm>
              <a:custGeom>
                <a:avLst/>
                <a:gdLst/>
                <a:ahLst/>
                <a:cxnLst/>
                <a:rect l="l" t="t" r="r" b="b"/>
                <a:pathLst>
                  <a:path w="404261" h="224589" extrusionOk="0">
                    <a:moveTo>
                      <a:pt x="1848" y="222973"/>
                    </a:moveTo>
                    <a:cubicBezTo>
                      <a:pt x="1848" y="-62961"/>
                      <a:pt x="394880" y="-76565"/>
                      <a:pt x="403735" y="21123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557;p45">
                <a:extLst>
                  <a:ext uri="{FF2B5EF4-FFF2-40B4-BE49-F238E27FC236}">
                    <a16:creationId xmlns:a16="http://schemas.microsoft.com/office/drawing/2014/main" id="{360919F0-E247-96C6-998B-84AB8AE3FB7D}"/>
                  </a:ext>
                </a:extLst>
              </p:cNvPr>
              <p:cNvSpPr/>
              <p:nvPr/>
            </p:nvSpPr>
            <p:spPr>
              <a:xfrm>
                <a:off x="13234618" y="-6091092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0" y="0"/>
                    </a:moveTo>
                    <a:lnTo>
                      <a:pt x="99525" y="0"/>
                    </a:lnTo>
                    <a:cubicBezTo>
                      <a:pt x="99525" y="12320"/>
                      <a:pt x="89579" y="22266"/>
                      <a:pt x="77258" y="22266"/>
                    </a:cubicBezTo>
                    <a:lnTo>
                      <a:pt x="22330" y="22266"/>
                    </a:lnTo>
                    <a:cubicBezTo>
                      <a:pt x="10010" y="22266"/>
                      <a:pt x="64" y="12320"/>
                      <a:pt x="64" y="0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558;p45">
                <a:extLst>
                  <a:ext uri="{FF2B5EF4-FFF2-40B4-BE49-F238E27FC236}">
                    <a16:creationId xmlns:a16="http://schemas.microsoft.com/office/drawing/2014/main" id="{CD9E3785-6461-CAAE-2ACB-EF4B2B967714}"/>
                  </a:ext>
                </a:extLst>
              </p:cNvPr>
              <p:cNvSpPr/>
              <p:nvPr/>
            </p:nvSpPr>
            <p:spPr>
              <a:xfrm>
                <a:off x="12854227" y="-6091092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0" y="0"/>
                    </a:moveTo>
                    <a:lnTo>
                      <a:pt x="99525" y="0"/>
                    </a:lnTo>
                    <a:cubicBezTo>
                      <a:pt x="99525" y="12320"/>
                      <a:pt x="89579" y="22266"/>
                      <a:pt x="77259" y="22266"/>
                    </a:cubicBezTo>
                    <a:lnTo>
                      <a:pt x="22330" y="22266"/>
                    </a:lnTo>
                    <a:cubicBezTo>
                      <a:pt x="10010" y="22266"/>
                      <a:pt x="64" y="12320"/>
                      <a:pt x="64" y="0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559;p45">
                <a:extLst>
                  <a:ext uri="{FF2B5EF4-FFF2-40B4-BE49-F238E27FC236}">
                    <a16:creationId xmlns:a16="http://schemas.microsoft.com/office/drawing/2014/main" id="{D5C35A7C-9353-C8CA-B28B-018D74AF6237}"/>
                  </a:ext>
                </a:extLst>
              </p:cNvPr>
              <p:cNvSpPr/>
              <p:nvPr/>
            </p:nvSpPr>
            <p:spPr>
              <a:xfrm>
                <a:off x="12854227" y="-6113038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99525" y="22266"/>
                    </a:moveTo>
                    <a:lnTo>
                      <a:pt x="0" y="22266"/>
                    </a:lnTo>
                    <a:cubicBezTo>
                      <a:pt x="0" y="9946"/>
                      <a:pt x="9946" y="0"/>
                      <a:pt x="22266" y="0"/>
                    </a:cubicBezTo>
                    <a:lnTo>
                      <a:pt x="77195" y="0"/>
                    </a:lnTo>
                    <a:cubicBezTo>
                      <a:pt x="89515" y="0"/>
                      <a:pt x="99461" y="9946"/>
                      <a:pt x="99461" y="22266"/>
                    </a:cubicBezTo>
                    <a:lnTo>
                      <a:pt x="99461" y="2226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560;p45">
                <a:extLst>
                  <a:ext uri="{FF2B5EF4-FFF2-40B4-BE49-F238E27FC236}">
                    <a16:creationId xmlns:a16="http://schemas.microsoft.com/office/drawing/2014/main" id="{A9A7C57C-A243-2128-37E3-60862F290FD1}"/>
                  </a:ext>
                </a:extLst>
              </p:cNvPr>
              <p:cNvSpPr/>
              <p:nvPr/>
            </p:nvSpPr>
            <p:spPr>
              <a:xfrm>
                <a:off x="12552456" y="-6448690"/>
                <a:ext cx="1065195" cy="673768"/>
              </a:xfrm>
              <a:custGeom>
                <a:avLst/>
                <a:gdLst/>
                <a:ahLst/>
                <a:cxnLst/>
                <a:rect l="l" t="t" r="r" b="b"/>
                <a:pathLst>
                  <a:path w="1065195" h="673768" extrusionOk="0">
                    <a:moveTo>
                      <a:pt x="496138" y="674397"/>
                    </a:moveTo>
                    <a:lnTo>
                      <a:pt x="626784" y="667659"/>
                    </a:lnTo>
                    <a:cubicBezTo>
                      <a:pt x="640581" y="667082"/>
                      <a:pt x="652772" y="657713"/>
                      <a:pt x="657008" y="644366"/>
                    </a:cubicBezTo>
                    <a:cubicBezTo>
                      <a:pt x="664836" y="619726"/>
                      <a:pt x="679659" y="585588"/>
                      <a:pt x="708471" y="552349"/>
                    </a:cubicBezTo>
                    <a:cubicBezTo>
                      <a:pt x="732855" y="524243"/>
                      <a:pt x="759035" y="506276"/>
                      <a:pt x="779184" y="495111"/>
                    </a:cubicBezTo>
                    <a:cubicBezTo>
                      <a:pt x="789836" y="489207"/>
                      <a:pt x="796574" y="478042"/>
                      <a:pt x="796574" y="466107"/>
                    </a:cubicBezTo>
                    <a:lnTo>
                      <a:pt x="796574" y="33676"/>
                    </a:lnTo>
                    <a:cubicBezTo>
                      <a:pt x="796574" y="16158"/>
                      <a:pt x="782329" y="1912"/>
                      <a:pt x="764811" y="1912"/>
                    </a:cubicBezTo>
                    <a:lnTo>
                      <a:pt x="496138" y="1912"/>
                    </a:lnTo>
                    <a:cubicBezTo>
                      <a:pt x="478619" y="1912"/>
                      <a:pt x="464374" y="16158"/>
                      <a:pt x="464374" y="33676"/>
                    </a:cubicBezTo>
                    <a:lnTo>
                      <a:pt x="464374" y="642698"/>
                    </a:lnTo>
                    <a:cubicBezTo>
                      <a:pt x="464374" y="660216"/>
                      <a:pt x="478619" y="674461"/>
                      <a:pt x="496138" y="674461"/>
                    </a:cubicBezTo>
                    <a:close/>
                    <a:moveTo>
                      <a:pt x="982278" y="1848"/>
                    </a:moveTo>
                    <a:lnTo>
                      <a:pt x="861705" y="1848"/>
                    </a:lnTo>
                    <a:cubicBezTo>
                      <a:pt x="844187" y="1848"/>
                      <a:pt x="829941" y="16093"/>
                      <a:pt x="829941" y="33611"/>
                    </a:cubicBezTo>
                    <a:lnTo>
                      <a:pt x="829941" y="263719"/>
                    </a:lnTo>
                    <a:cubicBezTo>
                      <a:pt x="829941" y="281237"/>
                      <a:pt x="844187" y="295483"/>
                      <a:pt x="861705" y="295483"/>
                    </a:cubicBezTo>
                    <a:lnTo>
                      <a:pt x="1035152" y="295483"/>
                    </a:lnTo>
                    <a:cubicBezTo>
                      <a:pt x="1056584" y="295483"/>
                      <a:pt x="1071857" y="274692"/>
                      <a:pt x="1065440" y="254222"/>
                    </a:cubicBezTo>
                    <a:lnTo>
                      <a:pt x="1012629" y="24114"/>
                    </a:lnTo>
                    <a:cubicBezTo>
                      <a:pt x="1008458" y="10896"/>
                      <a:pt x="996202" y="1848"/>
                      <a:pt x="982341" y="1848"/>
                    </a:cubicBezTo>
                    <a:close/>
                    <a:moveTo>
                      <a:pt x="1848" y="306456"/>
                    </a:moveTo>
                    <a:lnTo>
                      <a:pt x="1848" y="674333"/>
                    </a:lnTo>
                    <a:lnTo>
                      <a:pt x="399179" y="674333"/>
                    </a:lnTo>
                    <a:cubicBezTo>
                      <a:pt x="416697" y="674333"/>
                      <a:pt x="430942" y="660088"/>
                      <a:pt x="430942" y="642570"/>
                    </a:cubicBezTo>
                    <a:lnTo>
                      <a:pt x="430942" y="33676"/>
                    </a:lnTo>
                    <a:cubicBezTo>
                      <a:pt x="430942" y="16158"/>
                      <a:pt x="416697" y="1912"/>
                      <a:pt x="399179" y="1912"/>
                    </a:cubicBezTo>
                    <a:lnTo>
                      <a:pt x="218801" y="1912"/>
                    </a:lnTo>
                    <a:cubicBezTo>
                      <a:pt x="210074" y="1912"/>
                      <a:pt x="201733" y="5506"/>
                      <a:pt x="195765" y="11794"/>
                    </a:cubicBezTo>
                    <a:lnTo>
                      <a:pt x="1848" y="30652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561;p45">
                <a:extLst>
                  <a:ext uri="{FF2B5EF4-FFF2-40B4-BE49-F238E27FC236}">
                    <a16:creationId xmlns:a16="http://schemas.microsoft.com/office/drawing/2014/main" id="{669F11D9-1654-5E24-AB56-BEE0BD8974FB}"/>
                  </a:ext>
                </a:extLst>
              </p:cNvPr>
              <p:cNvSpPr/>
              <p:nvPr/>
            </p:nvSpPr>
            <p:spPr>
              <a:xfrm>
                <a:off x="12067663" y="-6144018"/>
                <a:ext cx="1642711" cy="173254"/>
              </a:xfrm>
              <a:custGeom>
                <a:avLst/>
                <a:gdLst/>
                <a:ahLst/>
                <a:cxnLst/>
                <a:rect l="l" t="t" r="r" b="b"/>
                <a:pathLst>
                  <a:path w="1642711" h="173254" extrusionOk="0">
                    <a:moveTo>
                      <a:pt x="1848" y="176194"/>
                    </a:moveTo>
                    <a:lnTo>
                      <a:pt x="51514" y="176194"/>
                    </a:lnTo>
                    <a:lnTo>
                      <a:pt x="51514" y="89245"/>
                    </a:lnTo>
                    <a:lnTo>
                      <a:pt x="486705" y="1848"/>
                    </a:lnTo>
                    <a:lnTo>
                      <a:pt x="1642507" y="1848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562;p45">
                <a:extLst>
                  <a:ext uri="{FF2B5EF4-FFF2-40B4-BE49-F238E27FC236}">
                    <a16:creationId xmlns:a16="http://schemas.microsoft.com/office/drawing/2014/main" id="{EC37DAF9-2DF9-1756-3851-D3D4FF1FF027}"/>
                  </a:ext>
                </a:extLst>
              </p:cNvPr>
              <p:cNvSpPr/>
              <p:nvPr/>
            </p:nvSpPr>
            <p:spPr>
              <a:xfrm>
                <a:off x="13234618" y="-6113038"/>
                <a:ext cx="96252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6252" h="19250" extrusionOk="0">
                    <a:moveTo>
                      <a:pt x="99525" y="22266"/>
                    </a:moveTo>
                    <a:lnTo>
                      <a:pt x="0" y="22266"/>
                    </a:lnTo>
                    <a:cubicBezTo>
                      <a:pt x="0" y="9946"/>
                      <a:pt x="9946" y="0"/>
                      <a:pt x="22266" y="0"/>
                    </a:cubicBezTo>
                    <a:lnTo>
                      <a:pt x="77194" y="0"/>
                    </a:lnTo>
                    <a:cubicBezTo>
                      <a:pt x="89515" y="0"/>
                      <a:pt x="99461" y="9946"/>
                      <a:pt x="99461" y="22266"/>
                    </a:cubicBezTo>
                    <a:lnTo>
                      <a:pt x="99461" y="2226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563;p45">
                <a:extLst>
                  <a:ext uri="{FF2B5EF4-FFF2-40B4-BE49-F238E27FC236}">
                    <a16:creationId xmlns:a16="http://schemas.microsoft.com/office/drawing/2014/main" id="{491E6C24-560A-AC01-466F-4C3269EACC63}"/>
                  </a:ext>
                </a:extLst>
              </p:cNvPr>
              <p:cNvSpPr/>
              <p:nvPr/>
            </p:nvSpPr>
            <p:spPr>
              <a:xfrm>
                <a:off x="12619154" y="-6427399"/>
                <a:ext cx="975359" cy="250256"/>
              </a:xfrm>
              <a:custGeom>
                <a:avLst/>
                <a:gdLst/>
                <a:ahLst/>
                <a:cxnLst/>
                <a:rect l="l" t="t" r="r" b="b"/>
                <a:pathLst>
                  <a:path w="975359" h="250256" extrusionOk="0">
                    <a:moveTo>
                      <a:pt x="800782" y="254877"/>
                    </a:moveTo>
                    <a:cubicBezTo>
                      <a:pt x="790836" y="254877"/>
                      <a:pt x="782686" y="246792"/>
                      <a:pt x="782686" y="236781"/>
                    </a:cubicBezTo>
                    <a:lnTo>
                      <a:pt x="782686" y="18095"/>
                    </a:lnTo>
                    <a:cubicBezTo>
                      <a:pt x="782686" y="8149"/>
                      <a:pt x="790771" y="0"/>
                      <a:pt x="800782" y="0"/>
                    </a:cubicBezTo>
                    <a:lnTo>
                      <a:pt x="911473" y="0"/>
                    </a:lnTo>
                    <a:cubicBezTo>
                      <a:pt x="919429" y="0"/>
                      <a:pt x="926359" y="5069"/>
                      <a:pt x="928734" y="12641"/>
                    </a:cubicBezTo>
                    <a:lnTo>
                      <a:pt x="977951" y="231327"/>
                    </a:lnTo>
                    <a:cubicBezTo>
                      <a:pt x="979684" y="236910"/>
                      <a:pt x="978721" y="242749"/>
                      <a:pt x="975256" y="247433"/>
                    </a:cubicBezTo>
                    <a:cubicBezTo>
                      <a:pt x="971790" y="252118"/>
                      <a:pt x="966465" y="254813"/>
                      <a:pt x="960689" y="254813"/>
                    </a:cubicBezTo>
                    <a:lnTo>
                      <a:pt x="800782" y="254813"/>
                    </a:lnTo>
                    <a:close/>
                    <a:moveTo>
                      <a:pt x="435214" y="254877"/>
                    </a:moveTo>
                    <a:cubicBezTo>
                      <a:pt x="425268" y="254877"/>
                      <a:pt x="417119" y="246792"/>
                      <a:pt x="417119" y="236781"/>
                    </a:cubicBezTo>
                    <a:lnTo>
                      <a:pt x="417119" y="18095"/>
                    </a:lnTo>
                    <a:cubicBezTo>
                      <a:pt x="417119" y="8149"/>
                      <a:pt x="425204" y="0"/>
                      <a:pt x="435214" y="0"/>
                    </a:cubicBezTo>
                    <a:lnTo>
                      <a:pt x="692402" y="0"/>
                    </a:lnTo>
                    <a:cubicBezTo>
                      <a:pt x="702347" y="0"/>
                      <a:pt x="710497" y="8085"/>
                      <a:pt x="710497" y="18095"/>
                    </a:cubicBezTo>
                    <a:lnTo>
                      <a:pt x="710497" y="236781"/>
                    </a:lnTo>
                    <a:cubicBezTo>
                      <a:pt x="710497" y="246728"/>
                      <a:pt x="702411" y="254877"/>
                      <a:pt x="692402" y="254877"/>
                    </a:cubicBezTo>
                    <a:lnTo>
                      <a:pt x="435214" y="254877"/>
                    </a:lnTo>
                    <a:close/>
                    <a:moveTo>
                      <a:pt x="18119" y="254877"/>
                    </a:moveTo>
                    <a:cubicBezTo>
                      <a:pt x="9264" y="254877"/>
                      <a:pt x="3681" y="249166"/>
                      <a:pt x="1436" y="243840"/>
                    </a:cubicBezTo>
                    <a:cubicBezTo>
                      <a:pt x="-810" y="238514"/>
                      <a:pt x="-1003" y="230493"/>
                      <a:pt x="5158" y="224204"/>
                    </a:cubicBezTo>
                    <a:lnTo>
                      <a:pt x="141387" y="5518"/>
                    </a:lnTo>
                    <a:cubicBezTo>
                      <a:pt x="144788" y="2053"/>
                      <a:pt x="149473" y="64"/>
                      <a:pt x="154349" y="64"/>
                    </a:cubicBezTo>
                    <a:lnTo>
                      <a:pt x="326834" y="64"/>
                    </a:lnTo>
                    <a:cubicBezTo>
                      <a:pt x="336780" y="64"/>
                      <a:pt x="344929" y="8149"/>
                      <a:pt x="344929" y="18160"/>
                    </a:cubicBezTo>
                    <a:lnTo>
                      <a:pt x="344929" y="236846"/>
                    </a:lnTo>
                    <a:cubicBezTo>
                      <a:pt x="344929" y="246792"/>
                      <a:pt x="336844" y="254941"/>
                      <a:pt x="326834" y="254941"/>
                    </a:cubicBezTo>
                    <a:lnTo>
                      <a:pt x="18119" y="25494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564;p45">
                <a:extLst>
                  <a:ext uri="{FF2B5EF4-FFF2-40B4-BE49-F238E27FC236}">
                    <a16:creationId xmlns:a16="http://schemas.microsoft.com/office/drawing/2014/main" id="{B40D057A-9D37-84A0-53B5-C9554B1FD10B}"/>
                  </a:ext>
                </a:extLst>
              </p:cNvPr>
              <p:cNvSpPr/>
              <p:nvPr/>
            </p:nvSpPr>
            <p:spPr>
              <a:xfrm>
                <a:off x="12036272" y="-5813371"/>
                <a:ext cx="1668378" cy="77002"/>
              </a:xfrm>
              <a:custGeom>
                <a:avLst/>
                <a:gdLst/>
                <a:ahLst/>
                <a:cxnLst/>
                <a:rect l="l" t="t" r="r" b="b"/>
                <a:pathLst>
                  <a:path w="1668378" h="77002" extrusionOk="0">
                    <a:moveTo>
                      <a:pt x="2887" y="0"/>
                    </a:moveTo>
                    <a:lnTo>
                      <a:pt x="0" y="12384"/>
                    </a:lnTo>
                    <a:lnTo>
                      <a:pt x="105172" y="81430"/>
                    </a:lnTo>
                    <a:lnTo>
                      <a:pt x="126604" y="81430"/>
                    </a:lnTo>
                    <a:cubicBezTo>
                      <a:pt x="126604" y="80852"/>
                      <a:pt x="126604" y="80275"/>
                      <a:pt x="126604" y="79761"/>
                    </a:cubicBezTo>
                    <a:cubicBezTo>
                      <a:pt x="126604" y="51270"/>
                      <a:pt x="132893" y="24256"/>
                      <a:pt x="144058" y="0"/>
                    </a:cubicBezTo>
                    <a:lnTo>
                      <a:pt x="2951" y="0"/>
                    </a:lnTo>
                    <a:close/>
                    <a:moveTo>
                      <a:pt x="1567057" y="0"/>
                    </a:moveTo>
                    <a:cubicBezTo>
                      <a:pt x="1578286" y="24256"/>
                      <a:pt x="1584510" y="51270"/>
                      <a:pt x="1584510" y="79761"/>
                    </a:cubicBezTo>
                    <a:cubicBezTo>
                      <a:pt x="1584510" y="80018"/>
                      <a:pt x="1584510" y="80275"/>
                      <a:pt x="1584510" y="80531"/>
                    </a:cubicBezTo>
                    <a:lnTo>
                      <a:pt x="1673897" y="52490"/>
                    </a:lnTo>
                    <a:lnTo>
                      <a:pt x="1673897" y="0"/>
                    </a:lnTo>
                    <a:lnTo>
                      <a:pt x="1567121" y="0"/>
                    </a:lnTo>
                    <a:close/>
                    <a:moveTo>
                      <a:pt x="490054" y="0"/>
                    </a:moveTo>
                    <a:cubicBezTo>
                      <a:pt x="501284" y="24256"/>
                      <a:pt x="507508" y="51270"/>
                      <a:pt x="507508" y="79761"/>
                    </a:cubicBezTo>
                    <a:cubicBezTo>
                      <a:pt x="507508" y="80339"/>
                      <a:pt x="507508" y="80916"/>
                      <a:pt x="507508" y="81430"/>
                    </a:cubicBezTo>
                    <a:lnTo>
                      <a:pt x="1203607" y="81430"/>
                    </a:lnTo>
                    <a:cubicBezTo>
                      <a:pt x="1203607" y="80852"/>
                      <a:pt x="1203607" y="80275"/>
                      <a:pt x="1203607" y="79761"/>
                    </a:cubicBezTo>
                    <a:cubicBezTo>
                      <a:pt x="1203607" y="51270"/>
                      <a:pt x="1209895" y="24256"/>
                      <a:pt x="1221060" y="0"/>
                    </a:cubicBezTo>
                    <a:lnTo>
                      <a:pt x="4901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565;p45">
                <a:extLst>
                  <a:ext uri="{FF2B5EF4-FFF2-40B4-BE49-F238E27FC236}">
                    <a16:creationId xmlns:a16="http://schemas.microsoft.com/office/drawing/2014/main" id="{85F6A8A5-8C44-6CD3-B06C-6B4A89540685}"/>
                  </a:ext>
                </a:extLst>
              </p:cNvPr>
              <p:cNvSpPr/>
              <p:nvPr/>
            </p:nvSpPr>
            <p:spPr>
              <a:xfrm>
                <a:off x="12575159" y="-6131133"/>
                <a:ext cx="19250" cy="57751"/>
              </a:xfrm>
              <a:custGeom>
                <a:avLst/>
                <a:gdLst/>
                <a:ahLst/>
                <a:cxnLst/>
                <a:rect l="l" t="t" r="r" b="b"/>
                <a:pathLst>
                  <a:path w="19250" h="57751" extrusionOk="0">
                    <a:moveTo>
                      <a:pt x="10908" y="62179"/>
                    </a:moveTo>
                    <a:lnTo>
                      <a:pt x="10908" y="62179"/>
                    </a:lnTo>
                    <a:cubicBezTo>
                      <a:pt x="4877" y="62179"/>
                      <a:pt x="0" y="57302"/>
                      <a:pt x="0" y="51271"/>
                    </a:cubicBezTo>
                    <a:lnTo>
                      <a:pt x="0" y="10909"/>
                    </a:lnTo>
                    <a:cubicBezTo>
                      <a:pt x="0" y="4877"/>
                      <a:pt x="4877" y="0"/>
                      <a:pt x="10908" y="0"/>
                    </a:cubicBezTo>
                    <a:lnTo>
                      <a:pt x="10908" y="0"/>
                    </a:lnTo>
                    <a:cubicBezTo>
                      <a:pt x="16941" y="0"/>
                      <a:pt x="21817" y="4877"/>
                      <a:pt x="21817" y="10909"/>
                    </a:cubicBezTo>
                    <a:lnTo>
                      <a:pt x="21817" y="51271"/>
                    </a:lnTo>
                    <a:cubicBezTo>
                      <a:pt x="21817" y="57302"/>
                      <a:pt x="16941" y="62179"/>
                      <a:pt x="10908" y="6217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566;p45">
                <a:extLst>
                  <a:ext uri="{FF2B5EF4-FFF2-40B4-BE49-F238E27FC236}">
                    <a16:creationId xmlns:a16="http://schemas.microsoft.com/office/drawing/2014/main" id="{7C9DE2A4-9F5E-E84E-F983-E88259003913}"/>
                  </a:ext>
                </a:extLst>
              </p:cNvPr>
              <p:cNvSpPr/>
              <p:nvPr/>
            </p:nvSpPr>
            <p:spPr>
              <a:xfrm>
                <a:off x="12586003" y="-6148395"/>
                <a:ext cx="32084" cy="57751"/>
              </a:xfrm>
              <a:custGeom>
                <a:avLst/>
                <a:gdLst/>
                <a:ahLst/>
                <a:cxnLst/>
                <a:rect l="l" t="t" r="r" b="b"/>
                <a:pathLst>
                  <a:path w="32084" h="57751" extrusionOk="0">
                    <a:moveTo>
                      <a:pt x="37860" y="8599"/>
                    </a:moveTo>
                    <a:lnTo>
                      <a:pt x="8406" y="59292"/>
                    </a:lnTo>
                    <a:cubicBezTo>
                      <a:pt x="5647" y="62757"/>
                      <a:pt x="0" y="60832"/>
                      <a:pt x="0" y="56340"/>
                    </a:cubicBezTo>
                    <a:lnTo>
                      <a:pt x="0" y="33175"/>
                    </a:lnTo>
                    <a:cubicBezTo>
                      <a:pt x="0" y="31892"/>
                      <a:pt x="514" y="30608"/>
                      <a:pt x="1477" y="29710"/>
                    </a:cubicBezTo>
                    <a:lnTo>
                      <a:pt x="33111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567;p45">
                <a:extLst>
                  <a:ext uri="{FF2B5EF4-FFF2-40B4-BE49-F238E27FC236}">
                    <a16:creationId xmlns:a16="http://schemas.microsoft.com/office/drawing/2014/main" id="{4AA038D9-7503-094D-2B36-797870246EE9}"/>
                  </a:ext>
                </a:extLst>
              </p:cNvPr>
              <p:cNvSpPr/>
              <p:nvPr/>
            </p:nvSpPr>
            <p:spPr>
              <a:xfrm>
                <a:off x="12619114" y="-6230530"/>
                <a:ext cx="19250" cy="115503"/>
              </a:xfrm>
              <a:custGeom>
                <a:avLst/>
                <a:gdLst/>
                <a:ahLst/>
                <a:cxnLst/>
                <a:rect l="l" t="t" r="r" b="b"/>
                <a:pathLst>
                  <a:path w="19250" h="115503" extrusionOk="0">
                    <a:moveTo>
                      <a:pt x="16555" y="64"/>
                    </a:moveTo>
                    <a:lnTo>
                      <a:pt x="23357" y="64"/>
                    </a:lnTo>
                    <a:lnTo>
                      <a:pt x="23357" y="115888"/>
                    </a:lnTo>
                    <a:lnTo>
                      <a:pt x="16555" y="115888"/>
                    </a:lnTo>
                    <a:cubicBezTo>
                      <a:pt x="7444" y="115888"/>
                      <a:pt x="0" y="108509"/>
                      <a:pt x="0" y="99333"/>
                    </a:cubicBezTo>
                    <a:lnTo>
                      <a:pt x="0" y="16555"/>
                    </a:lnTo>
                    <a:cubicBezTo>
                      <a:pt x="0" y="7444"/>
                      <a:pt x="7380" y="0"/>
                      <a:pt x="165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568;p45">
                <a:extLst>
                  <a:ext uri="{FF2B5EF4-FFF2-40B4-BE49-F238E27FC236}">
                    <a16:creationId xmlns:a16="http://schemas.microsoft.com/office/drawing/2014/main" id="{FF59F17A-D1F9-5762-C841-A4F48A7E84BC}"/>
                  </a:ext>
                </a:extLst>
              </p:cNvPr>
              <p:cNvSpPr/>
              <p:nvPr/>
            </p:nvSpPr>
            <p:spPr>
              <a:xfrm>
                <a:off x="12638381" y="-6232314"/>
                <a:ext cx="6300" cy="1155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15503" extrusionOk="0">
                    <a:moveTo>
                      <a:pt x="34558" y="1848"/>
                    </a:moveTo>
                    <a:lnTo>
                      <a:pt x="34558" y="117672"/>
                    </a:ln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569;p45">
                <a:extLst>
                  <a:ext uri="{FF2B5EF4-FFF2-40B4-BE49-F238E27FC236}">
                    <a16:creationId xmlns:a16="http://schemas.microsoft.com/office/drawing/2014/main" id="{8111F92E-732B-3398-005F-462311D02AFA}"/>
                  </a:ext>
                </a:extLst>
              </p:cNvPr>
              <p:cNvSpPr/>
              <p:nvPr/>
            </p:nvSpPr>
            <p:spPr>
              <a:xfrm>
                <a:off x="12181742" y="-5905196"/>
                <a:ext cx="340092" cy="340092"/>
              </a:xfrm>
              <a:custGeom>
                <a:avLst/>
                <a:gdLst/>
                <a:ahLst/>
                <a:cxnLst/>
                <a:rect l="l" t="t" r="r" b="b"/>
                <a:pathLst>
                  <a:path w="340092" h="340092" extrusionOk="0">
                    <a:moveTo>
                      <a:pt x="171586" y="343173"/>
                    </a:moveTo>
                    <a:cubicBezTo>
                      <a:pt x="77002" y="343173"/>
                      <a:pt x="0" y="266171"/>
                      <a:pt x="0" y="171586"/>
                    </a:cubicBezTo>
                    <a:cubicBezTo>
                      <a:pt x="0" y="77002"/>
                      <a:pt x="77002" y="0"/>
                      <a:pt x="171586" y="0"/>
                    </a:cubicBezTo>
                    <a:cubicBezTo>
                      <a:pt x="266171" y="0"/>
                      <a:pt x="343173" y="77002"/>
                      <a:pt x="343173" y="171586"/>
                    </a:cubicBezTo>
                    <a:cubicBezTo>
                      <a:pt x="343173" y="266171"/>
                      <a:pt x="266171" y="343173"/>
                      <a:pt x="171586" y="3431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570;p45">
                <a:extLst>
                  <a:ext uri="{FF2B5EF4-FFF2-40B4-BE49-F238E27FC236}">
                    <a16:creationId xmlns:a16="http://schemas.microsoft.com/office/drawing/2014/main" id="{2CD4A26A-9D32-9693-CD07-0C799D35CC42}"/>
                  </a:ext>
                </a:extLst>
              </p:cNvPr>
              <p:cNvSpPr/>
              <p:nvPr/>
            </p:nvSpPr>
            <p:spPr>
              <a:xfrm>
                <a:off x="12205561" y="-5881377"/>
                <a:ext cx="295174" cy="295174"/>
              </a:xfrm>
              <a:custGeom>
                <a:avLst/>
                <a:gdLst/>
                <a:ahLst/>
                <a:cxnLst/>
                <a:rect l="l" t="t" r="r" b="b"/>
                <a:pathLst>
                  <a:path w="295174" h="295174" extrusionOk="0">
                    <a:moveTo>
                      <a:pt x="293686" y="147767"/>
                    </a:moveTo>
                    <a:cubicBezTo>
                      <a:pt x="293686" y="228356"/>
                      <a:pt x="228356" y="293686"/>
                      <a:pt x="147767" y="293686"/>
                    </a:cubicBezTo>
                    <a:cubicBezTo>
                      <a:pt x="67179" y="293686"/>
                      <a:pt x="1849" y="228356"/>
                      <a:pt x="1849" y="147767"/>
                    </a:cubicBezTo>
                    <a:cubicBezTo>
                      <a:pt x="1849" y="67178"/>
                      <a:pt x="67179" y="1848"/>
                      <a:pt x="147767" y="1848"/>
                    </a:cubicBezTo>
                    <a:cubicBezTo>
                      <a:pt x="228356" y="1848"/>
                      <a:pt x="293686" y="67178"/>
                      <a:pt x="293686" y="14776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571;p45">
                <a:extLst>
                  <a:ext uri="{FF2B5EF4-FFF2-40B4-BE49-F238E27FC236}">
                    <a16:creationId xmlns:a16="http://schemas.microsoft.com/office/drawing/2014/main" id="{17A597C2-B772-FE38-EBD1-568DBCD75851}"/>
                  </a:ext>
                </a:extLst>
              </p:cNvPr>
              <p:cNvSpPr/>
              <p:nvPr/>
            </p:nvSpPr>
            <p:spPr>
              <a:xfrm>
                <a:off x="12238386" y="-5848618"/>
                <a:ext cx="224589" cy="224589"/>
              </a:xfrm>
              <a:custGeom>
                <a:avLst/>
                <a:gdLst/>
                <a:ahLst/>
                <a:cxnLst/>
                <a:rect l="l" t="t" r="r" b="b"/>
                <a:pathLst>
                  <a:path w="224589" h="224589" extrusionOk="0">
                    <a:moveTo>
                      <a:pt x="172466" y="57489"/>
                    </a:moveTo>
                    <a:cubicBezTo>
                      <a:pt x="204216" y="89239"/>
                      <a:pt x="204216" y="140716"/>
                      <a:pt x="172466" y="172466"/>
                    </a:cubicBezTo>
                    <a:cubicBezTo>
                      <a:pt x="140716" y="204217"/>
                      <a:pt x="89238" y="204217"/>
                      <a:pt x="57488" y="172467"/>
                    </a:cubicBezTo>
                    <a:cubicBezTo>
                      <a:pt x="25738" y="140717"/>
                      <a:pt x="25738" y="89239"/>
                      <a:pt x="57489" y="57489"/>
                    </a:cubicBezTo>
                    <a:cubicBezTo>
                      <a:pt x="89239" y="25739"/>
                      <a:pt x="140716" y="25739"/>
                      <a:pt x="172466" y="574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572;p45">
                <a:extLst>
                  <a:ext uri="{FF2B5EF4-FFF2-40B4-BE49-F238E27FC236}">
                    <a16:creationId xmlns:a16="http://schemas.microsoft.com/office/drawing/2014/main" id="{B94FF09F-FAEA-F07A-8F42-2576D5DF6926}"/>
                  </a:ext>
                </a:extLst>
              </p:cNvPr>
              <p:cNvSpPr/>
              <p:nvPr/>
            </p:nvSpPr>
            <p:spPr>
              <a:xfrm>
                <a:off x="13258745" y="-5905196"/>
                <a:ext cx="340092" cy="340092"/>
              </a:xfrm>
              <a:custGeom>
                <a:avLst/>
                <a:gdLst/>
                <a:ahLst/>
                <a:cxnLst/>
                <a:rect l="l" t="t" r="r" b="b"/>
                <a:pathLst>
                  <a:path w="340092" h="340092" extrusionOk="0">
                    <a:moveTo>
                      <a:pt x="171586" y="343173"/>
                    </a:moveTo>
                    <a:cubicBezTo>
                      <a:pt x="77002" y="343173"/>
                      <a:pt x="0" y="266171"/>
                      <a:pt x="0" y="171586"/>
                    </a:cubicBezTo>
                    <a:cubicBezTo>
                      <a:pt x="0" y="77002"/>
                      <a:pt x="77002" y="0"/>
                      <a:pt x="171586" y="0"/>
                    </a:cubicBezTo>
                    <a:cubicBezTo>
                      <a:pt x="266171" y="0"/>
                      <a:pt x="343173" y="77002"/>
                      <a:pt x="343173" y="171586"/>
                    </a:cubicBezTo>
                    <a:cubicBezTo>
                      <a:pt x="343173" y="266171"/>
                      <a:pt x="266171" y="343173"/>
                      <a:pt x="171586" y="3431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573;p45">
                <a:extLst>
                  <a:ext uri="{FF2B5EF4-FFF2-40B4-BE49-F238E27FC236}">
                    <a16:creationId xmlns:a16="http://schemas.microsoft.com/office/drawing/2014/main" id="{4507913F-E10A-FDFC-1BFC-D5705580B02E}"/>
                  </a:ext>
                </a:extLst>
              </p:cNvPr>
              <p:cNvSpPr/>
              <p:nvPr/>
            </p:nvSpPr>
            <p:spPr>
              <a:xfrm>
                <a:off x="13282564" y="-5881377"/>
                <a:ext cx="295174" cy="295174"/>
              </a:xfrm>
              <a:custGeom>
                <a:avLst/>
                <a:gdLst/>
                <a:ahLst/>
                <a:cxnLst/>
                <a:rect l="l" t="t" r="r" b="b"/>
                <a:pathLst>
                  <a:path w="295174" h="295174" extrusionOk="0">
                    <a:moveTo>
                      <a:pt x="293686" y="147767"/>
                    </a:moveTo>
                    <a:cubicBezTo>
                      <a:pt x="293686" y="228356"/>
                      <a:pt x="228356" y="293686"/>
                      <a:pt x="147767" y="293686"/>
                    </a:cubicBezTo>
                    <a:cubicBezTo>
                      <a:pt x="67178" y="293686"/>
                      <a:pt x="1848" y="228356"/>
                      <a:pt x="1848" y="147767"/>
                    </a:cubicBezTo>
                    <a:cubicBezTo>
                      <a:pt x="1848" y="67178"/>
                      <a:pt x="67178" y="1848"/>
                      <a:pt x="147767" y="1848"/>
                    </a:cubicBezTo>
                    <a:cubicBezTo>
                      <a:pt x="228356" y="1848"/>
                      <a:pt x="293686" y="67178"/>
                      <a:pt x="293686" y="14776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574;p45">
                <a:extLst>
                  <a:ext uri="{FF2B5EF4-FFF2-40B4-BE49-F238E27FC236}">
                    <a16:creationId xmlns:a16="http://schemas.microsoft.com/office/drawing/2014/main" id="{607F70E5-1786-9AD5-0B2D-AFE806D326C7}"/>
                  </a:ext>
                </a:extLst>
              </p:cNvPr>
              <p:cNvSpPr/>
              <p:nvPr/>
            </p:nvSpPr>
            <p:spPr>
              <a:xfrm>
                <a:off x="13332779" y="-5831849"/>
                <a:ext cx="192505" cy="192505"/>
              </a:xfrm>
              <a:custGeom>
                <a:avLst/>
                <a:gdLst/>
                <a:ahLst/>
                <a:cxnLst/>
                <a:rect l="l" t="t" r="r" b="b"/>
                <a:pathLst>
                  <a:path w="192505" h="192505" extrusionOk="0">
                    <a:moveTo>
                      <a:pt x="118175" y="19641"/>
                    </a:moveTo>
                    <a:cubicBezTo>
                      <a:pt x="161747" y="30489"/>
                      <a:pt x="188275" y="74604"/>
                      <a:pt x="177427" y="118176"/>
                    </a:cubicBezTo>
                    <a:cubicBezTo>
                      <a:pt x="166580" y="161747"/>
                      <a:pt x="122465" y="188276"/>
                      <a:pt x="78893" y="177428"/>
                    </a:cubicBezTo>
                    <a:cubicBezTo>
                      <a:pt x="35321" y="166581"/>
                      <a:pt x="8793" y="122465"/>
                      <a:pt x="19641" y="78894"/>
                    </a:cubicBezTo>
                    <a:cubicBezTo>
                      <a:pt x="30488" y="35322"/>
                      <a:pt x="74604" y="8794"/>
                      <a:pt x="118175" y="1964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75;p45">
                <a:extLst>
                  <a:ext uri="{FF2B5EF4-FFF2-40B4-BE49-F238E27FC236}">
                    <a16:creationId xmlns:a16="http://schemas.microsoft.com/office/drawing/2014/main" id="{37916F39-AFE0-95BB-1BA4-F9E5FF121C46}"/>
                  </a:ext>
                </a:extLst>
              </p:cNvPr>
              <p:cNvSpPr/>
              <p:nvPr/>
            </p:nvSpPr>
            <p:spPr>
              <a:xfrm>
                <a:off x="12995333" y="-6534881"/>
                <a:ext cx="32084" cy="77002"/>
              </a:xfrm>
              <a:custGeom>
                <a:avLst/>
                <a:gdLst/>
                <a:ahLst/>
                <a:cxnLst/>
                <a:rect l="l" t="t" r="r" b="b"/>
                <a:pathLst>
                  <a:path w="32084" h="77002" extrusionOk="0">
                    <a:moveTo>
                      <a:pt x="0" y="0"/>
                    </a:moveTo>
                    <a:lnTo>
                      <a:pt x="35678" y="0"/>
                    </a:lnTo>
                    <a:lnTo>
                      <a:pt x="35678" y="78029"/>
                    </a:lnTo>
                    <a:lnTo>
                      <a:pt x="0" y="7802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76;p45">
                <a:extLst>
                  <a:ext uri="{FF2B5EF4-FFF2-40B4-BE49-F238E27FC236}">
                    <a16:creationId xmlns:a16="http://schemas.microsoft.com/office/drawing/2014/main" id="{F0E2891D-4250-5BB3-5D46-28CE70D10B62}"/>
                  </a:ext>
                </a:extLst>
              </p:cNvPr>
              <p:cNvSpPr/>
              <p:nvPr/>
            </p:nvSpPr>
            <p:spPr>
              <a:xfrm>
                <a:off x="13360965" y="-6534881"/>
                <a:ext cx="32084" cy="77002"/>
              </a:xfrm>
              <a:custGeom>
                <a:avLst/>
                <a:gdLst/>
                <a:ahLst/>
                <a:cxnLst/>
                <a:rect l="l" t="t" r="r" b="b"/>
                <a:pathLst>
                  <a:path w="32084" h="77002" extrusionOk="0">
                    <a:moveTo>
                      <a:pt x="0" y="0"/>
                    </a:moveTo>
                    <a:lnTo>
                      <a:pt x="35678" y="0"/>
                    </a:lnTo>
                    <a:lnTo>
                      <a:pt x="35678" y="78029"/>
                    </a:lnTo>
                    <a:lnTo>
                      <a:pt x="0" y="7802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77;p45">
                <a:extLst>
                  <a:ext uri="{FF2B5EF4-FFF2-40B4-BE49-F238E27FC236}">
                    <a16:creationId xmlns:a16="http://schemas.microsoft.com/office/drawing/2014/main" id="{26041613-912C-6C81-E64A-186FBA989220}"/>
                  </a:ext>
                </a:extLst>
              </p:cNvPr>
              <p:cNvSpPr/>
              <p:nvPr/>
            </p:nvSpPr>
            <p:spPr>
              <a:xfrm>
                <a:off x="12850826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78;p45">
                <a:extLst>
                  <a:ext uri="{FF2B5EF4-FFF2-40B4-BE49-F238E27FC236}">
                    <a16:creationId xmlns:a16="http://schemas.microsoft.com/office/drawing/2014/main" id="{D98FB2D4-D7B9-0039-8BBE-3BB23B5DF9F0}"/>
                  </a:ext>
                </a:extLst>
              </p:cNvPr>
              <p:cNvSpPr/>
              <p:nvPr/>
            </p:nvSpPr>
            <p:spPr>
              <a:xfrm>
                <a:off x="13085811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79;p45">
                <a:extLst>
                  <a:ext uri="{FF2B5EF4-FFF2-40B4-BE49-F238E27FC236}">
                    <a16:creationId xmlns:a16="http://schemas.microsoft.com/office/drawing/2014/main" id="{C4974610-8F81-F483-8907-2AB3DE075AC9}"/>
                  </a:ext>
                </a:extLst>
              </p:cNvPr>
              <p:cNvSpPr/>
              <p:nvPr/>
            </p:nvSpPr>
            <p:spPr>
              <a:xfrm>
                <a:off x="13293267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80;p45">
                <a:extLst>
                  <a:ext uri="{FF2B5EF4-FFF2-40B4-BE49-F238E27FC236}">
                    <a16:creationId xmlns:a16="http://schemas.microsoft.com/office/drawing/2014/main" id="{0B2F3663-F0E0-F5F0-F843-F0834A4569B2}"/>
                  </a:ext>
                </a:extLst>
              </p:cNvPr>
              <p:cNvSpPr/>
              <p:nvPr/>
            </p:nvSpPr>
            <p:spPr>
              <a:xfrm>
                <a:off x="13500788" y="-6587371"/>
                <a:ext cx="12833" cy="51334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51334" extrusionOk="0">
                    <a:moveTo>
                      <a:pt x="0" y="0"/>
                    </a:moveTo>
                    <a:lnTo>
                      <a:pt x="12898" y="0"/>
                    </a:lnTo>
                    <a:lnTo>
                      <a:pt x="12898" y="53452"/>
                    </a:lnTo>
                    <a:lnTo>
                      <a:pt x="0" y="534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81;p45">
                <a:extLst>
                  <a:ext uri="{FF2B5EF4-FFF2-40B4-BE49-F238E27FC236}">
                    <a16:creationId xmlns:a16="http://schemas.microsoft.com/office/drawing/2014/main" id="{013B19B6-BD04-BF74-BCDA-572F91ADE5A5}"/>
                  </a:ext>
                </a:extLst>
              </p:cNvPr>
              <p:cNvSpPr/>
              <p:nvPr/>
            </p:nvSpPr>
            <p:spPr>
              <a:xfrm>
                <a:off x="12826507" y="-6542838"/>
                <a:ext cx="705852" cy="12833"/>
              </a:xfrm>
              <a:custGeom>
                <a:avLst/>
                <a:gdLst/>
                <a:ahLst/>
                <a:cxnLst/>
                <a:rect l="l" t="t" r="r" b="b"/>
                <a:pathLst>
                  <a:path w="705852" h="12833" extrusionOk="0">
                    <a:moveTo>
                      <a:pt x="702516" y="17839"/>
                    </a:moveTo>
                    <a:lnTo>
                      <a:pt x="8919" y="17839"/>
                    </a:lnTo>
                    <a:cubicBezTo>
                      <a:pt x="3978" y="17839"/>
                      <a:pt x="0" y="13860"/>
                      <a:pt x="0" y="8919"/>
                    </a:cubicBezTo>
                    <a:lnTo>
                      <a:pt x="0" y="8919"/>
                    </a:lnTo>
                    <a:cubicBezTo>
                      <a:pt x="0" y="3978"/>
                      <a:pt x="3978" y="0"/>
                      <a:pt x="8919" y="0"/>
                    </a:cubicBezTo>
                    <a:lnTo>
                      <a:pt x="702516" y="0"/>
                    </a:lnTo>
                    <a:cubicBezTo>
                      <a:pt x="707457" y="0"/>
                      <a:pt x="711435" y="3978"/>
                      <a:pt x="711435" y="8919"/>
                    </a:cubicBezTo>
                    <a:lnTo>
                      <a:pt x="711435" y="8919"/>
                    </a:lnTo>
                    <a:cubicBezTo>
                      <a:pt x="711435" y="13860"/>
                      <a:pt x="707457" y="17839"/>
                      <a:pt x="702516" y="178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82;p45">
                <a:extLst>
                  <a:ext uri="{FF2B5EF4-FFF2-40B4-BE49-F238E27FC236}">
                    <a16:creationId xmlns:a16="http://schemas.microsoft.com/office/drawing/2014/main" id="{92FB4E88-090E-B39A-3F7B-5FAEFE96D2BA}"/>
                  </a:ext>
                </a:extLst>
              </p:cNvPr>
              <p:cNvSpPr/>
              <p:nvPr/>
            </p:nvSpPr>
            <p:spPr>
              <a:xfrm>
                <a:off x="12826507" y="-6596290"/>
                <a:ext cx="705852" cy="12833"/>
              </a:xfrm>
              <a:custGeom>
                <a:avLst/>
                <a:gdLst/>
                <a:ahLst/>
                <a:cxnLst/>
                <a:rect l="l" t="t" r="r" b="b"/>
                <a:pathLst>
                  <a:path w="705852" h="12833" extrusionOk="0">
                    <a:moveTo>
                      <a:pt x="702516" y="17839"/>
                    </a:moveTo>
                    <a:lnTo>
                      <a:pt x="8919" y="17839"/>
                    </a:lnTo>
                    <a:cubicBezTo>
                      <a:pt x="3978" y="17839"/>
                      <a:pt x="0" y="13860"/>
                      <a:pt x="0" y="8919"/>
                    </a:cubicBezTo>
                    <a:lnTo>
                      <a:pt x="0" y="8919"/>
                    </a:lnTo>
                    <a:cubicBezTo>
                      <a:pt x="0" y="3978"/>
                      <a:pt x="3978" y="0"/>
                      <a:pt x="8919" y="0"/>
                    </a:cubicBezTo>
                    <a:lnTo>
                      <a:pt x="702516" y="0"/>
                    </a:lnTo>
                    <a:cubicBezTo>
                      <a:pt x="707457" y="0"/>
                      <a:pt x="711435" y="3978"/>
                      <a:pt x="711435" y="8919"/>
                    </a:cubicBezTo>
                    <a:lnTo>
                      <a:pt x="711435" y="8919"/>
                    </a:lnTo>
                    <a:cubicBezTo>
                      <a:pt x="711435" y="13860"/>
                      <a:pt x="707457" y="17839"/>
                      <a:pt x="702516" y="178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3;p45">
                <a:extLst>
                  <a:ext uri="{FF2B5EF4-FFF2-40B4-BE49-F238E27FC236}">
                    <a16:creationId xmlns:a16="http://schemas.microsoft.com/office/drawing/2014/main" id="{586C0CFD-B59D-0CDE-8788-2AF820AE5DE9}"/>
                  </a:ext>
                </a:extLst>
              </p:cNvPr>
              <p:cNvSpPr/>
              <p:nvPr/>
            </p:nvSpPr>
            <p:spPr>
              <a:xfrm>
                <a:off x="12093318" y="-6060676"/>
                <a:ext cx="64168" cy="160421"/>
              </a:xfrm>
              <a:custGeom>
                <a:avLst/>
                <a:gdLst/>
                <a:ahLst/>
                <a:cxnLst/>
                <a:rect l="l" t="t" r="r" b="b"/>
                <a:pathLst>
                  <a:path w="64168" h="160421" extrusionOk="0">
                    <a:moveTo>
                      <a:pt x="17132" y="64"/>
                    </a:moveTo>
                    <a:lnTo>
                      <a:pt x="36190" y="64"/>
                    </a:lnTo>
                    <a:cubicBezTo>
                      <a:pt x="53388" y="64"/>
                      <a:pt x="67377" y="14053"/>
                      <a:pt x="67377" y="31250"/>
                    </a:cubicBezTo>
                    <a:lnTo>
                      <a:pt x="67377" y="129428"/>
                    </a:lnTo>
                    <a:cubicBezTo>
                      <a:pt x="67377" y="146625"/>
                      <a:pt x="53388" y="160613"/>
                      <a:pt x="36190" y="160613"/>
                    </a:cubicBezTo>
                    <a:lnTo>
                      <a:pt x="17132" y="160613"/>
                    </a:lnTo>
                    <a:cubicBezTo>
                      <a:pt x="7700" y="160613"/>
                      <a:pt x="0" y="152978"/>
                      <a:pt x="0" y="143481"/>
                    </a:cubicBezTo>
                    <a:lnTo>
                      <a:pt x="0" y="17133"/>
                    </a:lnTo>
                    <a:cubicBezTo>
                      <a:pt x="0" y="7700"/>
                      <a:pt x="7636" y="0"/>
                      <a:pt x="17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84;p45">
                <a:extLst>
                  <a:ext uri="{FF2B5EF4-FFF2-40B4-BE49-F238E27FC236}">
                    <a16:creationId xmlns:a16="http://schemas.microsoft.com/office/drawing/2014/main" id="{F9CC536E-9425-FBF4-B8AE-4DE021D0AF7F}"/>
                  </a:ext>
                </a:extLst>
              </p:cNvPr>
              <p:cNvSpPr/>
              <p:nvPr/>
            </p:nvSpPr>
            <p:spPr>
              <a:xfrm>
                <a:off x="12093382" y="-6044763"/>
                <a:ext cx="44917" cy="128336"/>
              </a:xfrm>
              <a:custGeom>
                <a:avLst/>
                <a:gdLst/>
                <a:ahLst/>
                <a:cxnLst/>
                <a:rect l="l" t="t" r="r" b="b"/>
                <a:pathLst>
                  <a:path w="44917" h="128336" extrusionOk="0">
                    <a:moveTo>
                      <a:pt x="0" y="0"/>
                    </a:moveTo>
                    <a:lnTo>
                      <a:pt x="36511" y="0"/>
                    </a:lnTo>
                    <a:cubicBezTo>
                      <a:pt x="44340" y="0"/>
                      <a:pt x="50628" y="6353"/>
                      <a:pt x="50628" y="14117"/>
                    </a:cubicBezTo>
                    <a:lnTo>
                      <a:pt x="50628" y="114733"/>
                    </a:lnTo>
                    <a:cubicBezTo>
                      <a:pt x="50628" y="122562"/>
                      <a:pt x="44276" y="128850"/>
                      <a:pt x="36511" y="128850"/>
                    </a:cubicBezTo>
                    <a:lnTo>
                      <a:pt x="0" y="12885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585;p45">
                <a:extLst>
                  <a:ext uri="{FF2B5EF4-FFF2-40B4-BE49-F238E27FC236}">
                    <a16:creationId xmlns:a16="http://schemas.microsoft.com/office/drawing/2014/main" id="{3212D3F1-89A2-5D97-E559-B70E93D22026}"/>
                  </a:ext>
                </a:extLst>
              </p:cNvPr>
              <p:cNvSpPr/>
              <p:nvPr/>
            </p:nvSpPr>
            <p:spPr>
              <a:xfrm>
                <a:off x="12124760" y="-6044763"/>
                <a:ext cx="12833" cy="128336"/>
              </a:xfrm>
              <a:custGeom>
                <a:avLst/>
                <a:gdLst/>
                <a:ahLst/>
                <a:cxnLst/>
                <a:rect l="l" t="t" r="r" b="b"/>
                <a:pathLst>
                  <a:path w="12833" h="128336" extrusionOk="0">
                    <a:moveTo>
                      <a:pt x="0" y="0"/>
                    </a:moveTo>
                    <a:lnTo>
                      <a:pt x="5070" y="0"/>
                    </a:lnTo>
                    <a:cubicBezTo>
                      <a:pt x="12898" y="0"/>
                      <a:pt x="19186" y="6353"/>
                      <a:pt x="19186" y="14117"/>
                    </a:cubicBezTo>
                    <a:lnTo>
                      <a:pt x="19186" y="114733"/>
                    </a:lnTo>
                    <a:cubicBezTo>
                      <a:pt x="19186" y="122562"/>
                      <a:pt x="12834" y="128850"/>
                      <a:pt x="5070" y="128850"/>
                    </a:cubicBezTo>
                    <a:lnTo>
                      <a:pt x="0" y="12885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586;p45">
                <a:extLst>
                  <a:ext uri="{FF2B5EF4-FFF2-40B4-BE49-F238E27FC236}">
                    <a16:creationId xmlns:a16="http://schemas.microsoft.com/office/drawing/2014/main" id="{ABD2FE38-3CE4-2932-2A79-D5F116920E36}"/>
                  </a:ext>
                </a:extLst>
              </p:cNvPr>
              <p:cNvSpPr/>
              <p:nvPr/>
            </p:nvSpPr>
            <p:spPr>
              <a:xfrm>
                <a:off x="12054625" y="-5959162"/>
                <a:ext cx="25667" cy="109086"/>
              </a:xfrm>
              <a:custGeom>
                <a:avLst/>
                <a:gdLst/>
                <a:ahLst/>
                <a:cxnLst/>
                <a:rect l="l" t="t" r="r" b="b"/>
                <a:pathLst>
                  <a:path w="25667" h="109086" extrusionOk="0">
                    <a:moveTo>
                      <a:pt x="26245" y="113578"/>
                    </a:moveTo>
                    <a:lnTo>
                      <a:pt x="0" y="113578"/>
                    </a:lnTo>
                    <a:lnTo>
                      <a:pt x="9176" y="0"/>
                    </a:lnTo>
                    <a:lnTo>
                      <a:pt x="26245" y="0"/>
                    </a:lnTo>
                    <a:lnTo>
                      <a:pt x="26245" y="1135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587;p45">
                <a:extLst>
                  <a:ext uri="{FF2B5EF4-FFF2-40B4-BE49-F238E27FC236}">
                    <a16:creationId xmlns:a16="http://schemas.microsoft.com/office/drawing/2014/main" id="{E697740D-46A7-89AD-ED40-3A2EA2426D69}"/>
                  </a:ext>
                </a:extLst>
              </p:cNvPr>
              <p:cNvSpPr/>
              <p:nvPr/>
            </p:nvSpPr>
            <p:spPr>
              <a:xfrm>
                <a:off x="12028123" y="-5851552"/>
                <a:ext cx="115503" cy="89835"/>
              </a:xfrm>
              <a:custGeom>
                <a:avLst/>
                <a:gdLst/>
                <a:ahLst/>
                <a:cxnLst/>
                <a:rect l="l" t="t" r="r" b="b"/>
                <a:pathLst>
                  <a:path w="115503" h="89835" extrusionOk="0">
                    <a:moveTo>
                      <a:pt x="17582" y="64"/>
                    </a:moveTo>
                    <a:lnTo>
                      <a:pt x="115888" y="64"/>
                    </a:lnTo>
                    <a:lnTo>
                      <a:pt x="115888" y="92146"/>
                    </a:lnTo>
                    <a:lnTo>
                      <a:pt x="17582" y="92146"/>
                    </a:lnTo>
                    <a:cubicBezTo>
                      <a:pt x="7893" y="92146"/>
                      <a:pt x="0" y="84253"/>
                      <a:pt x="0" y="74564"/>
                    </a:cubicBezTo>
                    <a:lnTo>
                      <a:pt x="0" y="17582"/>
                    </a:lnTo>
                    <a:cubicBezTo>
                      <a:pt x="0" y="7893"/>
                      <a:pt x="7893" y="0"/>
                      <a:pt x="175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588;p45">
                <a:extLst>
                  <a:ext uri="{FF2B5EF4-FFF2-40B4-BE49-F238E27FC236}">
                    <a16:creationId xmlns:a16="http://schemas.microsoft.com/office/drawing/2014/main" id="{C2AFA7BF-BE82-FCA8-F561-A27600C83127}"/>
                  </a:ext>
                </a:extLst>
              </p:cNvPr>
              <p:cNvSpPr/>
              <p:nvPr/>
            </p:nvSpPr>
            <p:spPr>
              <a:xfrm>
                <a:off x="13641381" y="-5851487"/>
                <a:ext cx="77002" cy="89835"/>
              </a:xfrm>
              <a:custGeom>
                <a:avLst/>
                <a:gdLst/>
                <a:ahLst/>
                <a:cxnLst/>
                <a:rect l="l" t="t" r="r" b="b"/>
                <a:pathLst>
                  <a:path w="77002" h="89835" extrusionOk="0">
                    <a:moveTo>
                      <a:pt x="65323" y="92082"/>
                    </a:moveTo>
                    <a:lnTo>
                      <a:pt x="0" y="92082"/>
                    </a:lnTo>
                    <a:lnTo>
                      <a:pt x="0" y="0"/>
                    </a:lnTo>
                    <a:lnTo>
                      <a:pt x="65323" y="0"/>
                    </a:lnTo>
                    <a:cubicBezTo>
                      <a:pt x="75013" y="0"/>
                      <a:pt x="82905" y="7893"/>
                      <a:pt x="82905" y="17582"/>
                    </a:cubicBezTo>
                    <a:lnTo>
                      <a:pt x="82905" y="74564"/>
                    </a:lnTo>
                    <a:cubicBezTo>
                      <a:pt x="82905" y="84253"/>
                      <a:pt x="75013" y="92146"/>
                      <a:pt x="65323" y="9214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678</Words>
  <Application>Microsoft Office PowerPoint</Application>
  <PresentationFormat>Widescreen</PresentationFormat>
  <Paragraphs>205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ADLaM Display</vt:lpstr>
      <vt:lpstr>Amasis MT Pro Black</vt:lpstr>
      <vt:lpstr>Aptos</vt:lpstr>
      <vt:lpstr>Aptos Display</vt:lpstr>
      <vt:lpstr>Arial</vt:lpstr>
      <vt:lpstr>Bahnschrift SemiBold SemiConden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Hristo Rudarski</dc:creator>
  <cp:lastModifiedBy>Hristo Rudarski</cp:lastModifiedBy>
  <cp:revision>7</cp:revision>
  <dcterms:created xsi:type="dcterms:W3CDTF">2026-03-26T10:18:04Z</dcterms:created>
  <dcterms:modified xsi:type="dcterms:W3CDTF">2026-03-27T22:28:20Z</dcterms:modified>
</cp:coreProperties>
</file>